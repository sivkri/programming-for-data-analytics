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94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7104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Begin by asking: 'How many of you have heard of R language before?' Explain it’s like Python but made for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Relate to how scientists or researchers analyze data from experiments.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a screenshot of RStudio interface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Ask: 'Who prefers math and charts? R might be your best friend.'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a quick example live — mix numbers and text, show how R handles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Ask: 'What kind of data would you store as a vector? Temperature readings? Test marks?'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Compare this to Excel formulas that apply to entire columns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Relate to a table of students and subjects — each row = student, each column = subject.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Relate loops to daily routines: 'checking attendance for each student in a list.'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Ask: 'What’s similar between a Pandas DataFrame and an R DataFrame?'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Example: Filter students who scored above 80% in 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Compare it to 'assembling Lego blocks' — each command adds meaning step by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messy vs tidy data (wide vs long format).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Make it interactive — ask students to provide actual numbers for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 students code along and share who slept the least or most!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Ask: 'Would you prefer using Python or R for analyzing your next dataset — and why?'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Ask: 'Have you ever used data to prove a point — like showing rainfall is increasing year after year?'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Warm-up: Ask a student to recall what a DataFrame is or show one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a real-world example: 'Would you rather read 1000 numbers or see one clean chart?'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a quick demo using sample data like rainfall or student 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Relate to student examples: marks distribution, rainfall vs temperature,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Ask: 'Do you think rainfall increases as temperature rises? Let's visualize 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a civil example — material cost variation or strength test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Encourage students to describe what insights EDA gives — like data health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using small vector data — simple, relatable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Ask: 'Have you ever tried proving something using data?' — relate to experiments.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simple analogy — 'Type I: shouting fire when there’s none, Type II: missing a real fire.'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Encourage: 'What other situations in civil work could require testing averages?'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Draw a simple analogy: 'If p is low, data says go!'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Visualize regression line using ggplot2 — connect it to prediction of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how this helps civil engineers in budgeting or tender preparation.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Encourage pair work — let them run code on laptops and discuss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End with discussion: 'What kind of civil data would you like to analyze using R?'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Unit 4: Introduction to R and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Learning Outcomes:</a:t>
            </a:r>
          </a:p>
          <a:p>
            <a:r>
              <a:t>• Understand what R is and why it’s used for analytics</a:t>
            </a:r>
          </a:p>
          <a:p>
            <a:r>
              <a:t>• Learn R data structures: vectors, matrices, data frames</a:t>
            </a:r>
          </a:p>
          <a:p>
            <a:r>
              <a:t>• Perform simple operations and data manipulation in 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 and Why Use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R is a programming language for data analysis and visualization</a:t>
            </a:r>
          </a:p>
          <a:p>
            <a:r>
              <a:t>• Designed for statisticians and researchers</a:t>
            </a:r>
          </a:p>
          <a:p>
            <a:r>
              <a:t>• Great for handling, cleaning, and visualizing large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Setting Up R and RStudio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Download R from CRAN (Comprehensive R Archive Network)</a:t>
            </a:r>
          </a:p>
          <a:p>
            <a:r>
              <a:t>• Install RStudio – an easy-to-use IDE</a:t>
            </a:r>
          </a:p>
          <a:p>
            <a:r>
              <a:t>• RStudio = code editor + console + visualization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 vs Python for Data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– General-purpose, great for automation and AI</a:t>
            </a:r>
          </a:p>
          <a:p>
            <a:r>
              <a:t>R – Built for statistics and visualization</a:t>
            </a:r>
          </a:p>
          <a:p>
            <a:endParaRPr/>
          </a:p>
          <a:p>
            <a:r>
              <a:t>Both are widely used. Knowing both makes you flexible!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Coercion Rules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 automatically converts data types when needed.</a:t>
            </a:r>
          </a:p>
          <a:p>
            <a:r>
              <a:t>Example:</a:t>
            </a:r>
          </a:p>
          <a:p>
            <a:r>
              <a:t>num &lt;- c(1, 2, '3')  → all become characters.</a:t>
            </a:r>
          </a:p>
          <a:p>
            <a:endParaRPr/>
          </a:p>
          <a:p>
            <a:r>
              <a:t>Helps keep data consistent but can cause surprises!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Vectors – The Building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Vectors store data of one type.</a:t>
            </a:r>
          </a:p>
          <a:p>
            <a:r>
              <a:t>Examples:</a:t>
            </a:r>
          </a:p>
          <a:p>
            <a:r>
              <a:t>heights &lt;- c(160, 170, 180)</a:t>
            </a:r>
          </a:p>
          <a:p>
            <a:r>
              <a:t>colors &lt;- c('red','blue','green')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can do math easily on vectors.</a:t>
            </a:r>
          </a:p>
          <a:p>
            <a:r>
              <a:t>heights &lt;- c(160, 170, 180)</a:t>
            </a:r>
          </a:p>
          <a:p>
            <a:r>
              <a:t>heights + 5 → adds 5 to each element.</a:t>
            </a:r>
          </a:p>
          <a:p>
            <a:endParaRPr/>
          </a:p>
          <a:p>
            <a:r>
              <a:t>Vectorized operations make R fast and simple.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Matrices – 2D Data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Matrices store numbers in rows and columns.</a:t>
            </a:r>
          </a:p>
          <a:p>
            <a:r>
              <a:t>Example:</a:t>
            </a:r>
          </a:p>
          <a:p>
            <a:r>
              <a:t>marks &lt;- matrix(c(80,90,85,70,95,88), nrow=2)</a:t>
            </a:r>
          </a:p>
          <a:p>
            <a:endParaRPr/>
          </a:p>
          <a:p>
            <a:r>
              <a:t>Used for numeric calculations like correlations.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Conditional and Iterative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if-else for decisions</a:t>
            </a:r>
          </a:p>
          <a:p>
            <a:r>
              <a:t>• for, while loops for repetition</a:t>
            </a:r>
          </a:p>
          <a:p>
            <a:r>
              <a:t>Example:</a:t>
            </a:r>
          </a:p>
          <a:p>
            <a:r>
              <a:t>for(i in 1:5){ print(i) }</a:t>
            </a:r>
          </a:p>
          <a:p>
            <a:r>
              <a:t>Used for running analysis on multiple records.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DataFrames – R’s Most Popular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DataFrames combine columns of different data types.</a:t>
            </a:r>
          </a:p>
          <a:p>
            <a:r>
              <a:t>Example:</a:t>
            </a:r>
          </a:p>
          <a:p>
            <a:r>
              <a:t>students &lt;- data.frame(Name=c('Asha','Raj'), Marks=c(85,90))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Manipulation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You can:</a:t>
            </a:r>
          </a:p>
          <a:p>
            <a:r>
              <a:t>• Select columns</a:t>
            </a:r>
          </a:p>
          <a:p>
            <a:r>
              <a:t>• Filter rows</a:t>
            </a:r>
          </a:p>
          <a:p>
            <a:r>
              <a:t>• Sort data</a:t>
            </a:r>
          </a:p>
          <a:p>
            <a:r>
              <a:t>• Add or remove new columns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the dplyr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dplyr simplifies data manipulation with verbs:</a:t>
            </a:r>
          </a:p>
          <a:p>
            <a:r>
              <a:t>• select(), filter(), arrange(), mutate(), summarize()</a:t>
            </a:r>
          </a:p>
          <a:p>
            <a:r>
              <a:t>• pipe operator %&gt;% connects commands</a:t>
            </a:r>
          </a:p>
          <a:p>
            <a:r>
              <a:t>Example: data %&gt;% filter(Marks &gt; 80)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Tidying Data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Tidy data = organized data where:</a:t>
            </a:r>
          </a:p>
          <a:p>
            <a:r>
              <a:t>• Each variable has its own column</a:t>
            </a:r>
          </a:p>
          <a:p>
            <a:r>
              <a:t>• Each observation has its own row</a:t>
            </a:r>
          </a:p>
          <a:p>
            <a:r>
              <a:t>Use the tidyr package to reshape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Real-Life Example: Simple Survey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Imagine 10 students share their favorite study hour and marks.</a:t>
            </a:r>
          </a:p>
          <a:p>
            <a:r>
              <a:t>Use R to:</a:t>
            </a:r>
          </a:p>
          <a:p>
            <a:r>
              <a:t>• Store data in a DataFrame</a:t>
            </a:r>
          </a:p>
          <a:p>
            <a:r>
              <a:t>• Calculate averages</a:t>
            </a:r>
          </a:p>
          <a:p>
            <a:r>
              <a:t>• Visualize marks vs study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Hands-on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Task:</a:t>
            </a:r>
          </a:p>
          <a:p>
            <a:r>
              <a:t>1. Create a vector of daily sleep hours (7 days)</a:t>
            </a:r>
          </a:p>
          <a:p>
            <a:r>
              <a:t>2. Convert it into a DataFrame</a:t>
            </a:r>
          </a:p>
          <a:p>
            <a:r>
              <a:t>3. Calculate average sleep time</a:t>
            </a:r>
          </a:p>
          <a:p>
            <a:r>
              <a:t>4. Print results in 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We learned:</a:t>
            </a:r>
          </a:p>
          <a:p>
            <a:r>
              <a:t>• R basics and data structures</a:t>
            </a:r>
          </a:p>
          <a:p>
            <a:r>
              <a:t>• How to manipulate and tidy data</a:t>
            </a:r>
          </a:p>
          <a:p>
            <a:r>
              <a:t>• Using dplyr and tidyr for easy analysis</a:t>
            </a:r>
          </a:p>
          <a:p>
            <a:r>
              <a:t>Reflection: How could you use R to analyze your personal or project data?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Unit 5: Advanced Data Handling and Analysis with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Learning Outcomes:</a:t>
            </a:r>
          </a:p>
          <a:p>
            <a:r>
              <a:t>• Create data visualizations using ggplot2</a:t>
            </a:r>
          </a:p>
          <a:p>
            <a:r>
              <a:t>• Perform exploratory data analysis (EDA)</a:t>
            </a:r>
          </a:p>
          <a:p>
            <a:r>
              <a:t>• Understand hypothesis testing and linear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Recap: R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R is great for statistical computing</a:t>
            </a:r>
          </a:p>
          <a:p>
            <a:r>
              <a:t>• DataFrame = main structure</a:t>
            </a:r>
          </a:p>
          <a:p>
            <a:r>
              <a:t>• Packages like dplyr, tidyr, and ggplot2 make tasks easier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Visualization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Data visualization helps find patterns quickly</a:t>
            </a:r>
          </a:p>
          <a:p>
            <a:r>
              <a:t>• Easier to explain results to non-technical people</a:t>
            </a:r>
          </a:p>
          <a:p>
            <a:r>
              <a:t>• Example: Plot of rainfall over time shows climate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ggplot2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ggplot2 = Grammar of Graphics in R</a:t>
            </a:r>
          </a:p>
          <a:p>
            <a:r>
              <a:t>• Flexible and powerful plotting library</a:t>
            </a:r>
          </a:p>
          <a:p>
            <a:r>
              <a:t>• Syntax: ggplot(data) + geom_&lt;type&gt;(aes(x, y))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Basic Charts with ggplot2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Histogram – distribution of one variable</a:t>
            </a:r>
          </a:p>
          <a:p>
            <a:r>
              <a:t>• Bar Chart – comparison between categories</a:t>
            </a:r>
          </a:p>
          <a:p>
            <a:r>
              <a:t>• Scatterplot – relationship between two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Real-Life Example: Rainfall vs Temperature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monthly rainfall &amp; temperature readings</a:t>
            </a:r>
          </a:p>
          <a:p>
            <a:r>
              <a:t>Plot scatterplot to check correlation.</a:t>
            </a:r>
          </a:p>
          <a:p>
            <a:r>
              <a:t>If slope is positive, rainfall increases with temperature.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Box and Whisker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Shows spread of data</a:t>
            </a:r>
          </a:p>
          <a:p>
            <a:r>
              <a:t>• Median, quartiles, and outliers</a:t>
            </a:r>
          </a:p>
          <a:p>
            <a:r>
              <a:t>• Example: Compare monthly cement prices for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EDA Steps:</a:t>
            </a:r>
          </a:p>
          <a:p>
            <a:r>
              <a:t>1. Summarize data (mean, median, range)</a:t>
            </a:r>
          </a:p>
          <a:p>
            <a:r>
              <a:t>2. Visualize distributions</a:t>
            </a:r>
          </a:p>
          <a:p>
            <a:r>
              <a:t>3. Detect missing/outlier data</a:t>
            </a:r>
          </a:p>
          <a:p>
            <a:r>
              <a:t>4. Understand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Descriptive Statistics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mean(), median(), sd(), summary()</a:t>
            </a:r>
          </a:p>
          <a:p>
            <a:r>
              <a:t>• Example:</a:t>
            </a:r>
          </a:p>
          <a:p>
            <a:r>
              <a:t>mean(rainfall)</a:t>
            </a:r>
          </a:p>
          <a:p>
            <a:r>
              <a:t>summary(cost_data)</a:t>
            </a:r>
          </a:p>
          <a:p>
            <a:r>
              <a:t>Helps quantify patterns seen in visualizations.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• Used to check assumptions</a:t>
            </a:r>
          </a:p>
          <a:p>
            <a:r>
              <a:t>• Example: Is the average cement strength greater than 50 MPa?</a:t>
            </a:r>
          </a:p>
          <a:p>
            <a:r>
              <a:t>Steps:</a:t>
            </a:r>
          </a:p>
          <a:p>
            <a:r>
              <a:t>1. Define H0 &amp; H1</a:t>
            </a:r>
          </a:p>
          <a:p>
            <a:r>
              <a:t>2. Choose significance level</a:t>
            </a:r>
          </a:p>
          <a:p>
            <a:r>
              <a:t>3. Perform test</a:t>
            </a:r>
          </a:p>
          <a:p>
            <a:r>
              <a:t>4. Interpret p-value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I and Type II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Type I Error: Rejecting true null (false alarm)</a:t>
            </a:r>
          </a:p>
          <a:p>
            <a:r>
              <a:t>• Type II Error: Accepting false null (missed signal)</a:t>
            </a:r>
          </a:p>
          <a:p>
            <a:r>
              <a:t>Analogy: Diagnosing a healthy vs sick patient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Tests for Mean (Variance Known/Unknown)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Z-test: population variance known</a:t>
            </a:r>
          </a:p>
          <a:p>
            <a:r>
              <a:t>• T-test: variance unknown</a:t>
            </a:r>
          </a:p>
          <a:p>
            <a:r>
              <a:t>• Example: Compare average slump values of two concrete mixes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the P-Value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Probability of getting a result as extreme as observed</a:t>
            </a:r>
          </a:p>
          <a:p>
            <a:r>
              <a:t>• If p &lt; 0.05 → result is significant</a:t>
            </a:r>
          </a:p>
          <a:p>
            <a:r>
              <a:t>• Lower p = stronger evidence against null hypothesis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Regression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Used to model relationships between variables</a:t>
            </a:r>
          </a:p>
          <a:p>
            <a:r>
              <a:t>• Example: Cost = a + b × Material Quantity</a:t>
            </a:r>
          </a:p>
          <a:p>
            <a:r>
              <a:t>• In R: lm(Cost ~ Quantity, data=df)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Real-Life Example: Predicting Construction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area of buildings (sq.m) vs total construction cost</a:t>
            </a:r>
          </a:p>
          <a:p>
            <a:r>
              <a:t>Fit a linear model and visualize the trend line.</a:t>
            </a:r>
          </a:p>
          <a:p>
            <a:r>
              <a:t>Helps estimate cost for future projects.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Hands-on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Task:</a:t>
            </a:r>
          </a:p>
          <a:p>
            <a:r>
              <a:t>1. Create a small dataset (x=area, y=cost)</a:t>
            </a:r>
          </a:p>
          <a:p>
            <a:r>
              <a:t>2. Use lm() to find regression model</a:t>
            </a:r>
          </a:p>
          <a:p>
            <a:r>
              <a:t>3. Plot result using ggplot2</a:t>
            </a:r>
          </a:p>
          <a:p>
            <a:r>
              <a:t>4. Interpret slope and R²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We covered:</a:t>
            </a:r>
          </a:p>
          <a:p>
            <a:r>
              <a:t>• ggplot2 visualizations</a:t>
            </a:r>
          </a:p>
          <a:p>
            <a:r>
              <a:t>• EDA and hypothesis testing</a:t>
            </a:r>
          </a:p>
          <a:p>
            <a:r>
              <a:t>• Regression for prediction</a:t>
            </a:r>
          </a:p>
          <a:p>
            <a:r>
              <a:t>Question: How could you apply regression or visualization to your civil project data?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2053</Words>
  <Application>Microsoft Office PowerPoint</Application>
  <PresentationFormat>On-screen Show (4:3)</PresentationFormat>
  <Paragraphs>254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Unit 4: Introduction to R and Fundamentals</vt:lpstr>
      <vt:lpstr>What is R and Why Use It?</vt:lpstr>
      <vt:lpstr>Setting Up R and RStudio</vt:lpstr>
      <vt:lpstr>R vs Python for Data Analytics</vt:lpstr>
      <vt:lpstr>Coercion Rules in R</vt:lpstr>
      <vt:lpstr>Vectors – The Building Blocks</vt:lpstr>
      <vt:lpstr>Vector Operations</vt:lpstr>
      <vt:lpstr>Matrices – 2D Data Tables</vt:lpstr>
      <vt:lpstr>Conditional and Iterative Statements</vt:lpstr>
      <vt:lpstr>DataFrames – R’s Most Popular Structure</vt:lpstr>
      <vt:lpstr>Data Manipulation in R</vt:lpstr>
      <vt:lpstr>Using the dplyr Package</vt:lpstr>
      <vt:lpstr>Tidying Data in R</vt:lpstr>
      <vt:lpstr>Real-Life Example: Simple Survey Analysis</vt:lpstr>
      <vt:lpstr>Mini Hands-on Activity</vt:lpstr>
      <vt:lpstr>Summary &amp; Reflection</vt:lpstr>
      <vt:lpstr>Unit 5: Advanced Data Handling and Analysis with R</vt:lpstr>
      <vt:lpstr>Recap: R Fundamentals</vt:lpstr>
      <vt:lpstr>Why Visualization Matters</vt:lpstr>
      <vt:lpstr>Introduction to ggplot2</vt:lpstr>
      <vt:lpstr>Creating Basic Charts with ggplot2</vt:lpstr>
      <vt:lpstr>Real-Life Example: Rainfall vs Temperature</vt:lpstr>
      <vt:lpstr>Box and Whisker Plot</vt:lpstr>
      <vt:lpstr>Exploratory Data Analysis (EDA)</vt:lpstr>
      <vt:lpstr>Descriptive Statistics in R</vt:lpstr>
      <vt:lpstr>Introduction to Hypothesis Testing</vt:lpstr>
      <vt:lpstr>Type I and Type II Errors</vt:lpstr>
      <vt:lpstr>Tests for Mean (Variance Known/Unknown)</vt:lpstr>
      <vt:lpstr>Understanding the P-Value</vt:lpstr>
      <vt:lpstr>Linear Regression Analysis</vt:lpstr>
      <vt:lpstr>Real-Life Example: Predicting Construction Cost</vt:lpstr>
      <vt:lpstr>Mini Hands-on Challenge</vt:lpstr>
      <vt:lpstr>Summary &amp; Reflection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Sivakumar Krishnamoorthy</cp:lastModifiedBy>
  <cp:revision>2</cp:revision>
  <dcterms:created xsi:type="dcterms:W3CDTF">2013-01-27T09:14:16Z</dcterms:created>
  <dcterms:modified xsi:type="dcterms:W3CDTF">2025-11-19T14:01:29Z</dcterms:modified>
  <cp:category/>
</cp:coreProperties>
</file>