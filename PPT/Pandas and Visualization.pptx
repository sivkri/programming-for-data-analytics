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1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38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EC48D8-3C1D-4718-BAEA-92A855CD41EC}" type="doc">
      <dgm:prSet loTypeId="urn:microsoft.com/office/officeart/2005/8/layout/vList5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8F5FF67-B73C-47CE-893B-CC1C9D0E9E53}">
      <dgm:prSet/>
      <dgm:spPr/>
      <dgm:t>
        <a:bodyPr/>
        <a:lstStyle/>
        <a:p>
          <a:r>
            <a:rPr lang="en-US"/>
            <a:t>Definitions:</a:t>
          </a:r>
        </a:p>
      </dgm:t>
    </dgm:pt>
    <dgm:pt modelId="{2B8D5BDD-0061-49E0-BAE3-4A60974CC3C5}" type="parTrans" cxnId="{C30779E5-42B1-430F-9C81-EF5F81504510}">
      <dgm:prSet/>
      <dgm:spPr/>
      <dgm:t>
        <a:bodyPr/>
        <a:lstStyle/>
        <a:p>
          <a:endParaRPr lang="en-US"/>
        </a:p>
      </dgm:t>
    </dgm:pt>
    <dgm:pt modelId="{592EE427-B21E-4B97-82FC-ECBDE1E67AC5}" type="sibTrans" cxnId="{C30779E5-42B1-430F-9C81-EF5F81504510}">
      <dgm:prSet/>
      <dgm:spPr/>
      <dgm:t>
        <a:bodyPr/>
        <a:lstStyle/>
        <a:p>
          <a:endParaRPr lang="en-US"/>
        </a:p>
      </dgm:t>
    </dgm:pt>
    <dgm:pt modelId="{CF03F764-ADED-484A-9EB2-447BF1FE55FF}">
      <dgm:prSet custT="1"/>
      <dgm:spPr/>
      <dgm:t>
        <a:bodyPr/>
        <a:lstStyle/>
        <a:p>
          <a:r>
            <a:rPr lang="en-US" sz="2000" dirty="0"/>
            <a:t>Grouping: Splitting data into categories</a:t>
          </a:r>
        </a:p>
      </dgm:t>
    </dgm:pt>
    <dgm:pt modelId="{500D61CF-B77B-4B3F-B951-FB7F630F9632}" type="parTrans" cxnId="{BD2B5A75-9ABD-4AB6-AF89-D7A054A18243}">
      <dgm:prSet/>
      <dgm:spPr/>
      <dgm:t>
        <a:bodyPr/>
        <a:lstStyle/>
        <a:p>
          <a:endParaRPr lang="en-US"/>
        </a:p>
      </dgm:t>
    </dgm:pt>
    <dgm:pt modelId="{ECB739C2-3E59-4ADE-B812-1927E655B10D}" type="sibTrans" cxnId="{BD2B5A75-9ABD-4AB6-AF89-D7A054A18243}">
      <dgm:prSet/>
      <dgm:spPr/>
      <dgm:t>
        <a:bodyPr/>
        <a:lstStyle/>
        <a:p>
          <a:endParaRPr lang="en-US"/>
        </a:p>
      </dgm:t>
    </dgm:pt>
    <dgm:pt modelId="{C80B39D3-AE6D-41F1-8976-40598FFDD24E}">
      <dgm:prSet custT="1"/>
      <dgm:spPr/>
      <dgm:t>
        <a:bodyPr/>
        <a:lstStyle/>
        <a:p>
          <a:r>
            <a:rPr lang="en-US" sz="2000"/>
            <a:t>Aggregation: Summarizing groups</a:t>
          </a:r>
        </a:p>
      </dgm:t>
    </dgm:pt>
    <dgm:pt modelId="{608D7F72-1525-4F9C-80D6-9E5B7AD1FBA5}" type="parTrans" cxnId="{052A8B3F-5B56-4A94-91BB-D7AFB126DEEA}">
      <dgm:prSet/>
      <dgm:spPr/>
      <dgm:t>
        <a:bodyPr/>
        <a:lstStyle/>
        <a:p>
          <a:endParaRPr lang="en-US"/>
        </a:p>
      </dgm:t>
    </dgm:pt>
    <dgm:pt modelId="{929F2033-2FB2-4B87-BA98-682A4312F01F}" type="sibTrans" cxnId="{052A8B3F-5B56-4A94-91BB-D7AFB126DEEA}">
      <dgm:prSet/>
      <dgm:spPr/>
      <dgm:t>
        <a:bodyPr/>
        <a:lstStyle/>
        <a:p>
          <a:endParaRPr lang="en-US"/>
        </a:p>
      </dgm:t>
    </dgm:pt>
    <dgm:pt modelId="{BFB71BF4-AC7C-4D27-9180-99315E4A58F1}">
      <dgm:prSet custT="1"/>
      <dgm:spPr/>
      <dgm:t>
        <a:bodyPr/>
        <a:lstStyle/>
        <a:p>
          <a:r>
            <a:rPr lang="en-US" sz="2000"/>
            <a:t>Merging: Joining multiple tables</a:t>
          </a:r>
        </a:p>
      </dgm:t>
    </dgm:pt>
    <dgm:pt modelId="{E7836D12-AE57-45EF-91B4-3EDB2232C1CB}" type="parTrans" cxnId="{9C764635-A3E2-460D-83EC-337F451EF836}">
      <dgm:prSet/>
      <dgm:spPr/>
      <dgm:t>
        <a:bodyPr/>
        <a:lstStyle/>
        <a:p>
          <a:endParaRPr lang="en-US"/>
        </a:p>
      </dgm:t>
    </dgm:pt>
    <dgm:pt modelId="{CCF38FB3-CB66-4AAE-B328-63916730D634}" type="sibTrans" cxnId="{9C764635-A3E2-460D-83EC-337F451EF836}">
      <dgm:prSet/>
      <dgm:spPr/>
      <dgm:t>
        <a:bodyPr/>
        <a:lstStyle/>
        <a:p>
          <a:endParaRPr lang="en-US"/>
        </a:p>
      </dgm:t>
    </dgm:pt>
    <dgm:pt modelId="{87184DCC-8DE0-43CD-BB2C-47CEB815280B}">
      <dgm:prSet/>
      <dgm:spPr/>
      <dgm:t>
        <a:bodyPr/>
        <a:lstStyle/>
        <a:p>
          <a:r>
            <a:rPr lang="en-US"/>
            <a:t>Examples:</a:t>
          </a:r>
        </a:p>
      </dgm:t>
    </dgm:pt>
    <dgm:pt modelId="{31BBFB6B-82BA-41FB-80AA-9ACEC0677498}" type="parTrans" cxnId="{63D63F05-BDB0-405F-81AF-DCD442B8FA04}">
      <dgm:prSet/>
      <dgm:spPr/>
      <dgm:t>
        <a:bodyPr/>
        <a:lstStyle/>
        <a:p>
          <a:endParaRPr lang="en-US"/>
        </a:p>
      </dgm:t>
    </dgm:pt>
    <dgm:pt modelId="{85BA8913-246B-4308-8A57-249781E1987E}" type="sibTrans" cxnId="{63D63F05-BDB0-405F-81AF-DCD442B8FA04}">
      <dgm:prSet/>
      <dgm:spPr/>
      <dgm:t>
        <a:bodyPr/>
        <a:lstStyle/>
        <a:p>
          <a:endParaRPr lang="en-US"/>
        </a:p>
      </dgm:t>
    </dgm:pt>
    <dgm:pt modelId="{628DC216-6C03-45D1-A1EE-06A90A7B5A68}">
      <dgm:prSet custT="1"/>
      <dgm:spPr/>
      <dgm:t>
        <a:bodyPr/>
        <a:lstStyle/>
        <a:p>
          <a:r>
            <a:rPr lang="en-US" sz="2000" dirty="0" err="1">
              <a:highlight>
                <a:srgbClr val="FFFF00"/>
              </a:highlight>
            </a:rPr>
            <a:t>df.groupby</a:t>
          </a:r>
          <a:r>
            <a:rPr lang="en-US" sz="2000" dirty="0">
              <a:highlight>
                <a:srgbClr val="FFFF00"/>
              </a:highlight>
            </a:rPr>
            <a:t>("Class")["Marks"].mean()</a:t>
          </a:r>
        </a:p>
      </dgm:t>
    </dgm:pt>
    <dgm:pt modelId="{AD188F1C-E649-4055-A180-C366BD7CC081}" type="parTrans" cxnId="{8AA90326-AE0A-49F7-BB85-737C1C6E9DC6}">
      <dgm:prSet/>
      <dgm:spPr/>
      <dgm:t>
        <a:bodyPr/>
        <a:lstStyle/>
        <a:p>
          <a:endParaRPr lang="en-US"/>
        </a:p>
      </dgm:t>
    </dgm:pt>
    <dgm:pt modelId="{F6EB8D48-E0C8-4414-90F6-996B849A55BA}" type="sibTrans" cxnId="{8AA90326-AE0A-49F7-BB85-737C1C6E9DC6}">
      <dgm:prSet/>
      <dgm:spPr/>
      <dgm:t>
        <a:bodyPr/>
        <a:lstStyle/>
        <a:p>
          <a:endParaRPr lang="en-US"/>
        </a:p>
      </dgm:t>
    </dgm:pt>
    <dgm:pt modelId="{73955003-D572-4713-8E4D-DED2F80F0006}">
      <dgm:prSet custT="1"/>
      <dgm:spPr/>
      <dgm:t>
        <a:bodyPr/>
        <a:lstStyle/>
        <a:p>
          <a:r>
            <a:rPr lang="en-US" sz="2000" dirty="0" err="1">
              <a:highlight>
                <a:srgbClr val="FFFF00"/>
              </a:highlight>
            </a:rPr>
            <a:t>df.groupby</a:t>
          </a:r>
          <a:r>
            <a:rPr lang="en-US" sz="2000" dirty="0">
              <a:highlight>
                <a:srgbClr val="FFFF00"/>
              </a:highlight>
            </a:rPr>
            <a:t>("Gender").</a:t>
          </a:r>
          <a:r>
            <a:rPr lang="en-US" sz="2000" dirty="0" err="1">
              <a:highlight>
                <a:srgbClr val="FFFF00"/>
              </a:highlight>
            </a:rPr>
            <a:t>agg</a:t>
          </a:r>
          <a:r>
            <a:rPr lang="en-US" sz="2000" dirty="0">
              <a:highlight>
                <a:srgbClr val="FFFF00"/>
              </a:highlight>
            </a:rPr>
            <a:t>({"Marks": ["min", "max"]})</a:t>
          </a:r>
        </a:p>
      </dgm:t>
    </dgm:pt>
    <dgm:pt modelId="{A7822437-3B18-4352-9AF6-269743BF0745}" type="parTrans" cxnId="{09C9E5E8-AAFC-4995-88E5-CE88850D29D7}">
      <dgm:prSet/>
      <dgm:spPr/>
      <dgm:t>
        <a:bodyPr/>
        <a:lstStyle/>
        <a:p>
          <a:endParaRPr lang="en-US"/>
        </a:p>
      </dgm:t>
    </dgm:pt>
    <dgm:pt modelId="{20DFBE69-2B11-47C3-9DB7-BDE9E13ED746}" type="sibTrans" cxnId="{09C9E5E8-AAFC-4995-88E5-CE88850D29D7}">
      <dgm:prSet/>
      <dgm:spPr/>
      <dgm:t>
        <a:bodyPr/>
        <a:lstStyle/>
        <a:p>
          <a:endParaRPr lang="en-US"/>
        </a:p>
      </dgm:t>
    </dgm:pt>
    <dgm:pt modelId="{C96F14CE-D272-41C6-B419-932F3CDF8BBC}">
      <dgm:prSet custT="1"/>
      <dgm:spPr/>
      <dgm:t>
        <a:bodyPr/>
        <a:lstStyle/>
        <a:p>
          <a:r>
            <a:rPr lang="en-US" sz="2000" dirty="0" err="1">
              <a:highlight>
                <a:srgbClr val="FFFF00"/>
              </a:highlight>
            </a:rPr>
            <a:t>pd.merge</a:t>
          </a:r>
          <a:r>
            <a:rPr lang="en-US" sz="2000" dirty="0">
              <a:highlight>
                <a:srgbClr val="FFFF00"/>
              </a:highlight>
            </a:rPr>
            <a:t>(df1, df2, on="ID")</a:t>
          </a:r>
        </a:p>
      </dgm:t>
    </dgm:pt>
    <dgm:pt modelId="{2E951EDE-DE82-4E09-AA4D-4CAC5B701B6A}" type="parTrans" cxnId="{CE859A6F-F031-480D-BEC5-FFF040CDF0D8}">
      <dgm:prSet/>
      <dgm:spPr/>
      <dgm:t>
        <a:bodyPr/>
        <a:lstStyle/>
        <a:p>
          <a:endParaRPr lang="en-US"/>
        </a:p>
      </dgm:t>
    </dgm:pt>
    <dgm:pt modelId="{5D1B4F49-71D5-45C3-967F-24D2ADCAF4F1}" type="sibTrans" cxnId="{CE859A6F-F031-480D-BEC5-FFF040CDF0D8}">
      <dgm:prSet/>
      <dgm:spPr/>
      <dgm:t>
        <a:bodyPr/>
        <a:lstStyle/>
        <a:p>
          <a:endParaRPr lang="en-US"/>
        </a:p>
      </dgm:t>
    </dgm:pt>
    <dgm:pt modelId="{987A0CBA-B433-420F-B706-4223E2B084BE}">
      <dgm:prSet/>
      <dgm:spPr/>
      <dgm:t>
        <a:bodyPr/>
        <a:lstStyle/>
        <a:p>
          <a:r>
            <a:rPr lang="en-US"/>
            <a:t>Explanation:</a:t>
          </a:r>
        </a:p>
      </dgm:t>
    </dgm:pt>
    <dgm:pt modelId="{FAF97240-57D4-485E-819A-1C182469D4F5}" type="parTrans" cxnId="{C9E9757B-1F7E-44B1-8018-A48ED916C245}">
      <dgm:prSet/>
      <dgm:spPr/>
      <dgm:t>
        <a:bodyPr/>
        <a:lstStyle/>
        <a:p>
          <a:endParaRPr lang="en-US"/>
        </a:p>
      </dgm:t>
    </dgm:pt>
    <dgm:pt modelId="{000E3817-DF47-4D45-A8C8-A805FB13B26E}" type="sibTrans" cxnId="{C9E9757B-1F7E-44B1-8018-A48ED916C245}">
      <dgm:prSet/>
      <dgm:spPr/>
      <dgm:t>
        <a:bodyPr/>
        <a:lstStyle/>
        <a:p>
          <a:endParaRPr lang="en-US"/>
        </a:p>
      </dgm:t>
    </dgm:pt>
    <dgm:pt modelId="{720B0459-3099-47C9-A835-46BD1F67B789}">
      <dgm:prSet custT="1"/>
      <dgm:spPr/>
      <dgm:t>
        <a:bodyPr/>
        <a:lstStyle/>
        <a:p>
          <a:r>
            <a:rPr lang="en-US" sz="2000"/>
            <a:t>Grouping helps compare categories.</a:t>
          </a:r>
        </a:p>
      </dgm:t>
    </dgm:pt>
    <dgm:pt modelId="{99683A03-0055-4853-B041-FF3DBAF24ED7}" type="parTrans" cxnId="{AD22E2F3-0D29-402E-B1C1-F697DA5D75FA}">
      <dgm:prSet/>
      <dgm:spPr/>
      <dgm:t>
        <a:bodyPr/>
        <a:lstStyle/>
        <a:p>
          <a:endParaRPr lang="en-US"/>
        </a:p>
      </dgm:t>
    </dgm:pt>
    <dgm:pt modelId="{E0FA3294-8F41-4F95-9556-D9BB1AF8858C}" type="sibTrans" cxnId="{AD22E2F3-0D29-402E-B1C1-F697DA5D75FA}">
      <dgm:prSet/>
      <dgm:spPr/>
      <dgm:t>
        <a:bodyPr/>
        <a:lstStyle/>
        <a:p>
          <a:endParaRPr lang="en-US"/>
        </a:p>
      </dgm:t>
    </dgm:pt>
    <dgm:pt modelId="{1FD807C7-7862-40A4-B727-4837E62EE1E1}">
      <dgm:prSet custT="1"/>
      <dgm:spPr/>
      <dgm:t>
        <a:bodyPr/>
        <a:lstStyle/>
        <a:p>
          <a:r>
            <a:rPr lang="en-US" sz="2000"/>
            <a:t>Merging is similar to combining two Excel sheets based on a common column.</a:t>
          </a:r>
        </a:p>
      </dgm:t>
    </dgm:pt>
    <dgm:pt modelId="{D0B60B5C-FD78-4FF4-8E74-4EBA50088347}" type="parTrans" cxnId="{35931C1D-025F-41F4-B769-5DE57B0F78C1}">
      <dgm:prSet/>
      <dgm:spPr/>
      <dgm:t>
        <a:bodyPr/>
        <a:lstStyle/>
        <a:p>
          <a:endParaRPr lang="en-US"/>
        </a:p>
      </dgm:t>
    </dgm:pt>
    <dgm:pt modelId="{347782B5-5600-4269-8870-5A539EFD100B}" type="sibTrans" cxnId="{35931C1D-025F-41F4-B769-5DE57B0F78C1}">
      <dgm:prSet/>
      <dgm:spPr/>
      <dgm:t>
        <a:bodyPr/>
        <a:lstStyle/>
        <a:p>
          <a:endParaRPr lang="en-US"/>
        </a:p>
      </dgm:t>
    </dgm:pt>
    <dgm:pt modelId="{9D0C4688-100C-4B60-95BD-ECAC6EFB7098}" type="pres">
      <dgm:prSet presAssocID="{97EC48D8-3C1D-4718-BAEA-92A855CD41EC}" presName="Name0" presStyleCnt="0">
        <dgm:presLayoutVars>
          <dgm:dir/>
          <dgm:animLvl val="lvl"/>
          <dgm:resizeHandles val="exact"/>
        </dgm:presLayoutVars>
      </dgm:prSet>
      <dgm:spPr/>
    </dgm:pt>
    <dgm:pt modelId="{F804E0E0-1474-42CD-96F9-A304433BA283}" type="pres">
      <dgm:prSet presAssocID="{B8F5FF67-B73C-47CE-893B-CC1C9D0E9E53}" presName="linNode" presStyleCnt="0"/>
      <dgm:spPr/>
    </dgm:pt>
    <dgm:pt modelId="{48430B75-8671-40BC-B64B-A4CD7D7C0E0B}" type="pres">
      <dgm:prSet presAssocID="{B8F5FF67-B73C-47CE-893B-CC1C9D0E9E53}" presName="parentText" presStyleLbl="node1" presStyleIdx="0" presStyleCnt="3" custScaleX="68776">
        <dgm:presLayoutVars>
          <dgm:chMax val="1"/>
          <dgm:bulletEnabled val="1"/>
        </dgm:presLayoutVars>
      </dgm:prSet>
      <dgm:spPr/>
    </dgm:pt>
    <dgm:pt modelId="{53E18A27-A64F-47C3-8221-EBF1A189EBD8}" type="pres">
      <dgm:prSet presAssocID="{B8F5FF67-B73C-47CE-893B-CC1C9D0E9E53}" presName="descendantText" presStyleLbl="alignAccFollowNode1" presStyleIdx="0" presStyleCnt="3" custScaleX="111876" custLinFactNeighborX="2238" custLinFactNeighborY="926">
        <dgm:presLayoutVars>
          <dgm:bulletEnabled val="1"/>
        </dgm:presLayoutVars>
      </dgm:prSet>
      <dgm:spPr/>
    </dgm:pt>
    <dgm:pt modelId="{DD0D0896-5E1C-47F7-B50A-EC799295F8DC}" type="pres">
      <dgm:prSet presAssocID="{592EE427-B21E-4B97-82FC-ECBDE1E67AC5}" presName="sp" presStyleCnt="0"/>
      <dgm:spPr/>
    </dgm:pt>
    <dgm:pt modelId="{E62F2669-4F4E-4D8E-B081-6F8DC61D1A2A}" type="pres">
      <dgm:prSet presAssocID="{87184DCC-8DE0-43CD-BB2C-47CEB815280B}" presName="linNode" presStyleCnt="0"/>
      <dgm:spPr/>
    </dgm:pt>
    <dgm:pt modelId="{0DCD5FF6-2D5F-4489-8F9A-F1EAD7B9A2B3}" type="pres">
      <dgm:prSet presAssocID="{87184DCC-8DE0-43CD-BB2C-47CEB815280B}" presName="parentText" presStyleLbl="node1" presStyleIdx="1" presStyleCnt="3" custScaleX="71653">
        <dgm:presLayoutVars>
          <dgm:chMax val="1"/>
          <dgm:bulletEnabled val="1"/>
        </dgm:presLayoutVars>
      </dgm:prSet>
      <dgm:spPr/>
    </dgm:pt>
    <dgm:pt modelId="{DB49E06A-85CC-419A-86FE-8D14C8A3E66E}" type="pres">
      <dgm:prSet presAssocID="{87184DCC-8DE0-43CD-BB2C-47CEB815280B}" presName="descendantText" presStyleLbl="alignAccFollowNode1" presStyleIdx="1" presStyleCnt="3" custScaleX="112170">
        <dgm:presLayoutVars>
          <dgm:bulletEnabled val="1"/>
        </dgm:presLayoutVars>
      </dgm:prSet>
      <dgm:spPr/>
    </dgm:pt>
    <dgm:pt modelId="{EC855F49-9359-42D2-B327-CA645A8362CE}" type="pres">
      <dgm:prSet presAssocID="{85BA8913-246B-4308-8A57-249781E1987E}" presName="sp" presStyleCnt="0"/>
      <dgm:spPr/>
    </dgm:pt>
    <dgm:pt modelId="{E7EE926E-B1C5-4056-902C-18E437E0A629}" type="pres">
      <dgm:prSet presAssocID="{987A0CBA-B433-420F-B706-4223E2B084BE}" presName="linNode" presStyleCnt="0"/>
      <dgm:spPr/>
    </dgm:pt>
    <dgm:pt modelId="{E9EADADA-1674-429C-8B97-85050F83211A}" type="pres">
      <dgm:prSet presAssocID="{987A0CBA-B433-420F-B706-4223E2B084BE}" presName="parentText" presStyleLbl="node1" presStyleIdx="2" presStyleCnt="3" custScaleX="72932">
        <dgm:presLayoutVars>
          <dgm:chMax val="1"/>
          <dgm:bulletEnabled val="1"/>
        </dgm:presLayoutVars>
      </dgm:prSet>
      <dgm:spPr/>
    </dgm:pt>
    <dgm:pt modelId="{268A0879-E087-4018-B9BD-3C991ED0F33F}" type="pres">
      <dgm:prSet presAssocID="{987A0CBA-B433-420F-B706-4223E2B084BE}" presName="descendantText" presStyleLbl="alignAccFollowNode1" presStyleIdx="2" presStyleCnt="3" custScaleX="113371">
        <dgm:presLayoutVars>
          <dgm:bulletEnabled val="1"/>
        </dgm:presLayoutVars>
      </dgm:prSet>
      <dgm:spPr/>
    </dgm:pt>
  </dgm:ptLst>
  <dgm:cxnLst>
    <dgm:cxn modelId="{63D63F05-BDB0-405F-81AF-DCD442B8FA04}" srcId="{97EC48D8-3C1D-4718-BAEA-92A855CD41EC}" destId="{87184DCC-8DE0-43CD-BB2C-47CEB815280B}" srcOrd="1" destOrd="0" parTransId="{31BBFB6B-82BA-41FB-80AA-9ACEC0677498}" sibTransId="{85BA8913-246B-4308-8A57-249781E1987E}"/>
    <dgm:cxn modelId="{78BEF905-2477-4AB0-BC9F-629CE8F408CB}" type="presOf" srcId="{87184DCC-8DE0-43CD-BB2C-47CEB815280B}" destId="{0DCD5FF6-2D5F-4489-8F9A-F1EAD7B9A2B3}" srcOrd="0" destOrd="0" presId="urn:microsoft.com/office/officeart/2005/8/layout/vList5"/>
    <dgm:cxn modelId="{0B0BCD09-1F84-495F-A686-209F66AC7DB6}" type="presOf" srcId="{720B0459-3099-47C9-A835-46BD1F67B789}" destId="{268A0879-E087-4018-B9BD-3C991ED0F33F}" srcOrd="0" destOrd="0" presId="urn:microsoft.com/office/officeart/2005/8/layout/vList5"/>
    <dgm:cxn modelId="{63A56712-CAC9-4810-ACFF-9C3F27AE5498}" type="presOf" srcId="{987A0CBA-B433-420F-B706-4223E2B084BE}" destId="{E9EADADA-1674-429C-8B97-85050F83211A}" srcOrd="0" destOrd="0" presId="urn:microsoft.com/office/officeart/2005/8/layout/vList5"/>
    <dgm:cxn modelId="{35931C1D-025F-41F4-B769-5DE57B0F78C1}" srcId="{987A0CBA-B433-420F-B706-4223E2B084BE}" destId="{1FD807C7-7862-40A4-B727-4837E62EE1E1}" srcOrd="1" destOrd="0" parTransId="{D0B60B5C-FD78-4FF4-8E74-4EBA50088347}" sibTransId="{347782B5-5600-4269-8870-5A539EFD100B}"/>
    <dgm:cxn modelId="{8AA90326-AE0A-49F7-BB85-737C1C6E9DC6}" srcId="{87184DCC-8DE0-43CD-BB2C-47CEB815280B}" destId="{628DC216-6C03-45D1-A1EE-06A90A7B5A68}" srcOrd="0" destOrd="0" parTransId="{AD188F1C-E649-4055-A180-C366BD7CC081}" sibTransId="{F6EB8D48-E0C8-4414-90F6-996B849A55BA}"/>
    <dgm:cxn modelId="{9C764635-A3E2-460D-83EC-337F451EF836}" srcId="{B8F5FF67-B73C-47CE-893B-CC1C9D0E9E53}" destId="{BFB71BF4-AC7C-4D27-9180-99315E4A58F1}" srcOrd="2" destOrd="0" parTransId="{E7836D12-AE57-45EF-91B4-3EDB2232C1CB}" sibTransId="{CCF38FB3-CB66-4AAE-B328-63916730D634}"/>
    <dgm:cxn modelId="{087CFA3A-D490-4163-99A9-EBB00BC10D8E}" type="presOf" srcId="{73955003-D572-4713-8E4D-DED2F80F0006}" destId="{DB49E06A-85CC-419A-86FE-8D14C8A3E66E}" srcOrd="0" destOrd="1" presId="urn:microsoft.com/office/officeart/2005/8/layout/vList5"/>
    <dgm:cxn modelId="{052A8B3F-5B56-4A94-91BB-D7AFB126DEEA}" srcId="{B8F5FF67-B73C-47CE-893B-CC1C9D0E9E53}" destId="{C80B39D3-AE6D-41F1-8976-40598FFDD24E}" srcOrd="1" destOrd="0" parTransId="{608D7F72-1525-4F9C-80D6-9E5B7AD1FBA5}" sibTransId="{929F2033-2FB2-4B87-BA98-682A4312F01F}"/>
    <dgm:cxn modelId="{CE859A6F-F031-480D-BEC5-FFF040CDF0D8}" srcId="{87184DCC-8DE0-43CD-BB2C-47CEB815280B}" destId="{C96F14CE-D272-41C6-B419-932F3CDF8BBC}" srcOrd="2" destOrd="0" parTransId="{2E951EDE-DE82-4E09-AA4D-4CAC5B701B6A}" sibTransId="{5D1B4F49-71D5-45C3-967F-24D2ADCAF4F1}"/>
    <dgm:cxn modelId="{BD2B5A75-9ABD-4AB6-AF89-D7A054A18243}" srcId="{B8F5FF67-B73C-47CE-893B-CC1C9D0E9E53}" destId="{CF03F764-ADED-484A-9EB2-447BF1FE55FF}" srcOrd="0" destOrd="0" parTransId="{500D61CF-B77B-4B3F-B951-FB7F630F9632}" sibTransId="{ECB739C2-3E59-4ADE-B812-1927E655B10D}"/>
    <dgm:cxn modelId="{AE986778-24EC-4D52-88A6-CD579926BBB4}" type="presOf" srcId="{C80B39D3-AE6D-41F1-8976-40598FFDD24E}" destId="{53E18A27-A64F-47C3-8221-EBF1A189EBD8}" srcOrd="0" destOrd="1" presId="urn:microsoft.com/office/officeart/2005/8/layout/vList5"/>
    <dgm:cxn modelId="{C9E9757B-1F7E-44B1-8018-A48ED916C245}" srcId="{97EC48D8-3C1D-4718-BAEA-92A855CD41EC}" destId="{987A0CBA-B433-420F-B706-4223E2B084BE}" srcOrd="2" destOrd="0" parTransId="{FAF97240-57D4-485E-819A-1C182469D4F5}" sibTransId="{000E3817-DF47-4D45-A8C8-A805FB13B26E}"/>
    <dgm:cxn modelId="{46C0A58B-D0E6-49AC-99F7-A12AAA283E5B}" type="presOf" srcId="{BFB71BF4-AC7C-4D27-9180-99315E4A58F1}" destId="{53E18A27-A64F-47C3-8221-EBF1A189EBD8}" srcOrd="0" destOrd="2" presId="urn:microsoft.com/office/officeart/2005/8/layout/vList5"/>
    <dgm:cxn modelId="{219662A9-66EE-47D4-BFCB-EBC832E0CEC8}" type="presOf" srcId="{C96F14CE-D272-41C6-B419-932F3CDF8BBC}" destId="{DB49E06A-85CC-419A-86FE-8D14C8A3E66E}" srcOrd="0" destOrd="2" presId="urn:microsoft.com/office/officeart/2005/8/layout/vList5"/>
    <dgm:cxn modelId="{3046E2A9-698C-4AAC-925D-CB308C19989C}" type="presOf" srcId="{628DC216-6C03-45D1-A1EE-06A90A7B5A68}" destId="{DB49E06A-85CC-419A-86FE-8D14C8A3E66E}" srcOrd="0" destOrd="0" presId="urn:microsoft.com/office/officeart/2005/8/layout/vList5"/>
    <dgm:cxn modelId="{05B1E7B5-B314-4470-B49A-9E848CE7A136}" type="presOf" srcId="{B8F5FF67-B73C-47CE-893B-CC1C9D0E9E53}" destId="{48430B75-8671-40BC-B64B-A4CD7D7C0E0B}" srcOrd="0" destOrd="0" presId="urn:microsoft.com/office/officeart/2005/8/layout/vList5"/>
    <dgm:cxn modelId="{34CDC1C0-890C-47FF-A96F-468E96D80CF1}" type="presOf" srcId="{1FD807C7-7862-40A4-B727-4837E62EE1E1}" destId="{268A0879-E087-4018-B9BD-3C991ED0F33F}" srcOrd="0" destOrd="1" presId="urn:microsoft.com/office/officeart/2005/8/layout/vList5"/>
    <dgm:cxn modelId="{CB5732CA-5120-472D-B6FC-EE4793C5C875}" type="presOf" srcId="{CF03F764-ADED-484A-9EB2-447BF1FE55FF}" destId="{53E18A27-A64F-47C3-8221-EBF1A189EBD8}" srcOrd="0" destOrd="0" presId="urn:microsoft.com/office/officeart/2005/8/layout/vList5"/>
    <dgm:cxn modelId="{C30779E5-42B1-430F-9C81-EF5F81504510}" srcId="{97EC48D8-3C1D-4718-BAEA-92A855CD41EC}" destId="{B8F5FF67-B73C-47CE-893B-CC1C9D0E9E53}" srcOrd="0" destOrd="0" parTransId="{2B8D5BDD-0061-49E0-BAE3-4A60974CC3C5}" sibTransId="{592EE427-B21E-4B97-82FC-ECBDE1E67AC5}"/>
    <dgm:cxn modelId="{09C9E5E8-AAFC-4995-88E5-CE88850D29D7}" srcId="{87184DCC-8DE0-43CD-BB2C-47CEB815280B}" destId="{73955003-D572-4713-8E4D-DED2F80F0006}" srcOrd="1" destOrd="0" parTransId="{A7822437-3B18-4352-9AF6-269743BF0745}" sibTransId="{20DFBE69-2B11-47C3-9DB7-BDE9E13ED746}"/>
    <dgm:cxn modelId="{AD22E2F3-0D29-402E-B1C1-F697DA5D75FA}" srcId="{987A0CBA-B433-420F-B706-4223E2B084BE}" destId="{720B0459-3099-47C9-A835-46BD1F67B789}" srcOrd="0" destOrd="0" parTransId="{99683A03-0055-4853-B041-FF3DBAF24ED7}" sibTransId="{E0FA3294-8F41-4F95-9556-D9BB1AF8858C}"/>
    <dgm:cxn modelId="{1315B2FF-3368-417D-9127-37A94CC87DC5}" type="presOf" srcId="{97EC48D8-3C1D-4718-BAEA-92A855CD41EC}" destId="{9D0C4688-100C-4B60-95BD-ECAC6EFB7098}" srcOrd="0" destOrd="0" presId="urn:microsoft.com/office/officeart/2005/8/layout/vList5"/>
    <dgm:cxn modelId="{3920A0B2-6F3C-44B9-96A0-0D3B0132BAE7}" type="presParOf" srcId="{9D0C4688-100C-4B60-95BD-ECAC6EFB7098}" destId="{F804E0E0-1474-42CD-96F9-A304433BA283}" srcOrd="0" destOrd="0" presId="urn:microsoft.com/office/officeart/2005/8/layout/vList5"/>
    <dgm:cxn modelId="{0D510BE0-5A83-4BCE-A183-3468446661C6}" type="presParOf" srcId="{F804E0E0-1474-42CD-96F9-A304433BA283}" destId="{48430B75-8671-40BC-B64B-A4CD7D7C0E0B}" srcOrd="0" destOrd="0" presId="urn:microsoft.com/office/officeart/2005/8/layout/vList5"/>
    <dgm:cxn modelId="{FBCF7FF5-FC62-4370-BFEF-23ECCA9E242D}" type="presParOf" srcId="{F804E0E0-1474-42CD-96F9-A304433BA283}" destId="{53E18A27-A64F-47C3-8221-EBF1A189EBD8}" srcOrd="1" destOrd="0" presId="urn:microsoft.com/office/officeart/2005/8/layout/vList5"/>
    <dgm:cxn modelId="{65C3A552-9BF0-4D26-90FB-9C34C494DD45}" type="presParOf" srcId="{9D0C4688-100C-4B60-95BD-ECAC6EFB7098}" destId="{DD0D0896-5E1C-47F7-B50A-EC799295F8DC}" srcOrd="1" destOrd="0" presId="urn:microsoft.com/office/officeart/2005/8/layout/vList5"/>
    <dgm:cxn modelId="{C1BC8254-5044-4C32-BB58-639589D0BAD9}" type="presParOf" srcId="{9D0C4688-100C-4B60-95BD-ECAC6EFB7098}" destId="{E62F2669-4F4E-4D8E-B081-6F8DC61D1A2A}" srcOrd="2" destOrd="0" presId="urn:microsoft.com/office/officeart/2005/8/layout/vList5"/>
    <dgm:cxn modelId="{9AC47995-CDBC-4701-A0C9-5F5D2BFE55F8}" type="presParOf" srcId="{E62F2669-4F4E-4D8E-B081-6F8DC61D1A2A}" destId="{0DCD5FF6-2D5F-4489-8F9A-F1EAD7B9A2B3}" srcOrd="0" destOrd="0" presId="urn:microsoft.com/office/officeart/2005/8/layout/vList5"/>
    <dgm:cxn modelId="{E1C15952-BBD8-44BB-94BD-9CDDE966C161}" type="presParOf" srcId="{E62F2669-4F4E-4D8E-B081-6F8DC61D1A2A}" destId="{DB49E06A-85CC-419A-86FE-8D14C8A3E66E}" srcOrd="1" destOrd="0" presId="urn:microsoft.com/office/officeart/2005/8/layout/vList5"/>
    <dgm:cxn modelId="{337F17DA-A6B2-4012-805C-8B6EDBB3568F}" type="presParOf" srcId="{9D0C4688-100C-4B60-95BD-ECAC6EFB7098}" destId="{EC855F49-9359-42D2-B327-CA645A8362CE}" srcOrd="3" destOrd="0" presId="urn:microsoft.com/office/officeart/2005/8/layout/vList5"/>
    <dgm:cxn modelId="{1D87C149-4278-4232-8DBC-1C904F4FC4BB}" type="presParOf" srcId="{9D0C4688-100C-4B60-95BD-ECAC6EFB7098}" destId="{E7EE926E-B1C5-4056-902C-18E437E0A629}" srcOrd="4" destOrd="0" presId="urn:microsoft.com/office/officeart/2005/8/layout/vList5"/>
    <dgm:cxn modelId="{FBF3E8B6-91E3-43B2-82C4-1A0A9425D816}" type="presParOf" srcId="{E7EE926E-B1C5-4056-902C-18E437E0A629}" destId="{E9EADADA-1674-429C-8B97-85050F83211A}" srcOrd="0" destOrd="0" presId="urn:microsoft.com/office/officeart/2005/8/layout/vList5"/>
    <dgm:cxn modelId="{ED974AE9-8721-4CFF-944E-59EAEFA1290E}" type="presParOf" srcId="{E7EE926E-B1C5-4056-902C-18E437E0A629}" destId="{268A0879-E087-4018-B9BD-3C991ED0F33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608EA9-BAD7-4695-A01F-E435A57B4918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061621E-03A9-4B41-AA10-2E7E154D38BE}">
      <dgm:prSet custT="1"/>
      <dgm:spPr/>
      <dgm:t>
        <a:bodyPr/>
        <a:lstStyle/>
        <a:p>
          <a:r>
            <a:rPr lang="en-US" sz="2000"/>
            <a:t>Definition:</a:t>
          </a:r>
        </a:p>
      </dgm:t>
    </dgm:pt>
    <dgm:pt modelId="{CC71C6E1-69F1-4EF5-9126-C6F067BBD28F}" type="parTrans" cxnId="{9306A7BF-E98A-437B-8E17-1D036571BD96}">
      <dgm:prSet/>
      <dgm:spPr/>
      <dgm:t>
        <a:bodyPr/>
        <a:lstStyle/>
        <a:p>
          <a:endParaRPr lang="en-US" sz="1600"/>
        </a:p>
      </dgm:t>
    </dgm:pt>
    <dgm:pt modelId="{3A719608-517B-4CA6-9BB5-9811F99B9246}" type="sibTrans" cxnId="{9306A7BF-E98A-437B-8E17-1D036571BD96}">
      <dgm:prSet/>
      <dgm:spPr/>
      <dgm:t>
        <a:bodyPr/>
        <a:lstStyle/>
        <a:p>
          <a:endParaRPr lang="en-US" sz="1600"/>
        </a:p>
      </dgm:t>
    </dgm:pt>
    <dgm:pt modelId="{EFB45B2F-3B4F-4EDA-9441-BB51450417DE}">
      <dgm:prSet custT="1"/>
      <dgm:spPr/>
      <dgm:t>
        <a:bodyPr/>
        <a:lstStyle/>
        <a:p>
          <a:r>
            <a:rPr lang="en-US" sz="2000"/>
            <a:t>Pandas includes basic plotting using Matplotlib internally.</a:t>
          </a:r>
        </a:p>
      </dgm:t>
    </dgm:pt>
    <dgm:pt modelId="{08B47C5C-47CD-4658-8BC5-E9EB1C8BBB3D}" type="parTrans" cxnId="{2D007F93-24A2-4FBC-A9A2-59FEE4BA2658}">
      <dgm:prSet/>
      <dgm:spPr/>
      <dgm:t>
        <a:bodyPr/>
        <a:lstStyle/>
        <a:p>
          <a:endParaRPr lang="en-US" sz="1600"/>
        </a:p>
      </dgm:t>
    </dgm:pt>
    <dgm:pt modelId="{6D787A4E-E050-4329-BB28-C4FF2A4C6741}" type="sibTrans" cxnId="{2D007F93-24A2-4FBC-A9A2-59FEE4BA2658}">
      <dgm:prSet/>
      <dgm:spPr/>
      <dgm:t>
        <a:bodyPr/>
        <a:lstStyle/>
        <a:p>
          <a:endParaRPr lang="en-US" sz="1600"/>
        </a:p>
      </dgm:t>
    </dgm:pt>
    <dgm:pt modelId="{09AC62E8-0FA7-443A-B2E8-0F12240A084D}">
      <dgm:prSet custT="1"/>
      <dgm:spPr/>
      <dgm:t>
        <a:bodyPr/>
        <a:lstStyle/>
        <a:p>
          <a:r>
            <a:rPr lang="en-US" sz="2000"/>
            <a:t>Examples:</a:t>
          </a:r>
        </a:p>
      </dgm:t>
    </dgm:pt>
    <dgm:pt modelId="{8F61DB93-AAC7-4756-823F-AC8632E06448}" type="parTrans" cxnId="{0B8ECDA6-41F2-4453-A8DF-5E7F7D40D386}">
      <dgm:prSet/>
      <dgm:spPr/>
      <dgm:t>
        <a:bodyPr/>
        <a:lstStyle/>
        <a:p>
          <a:endParaRPr lang="en-US" sz="1600"/>
        </a:p>
      </dgm:t>
    </dgm:pt>
    <dgm:pt modelId="{E76EBACD-C337-4190-A286-964B6ADD95DD}" type="sibTrans" cxnId="{0B8ECDA6-41F2-4453-A8DF-5E7F7D40D386}">
      <dgm:prSet/>
      <dgm:spPr/>
      <dgm:t>
        <a:bodyPr/>
        <a:lstStyle/>
        <a:p>
          <a:endParaRPr lang="en-US" sz="1600"/>
        </a:p>
      </dgm:t>
    </dgm:pt>
    <dgm:pt modelId="{37470702-0FFA-4339-9FDF-AB5CA6F133AA}">
      <dgm:prSet custT="1"/>
      <dgm:spPr/>
      <dgm:t>
        <a:bodyPr/>
        <a:lstStyle/>
        <a:p>
          <a:r>
            <a:rPr lang="en-US" sz="2000" dirty="0" err="1"/>
            <a:t>df.plot</a:t>
          </a:r>
          <a:r>
            <a:rPr lang="en-US" sz="2000" dirty="0"/>
            <a:t>(kind=“line", x="Name", y="Marks")</a:t>
          </a:r>
        </a:p>
      </dgm:t>
    </dgm:pt>
    <dgm:pt modelId="{01B21D7C-3203-426A-B95F-DEC56FEDFD0F}" type="parTrans" cxnId="{892FF312-4547-418F-B718-F7D2D88CE9A2}">
      <dgm:prSet/>
      <dgm:spPr/>
      <dgm:t>
        <a:bodyPr/>
        <a:lstStyle/>
        <a:p>
          <a:endParaRPr lang="en-US" sz="1600"/>
        </a:p>
      </dgm:t>
    </dgm:pt>
    <dgm:pt modelId="{BD1C1437-D9FD-4FBE-87FE-49D010E8E049}" type="sibTrans" cxnId="{892FF312-4547-418F-B718-F7D2D88CE9A2}">
      <dgm:prSet/>
      <dgm:spPr/>
      <dgm:t>
        <a:bodyPr/>
        <a:lstStyle/>
        <a:p>
          <a:endParaRPr lang="en-US" sz="1600"/>
        </a:p>
      </dgm:t>
    </dgm:pt>
    <dgm:pt modelId="{1781A687-C3CA-4B72-8B8E-FE63DB02D3C3}">
      <dgm:prSet custT="1"/>
      <dgm:spPr/>
      <dgm:t>
        <a:bodyPr/>
        <a:lstStyle/>
        <a:p>
          <a:r>
            <a:rPr lang="en-US" sz="2000"/>
            <a:t>df.plot(kind="bar", x="Name", y="Marks")</a:t>
          </a:r>
        </a:p>
      </dgm:t>
    </dgm:pt>
    <dgm:pt modelId="{6DC57A05-4FD6-480B-A19A-2DE3207B8797}" type="parTrans" cxnId="{DF7F778C-D762-4EC2-853B-8F1138B007DB}">
      <dgm:prSet/>
      <dgm:spPr/>
      <dgm:t>
        <a:bodyPr/>
        <a:lstStyle/>
        <a:p>
          <a:endParaRPr lang="en-US" sz="1600"/>
        </a:p>
      </dgm:t>
    </dgm:pt>
    <dgm:pt modelId="{9BD8CF3E-910B-4845-8377-BC678735038A}" type="sibTrans" cxnId="{DF7F778C-D762-4EC2-853B-8F1138B007DB}">
      <dgm:prSet/>
      <dgm:spPr/>
      <dgm:t>
        <a:bodyPr/>
        <a:lstStyle/>
        <a:p>
          <a:endParaRPr lang="en-US" sz="1600"/>
        </a:p>
      </dgm:t>
    </dgm:pt>
    <dgm:pt modelId="{C8CA59A0-E33D-473B-AB5E-7EDBA314EB81}">
      <dgm:prSet custT="1"/>
      <dgm:spPr/>
      <dgm:t>
        <a:bodyPr/>
        <a:lstStyle/>
        <a:p>
          <a:r>
            <a:rPr lang="en-US" sz="2000"/>
            <a:t>Explanation:</a:t>
          </a:r>
        </a:p>
      </dgm:t>
    </dgm:pt>
    <dgm:pt modelId="{A9B8A6DF-2F56-4D65-85DB-862EDD6FA73E}" type="parTrans" cxnId="{C9F781F6-B67A-45E8-9EFF-9F2EC9A3EA46}">
      <dgm:prSet/>
      <dgm:spPr/>
      <dgm:t>
        <a:bodyPr/>
        <a:lstStyle/>
        <a:p>
          <a:endParaRPr lang="en-US" sz="1600"/>
        </a:p>
      </dgm:t>
    </dgm:pt>
    <dgm:pt modelId="{49AEF9CB-73B6-4AC8-9EBF-E2E833190A5B}" type="sibTrans" cxnId="{C9F781F6-B67A-45E8-9EFF-9F2EC9A3EA46}">
      <dgm:prSet/>
      <dgm:spPr/>
      <dgm:t>
        <a:bodyPr/>
        <a:lstStyle/>
        <a:p>
          <a:endParaRPr lang="en-US" sz="1600"/>
        </a:p>
      </dgm:t>
    </dgm:pt>
    <dgm:pt modelId="{712C410E-E5C0-42DA-8598-44CDBD8C951B}">
      <dgm:prSet custT="1"/>
      <dgm:spPr/>
      <dgm:t>
        <a:bodyPr/>
        <a:lstStyle/>
        <a:p>
          <a:r>
            <a:rPr lang="en-US" sz="2000"/>
            <a:t>Great for quick visualizations during analysis.</a:t>
          </a:r>
        </a:p>
      </dgm:t>
    </dgm:pt>
    <dgm:pt modelId="{BD49A7A1-9947-445E-81B8-30C4C2B32802}" type="parTrans" cxnId="{04138AD9-D23C-42AD-8514-C1EED9F73694}">
      <dgm:prSet/>
      <dgm:spPr/>
      <dgm:t>
        <a:bodyPr/>
        <a:lstStyle/>
        <a:p>
          <a:endParaRPr lang="en-US" sz="1600"/>
        </a:p>
      </dgm:t>
    </dgm:pt>
    <dgm:pt modelId="{255CF769-FB08-40DB-BB26-F23F3DBFF988}" type="sibTrans" cxnId="{04138AD9-D23C-42AD-8514-C1EED9F73694}">
      <dgm:prSet/>
      <dgm:spPr/>
      <dgm:t>
        <a:bodyPr/>
        <a:lstStyle/>
        <a:p>
          <a:endParaRPr lang="en-US" sz="1600"/>
        </a:p>
      </dgm:t>
    </dgm:pt>
    <dgm:pt modelId="{5201C02D-75BF-4254-856B-2371D5B20983}" type="pres">
      <dgm:prSet presAssocID="{81608EA9-BAD7-4695-A01F-E435A57B4918}" presName="linear" presStyleCnt="0">
        <dgm:presLayoutVars>
          <dgm:dir/>
          <dgm:animLvl val="lvl"/>
          <dgm:resizeHandles val="exact"/>
        </dgm:presLayoutVars>
      </dgm:prSet>
      <dgm:spPr/>
    </dgm:pt>
    <dgm:pt modelId="{A1DCB36B-F79E-4701-BBF3-D33488CBD669}" type="pres">
      <dgm:prSet presAssocID="{C061621E-03A9-4B41-AA10-2E7E154D38BE}" presName="parentLin" presStyleCnt="0"/>
      <dgm:spPr/>
    </dgm:pt>
    <dgm:pt modelId="{E1C18CF1-8808-42A0-A935-706A3CB32735}" type="pres">
      <dgm:prSet presAssocID="{C061621E-03A9-4B41-AA10-2E7E154D38BE}" presName="parentLeftMargin" presStyleLbl="node1" presStyleIdx="0" presStyleCnt="3"/>
      <dgm:spPr/>
    </dgm:pt>
    <dgm:pt modelId="{FCAB5562-F938-4FB8-A686-AA26739377BB}" type="pres">
      <dgm:prSet presAssocID="{C061621E-03A9-4B41-AA10-2E7E154D38B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4182CA-4FEA-4498-A718-97968142CDA6}" type="pres">
      <dgm:prSet presAssocID="{C061621E-03A9-4B41-AA10-2E7E154D38BE}" presName="negativeSpace" presStyleCnt="0"/>
      <dgm:spPr/>
    </dgm:pt>
    <dgm:pt modelId="{188E5C3C-7EF7-4A53-A00C-40096BEF2A57}" type="pres">
      <dgm:prSet presAssocID="{C061621E-03A9-4B41-AA10-2E7E154D38BE}" presName="childText" presStyleLbl="conFgAcc1" presStyleIdx="0" presStyleCnt="3">
        <dgm:presLayoutVars>
          <dgm:bulletEnabled val="1"/>
        </dgm:presLayoutVars>
      </dgm:prSet>
      <dgm:spPr/>
    </dgm:pt>
    <dgm:pt modelId="{13FB0E14-C6DB-4CE8-B741-AB50338F0A36}" type="pres">
      <dgm:prSet presAssocID="{3A719608-517B-4CA6-9BB5-9811F99B9246}" presName="spaceBetweenRectangles" presStyleCnt="0"/>
      <dgm:spPr/>
    </dgm:pt>
    <dgm:pt modelId="{E95F1465-FBD7-4883-A550-661684ECA737}" type="pres">
      <dgm:prSet presAssocID="{09AC62E8-0FA7-443A-B2E8-0F12240A084D}" presName="parentLin" presStyleCnt="0"/>
      <dgm:spPr/>
    </dgm:pt>
    <dgm:pt modelId="{EE30EA74-F67A-4136-B2C2-B0BCEC8BC22C}" type="pres">
      <dgm:prSet presAssocID="{09AC62E8-0FA7-443A-B2E8-0F12240A084D}" presName="parentLeftMargin" presStyleLbl="node1" presStyleIdx="0" presStyleCnt="3"/>
      <dgm:spPr/>
    </dgm:pt>
    <dgm:pt modelId="{0B2F1867-772B-4431-8E02-44690F7E4BBA}" type="pres">
      <dgm:prSet presAssocID="{09AC62E8-0FA7-443A-B2E8-0F12240A08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507CB17-BA47-4253-BCBE-D2F8AB3C5DA3}" type="pres">
      <dgm:prSet presAssocID="{09AC62E8-0FA7-443A-B2E8-0F12240A084D}" presName="negativeSpace" presStyleCnt="0"/>
      <dgm:spPr/>
    </dgm:pt>
    <dgm:pt modelId="{78CDCAB6-3994-4314-B4F1-5B21489EDAC7}" type="pres">
      <dgm:prSet presAssocID="{09AC62E8-0FA7-443A-B2E8-0F12240A084D}" presName="childText" presStyleLbl="conFgAcc1" presStyleIdx="1" presStyleCnt="3">
        <dgm:presLayoutVars>
          <dgm:bulletEnabled val="1"/>
        </dgm:presLayoutVars>
      </dgm:prSet>
      <dgm:spPr/>
    </dgm:pt>
    <dgm:pt modelId="{3BE4D68F-02BF-4F65-B58E-BF59F1392F98}" type="pres">
      <dgm:prSet presAssocID="{E76EBACD-C337-4190-A286-964B6ADD95DD}" presName="spaceBetweenRectangles" presStyleCnt="0"/>
      <dgm:spPr/>
    </dgm:pt>
    <dgm:pt modelId="{C64CD273-C4BB-4B25-B9B5-4AA7FB85053E}" type="pres">
      <dgm:prSet presAssocID="{C8CA59A0-E33D-473B-AB5E-7EDBA314EB81}" presName="parentLin" presStyleCnt="0"/>
      <dgm:spPr/>
    </dgm:pt>
    <dgm:pt modelId="{0C21C98F-AB58-4BDF-8EB6-FB812C1F0E68}" type="pres">
      <dgm:prSet presAssocID="{C8CA59A0-E33D-473B-AB5E-7EDBA314EB81}" presName="parentLeftMargin" presStyleLbl="node1" presStyleIdx="1" presStyleCnt="3"/>
      <dgm:spPr/>
    </dgm:pt>
    <dgm:pt modelId="{C6B6EA10-4D52-4BCA-9937-46A81528BD6A}" type="pres">
      <dgm:prSet presAssocID="{C8CA59A0-E33D-473B-AB5E-7EDBA314EB8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2989EE5-A732-4F83-9BAC-19931EA7AD1F}" type="pres">
      <dgm:prSet presAssocID="{C8CA59A0-E33D-473B-AB5E-7EDBA314EB81}" presName="negativeSpace" presStyleCnt="0"/>
      <dgm:spPr/>
    </dgm:pt>
    <dgm:pt modelId="{BA30B4F5-C447-4A46-9C9D-48523C375E11}" type="pres">
      <dgm:prSet presAssocID="{C8CA59A0-E33D-473B-AB5E-7EDBA314EB8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B758802-14DB-4BEF-A1B5-01B260B63671}" type="presOf" srcId="{EFB45B2F-3B4F-4EDA-9441-BB51450417DE}" destId="{188E5C3C-7EF7-4A53-A00C-40096BEF2A57}" srcOrd="0" destOrd="0" presId="urn:microsoft.com/office/officeart/2005/8/layout/list1"/>
    <dgm:cxn modelId="{1FC85606-C539-4579-BDD8-3711AC172038}" type="presOf" srcId="{1781A687-C3CA-4B72-8B8E-FE63DB02D3C3}" destId="{78CDCAB6-3994-4314-B4F1-5B21489EDAC7}" srcOrd="0" destOrd="1" presId="urn:microsoft.com/office/officeart/2005/8/layout/list1"/>
    <dgm:cxn modelId="{E624AB0D-6155-4D99-839F-A0EE70991ADB}" type="presOf" srcId="{C8CA59A0-E33D-473B-AB5E-7EDBA314EB81}" destId="{0C21C98F-AB58-4BDF-8EB6-FB812C1F0E68}" srcOrd="0" destOrd="0" presId="urn:microsoft.com/office/officeart/2005/8/layout/list1"/>
    <dgm:cxn modelId="{892FF312-4547-418F-B718-F7D2D88CE9A2}" srcId="{09AC62E8-0FA7-443A-B2E8-0F12240A084D}" destId="{37470702-0FFA-4339-9FDF-AB5CA6F133AA}" srcOrd="0" destOrd="0" parTransId="{01B21D7C-3203-426A-B95F-DEC56FEDFD0F}" sibTransId="{BD1C1437-D9FD-4FBE-87FE-49D010E8E049}"/>
    <dgm:cxn modelId="{DFC21C63-3B10-4844-BA4F-49BBD463BFC5}" type="presOf" srcId="{712C410E-E5C0-42DA-8598-44CDBD8C951B}" destId="{BA30B4F5-C447-4A46-9C9D-48523C375E11}" srcOrd="0" destOrd="0" presId="urn:microsoft.com/office/officeart/2005/8/layout/list1"/>
    <dgm:cxn modelId="{0655E376-E99B-43E0-A276-6A4FE4DB36B7}" type="presOf" srcId="{09AC62E8-0FA7-443A-B2E8-0F12240A084D}" destId="{EE30EA74-F67A-4136-B2C2-B0BCEC8BC22C}" srcOrd="0" destOrd="0" presId="urn:microsoft.com/office/officeart/2005/8/layout/list1"/>
    <dgm:cxn modelId="{8BFE967B-9E4C-4290-8D48-B6E2C0D78AA4}" type="presOf" srcId="{C061621E-03A9-4B41-AA10-2E7E154D38BE}" destId="{E1C18CF1-8808-42A0-A935-706A3CB32735}" srcOrd="0" destOrd="0" presId="urn:microsoft.com/office/officeart/2005/8/layout/list1"/>
    <dgm:cxn modelId="{E8B6B185-730B-475D-B2C8-85480BAB8138}" type="presOf" srcId="{C061621E-03A9-4B41-AA10-2E7E154D38BE}" destId="{FCAB5562-F938-4FB8-A686-AA26739377BB}" srcOrd="1" destOrd="0" presId="urn:microsoft.com/office/officeart/2005/8/layout/list1"/>
    <dgm:cxn modelId="{DF7F778C-D762-4EC2-853B-8F1138B007DB}" srcId="{09AC62E8-0FA7-443A-B2E8-0F12240A084D}" destId="{1781A687-C3CA-4B72-8B8E-FE63DB02D3C3}" srcOrd="1" destOrd="0" parTransId="{6DC57A05-4FD6-480B-A19A-2DE3207B8797}" sibTransId="{9BD8CF3E-910B-4845-8377-BC678735038A}"/>
    <dgm:cxn modelId="{C0A5DB91-CA31-4CAF-AFBE-D225BA669A1C}" type="presOf" srcId="{81608EA9-BAD7-4695-A01F-E435A57B4918}" destId="{5201C02D-75BF-4254-856B-2371D5B20983}" srcOrd="0" destOrd="0" presId="urn:microsoft.com/office/officeart/2005/8/layout/list1"/>
    <dgm:cxn modelId="{2D007F93-24A2-4FBC-A9A2-59FEE4BA2658}" srcId="{C061621E-03A9-4B41-AA10-2E7E154D38BE}" destId="{EFB45B2F-3B4F-4EDA-9441-BB51450417DE}" srcOrd="0" destOrd="0" parTransId="{08B47C5C-47CD-4658-8BC5-E9EB1C8BBB3D}" sibTransId="{6D787A4E-E050-4329-BB28-C4FF2A4C6741}"/>
    <dgm:cxn modelId="{0B8ECDA6-41F2-4453-A8DF-5E7F7D40D386}" srcId="{81608EA9-BAD7-4695-A01F-E435A57B4918}" destId="{09AC62E8-0FA7-443A-B2E8-0F12240A084D}" srcOrd="1" destOrd="0" parTransId="{8F61DB93-AAC7-4756-823F-AC8632E06448}" sibTransId="{E76EBACD-C337-4190-A286-964B6ADD95DD}"/>
    <dgm:cxn modelId="{B19317B6-AB87-4392-BDC6-DC068BBC2B15}" type="presOf" srcId="{09AC62E8-0FA7-443A-B2E8-0F12240A084D}" destId="{0B2F1867-772B-4431-8E02-44690F7E4BBA}" srcOrd="1" destOrd="0" presId="urn:microsoft.com/office/officeart/2005/8/layout/list1"/>
    <dgm:cxn modelId="{9306A7BF-E98A-437B-8E17-1D036571BD96}" srcId="{81608EA9-BAD7-4695-A01F-E435A57B4918}" destId="{C061621E-03A9-4B41-AA10-2E7E154D38BE}" srcOrd="0" destOrd="0" parTransId="{CC71C6E1-69F1-4EF5-9126-C6F067BBD28F}" sibTransId="{3A719608-517B-4CA6-9BB5-9811F99B9246}"/>
    <dgm:cxn modelId="{6E180ACE-B64D-483B-8FD3-94922120F7AE}" type="presOf" srcId="{C8CA59A0-E33D-473B-AB5E-7EDBA314EB81}" destId="{C6B6EA10-4D52-4BCA-9937-46A81528BD6A}" srcOrd="1" destOrd="0" presId="urn:microsoft.com/office/officeart/2005/8/layout/list1"/>
    <dgm:cxn modelId="{B7E73ED2-D4B4-4712-A2A7-328F16DF32F7}" type="presOf" srcId="{37470702-0FFA-4339-9FDF-AB5CA6F133AA}" destId="{78CDCAB6-3994-4314-B4F1-5B21489EDAC7}" srcOrd="0" destOrd="0" presId="urn:microsoft.com/office/officeart/2005/8/layout/list1"/>
    <dgm:cxn modelId="{04138AD9-D23C-42AD-8514-C1EED9F73694}" srcId="{C8CA59A0-E33D-473B-AB5E-7EDBA314EB81}" destId="{712C410E-E5C0-42DA-8598-44CDBD8C951B}" srcOrd="0" destOrd="0" parTransId="{BD49A7A1-9947-445E-81B8-30C4C2B32802}" sibTransId="{255CF769-FB08-40DB-BB26-F23F3DBFF988}"/>
    <dgm:cxn modelId="{C9F781F6-B67A-45E8-9EFF-9F2EC9A3EA46}" srcId="{81608EA9-BAD7-4695-A01F-E435A57B4918}" destId="{C8CA59A0-E33D-473B-AB5E-7EDBA314EB81}" srcOrd="2" destOrd="0" parTransId="{A9B8A6DF-2F56-4D65-85DB-862EDD6FA73E}" sibTransId="{49AEF9CB-73B6-4AC8-9EBF-E2E833190A5B}"/>
    <dgm:cxn modelId="{B29A074D-1E3C-4405-8B17-CBF6DADA0056}" type="presParOf" srcId="{5201C02D-75BF-4254-856B-2371D5B20983}" destId="{A1DCB36B-F79E-4701-BBF3-D33488CBD669}" srcOrd="0" destOrd="0" presId="urn:microsoft.com/office/officeart/2005/8/layout/list1"/>
    <dgm:cxn modelId="{F6DDCC7C-94E9-49BD-97F7-679B59FC487C}" type="presParOf" srcId="{A1DCB36B-F79E-4701-BBF3-D33488CBD669}" destId="{E1C18CF1-8808-42A0-A935-706A3CB32735}" srcOrd="0" destOrd="0" presId="urn:microsoft.com/office/officeart/2005/8/layout/list1"/>
    <dgm:cxn modelId="{67C206BE-A0B7-45D6-AFA0-6719EA2D3A02}" type="presParOf" srcId="{A1DCB36B-F79E-4701-BBF3-D33488CBD669}" destId="{FCAB5562-F938-4FB8-A686-AA26739377BB}" srcOrd="1" destOrd="0" presId="urn:microsoft.com/office/officeart/2005/8/layout/list1"/>
    <dgm:cxn modelId="{C159BDAD-D258-49C6-A0B4-4D2404813B85}" type="presParOf" srcId="{5201C02D-75BF-4254-856B-2371D5B20983}" destId="{844182CA-4FEA-4498-A718-97968142CDA6}" srcOrd="1" destOrd="0" presId="urn:microsoft.com/office/officeart/2005/8/layout/list1"/>
    <dgm:cxn modelId="{AC64FA22-D578-4CE1-9208-3264223B47A4}" type="presParOf" srcId="{5201C02D-75BF-4254-856B-2371D5B20983}" destId="{188E5C3C-7EF7-4A53-A00C-40096BEF2A57}" srcOrd="2" destOrd="0" presId="urn:microsoft.com/office/officeart/2005/8/layout/list1"/>
    <dgm:cxn modelId="{94D6BE88-FD40-420E-8A75-8E1AFC799444}" type="presParOf" srcId="{5201C02D-75BF-4254-856B-2371D5B20983}" destId="{13FB0E14-C6DB-4CE8-B741-AB50338F0A36}" srcOrd="3" destOrd="0" presId="urn:microsoft.com/office/officeart/2005/8/layout/list1"/>
    <dgm:cxn modelId="{2A8AD61D-D950-4DD5-BD9D-5421B5D1687C}" type="presParOf" srcId="{5201C02D-75BF-4254-856B-2371D5B20983}" destId="{E95F1465-FBD7-4883-A550-661684ECA737}" srcOrd="4" destOrd="0" presId="urn:microsoft.com/office/officeart/2005/8/layout/list1"/>
    <dgm:cxn modelId="{1433D778-4AD5-4EBC-8D5D-801CFB491DEC}" type="presParOf" srcId="{E95F1465-FBD7-4883-A550-661684ECA737}" destId="{EE30EA74-F67A-4136-B2C2-B0BCEC8BC22C}" srcOrd="0" destOrd="0" presId="urn:microsoft.com/office/officeart/2005/8/layout/list1"/>
    <dgm:cxn modelId="{7058EA92-F870-4606-9A9D-EA0B016C965E}" type="presParOf" srcId="{E95F1465-FBD7-4883-A550-661684ECA737}" destId="{0B2F1867-772B-4431-8E02-44690F7E4BBA}" srcOrd="1" destOrd="0" presId="urn:microsoft.com/office/officeart/2005/8/layout/list1"/>
    <dgm:cxn modelId="{1076352F-C901-4247-AFCD-02882CCDF037}" type="presParOf" srcId="{5201C02D-75BF-4254-856B-2371D5B20983}" destId="{A507CB17-BA47-4253-BCBE-D2F8AB3C5DA3}" srcOrd="5" destOrd="0" presId="urn:microsoft.com/office/officeart/2005/8/layout/list1"/>
    <dgm:cxn modelId="{D8ACCA4B-BBDC-4ECA-9C75-CC8E0A56D884}" type="presParOf" srcId="{5201C02D-75BF-4254-856B-2371D5B20983}" destId="{78CDCAB6-3994-4314-B4F1-5B21489EDAC7}" srcOrd="6" destOrd="0" presId="urn:microsoft.com/office/officeart/2005/8/layout/list1"/>
    <dgm:cxn modelId="{32640D93-FF81-4513-B3BA-997D5A7E7411}" type="presParOf" srcId="{5201C02D-75BF-4254-856B-2371D5B20983}" destId="{3BE4D68F-02BF-4F65-B58E-BF59F1392F98}" srcOrd="7" destOrd="0" presId="urn:microsoft.com/office/officeart/2005/8/layout/list1"/>
    <dgm:cxn modelId="{95F71694-BFFA-482A-9151-C5E5DDE80197}" type="presParOf" srcId="{5201C02D-75BF-4254-856B-2371D5B20983}" destId="{C64CD273-C4BB-4B25-B9B5-4AA7FB85053E}" srcOrd="8" destOrd="0" presId="urn:microsoft.com/office/officeart/2005/8/layout/list1"/>
    <dgm:cxn modelId="{C24D0092-9EAC-42A6-AE7E-E983732D897B}" type="presParOf" srcId="{C64CD273-C4BB-4B25-B9B5-4AA7FB85053E}" destId="{0C21C98F-AB58-4BDF-8EB6-FB812C1F0E68}" srcOrd="0" destOrd="0" presId="urn:microsoft.com/office/officeart/2005/8/layout/list1"/>
    <dgm:cxn modelId="{9D876A2E-AAF8-43B2-B261-D527827FC952}" type="presParOf" srcId="{C64CD273-C4BB-4B25-B9B5-4AA7FB85053E}" destId="{C6B6EA10-4D52-4BCA-9937-46A81528BD6A}" srcOrd="1" destOrd="0" presId="urn:microsoft.com/office/officeart/2005/8/layout/list1"/>
    <dgm:cxn modelId="{917E32A1-53F2-411F-896B-335C0D6134B4}" type="presParOf" srcId="{5201C02D-75BF-4254-856B-2371D5B20983}" destId="{E2989EE5-A732-4F83-9BAC-19931EA7AD1F}" srcOrd="9" destOrd="0" presId="urn:microsoft.com/office/officeart/2005/8/layout/list1"/>
    <dgm:cxn modelId="{FFBD5DF6-13FE-44F6-AF2E-6FA50027456B}" type="presParOf" srcId="{5201C02D-75BF-4254-856B-2371D5B20983}" destId="{BA30B4F5-C447-4A46-9C9D-48523C375E1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FF6D71-4BF1-492B-AC8F-7D93EF86605B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5F5BC26-4598-450C-AC26-34D72A4B449E}">
      <dgm:prSet/>
      <dgm:spPr/>
      <dgm:t>
        <a:bodyPr/>
        <a:lstStyle/>
        <a:p>
          <a:r>
            <a:rPr lang="en-US"/>
            <a:t>Definition:</a:t>
          </a:r>
        </a:p>
      </dgm:t>
    </dgm:pt>
    <dgm:pt modelId="{0BD554E7-D016-4620-ADEF-A18B24934E0E}" type="parTrans" cxnId="{A9A3027C-D1BD-4F41-A977-7F2DB1D70237}">
      <dgm:prSet/>
      <dgm:spPr/>
      <dgm:t>
        <a:bodyPr/>
        <a:lstStyle/>
        <a:p>
          <a:endParaRPr lang="en-US"/>
        </a:p>
      </dgm:t>
    </dgm:pt>
    <dgm:pt modelId="{86B20B40-5E07-4F9F-9158-10042EB15E68}" type="sibTrans" cxnId="{A9A3027C-D1BD-4F41-A977-7F2DB1D70237}">
      <dgm:prSet/>
      <dgm:spPr/>
      <dgm:t>
        <a:bodyPr/>
        <a:lstStyle/>
        <a:p>
          <a:endParaRPr lang="en-US"/>
        </a:p>
      </dgm:t>
    </dgm:pt>
    <dgm:pt modelId="{0C4CCEB2-FB59-4062-BF5B-A79EDDD4BFA9}">
      <dgm:prSet/>
      <dgm:spPr/>
      <dgm:t>
        <a:bodyPr/>
        <a:lstStyle/>
        <a:p>
          <a:pPr>
            <a:buNone/>
          </a:pPr>
          <a:r>
            <a:rPr lang="en-US" dirty="0"/>
            <a:t>Matplotlib is a Python library for creating static graphs.</a:t>
          </a:r>
        </a:p>
      </dgm:t>
    </dgm:pt>
    <dgm:pt modelId="{859B256B-447D-4E3A-B565-3331031FB778}" type="parTrans" cxnId="{6328FE55-B367-4B63-A385-334A27E628BD}">
      <dgm:prSet/>
      <dgm:spPr/>
      <dgm:t>
        <a:bodyPr/>
        <a:lstStyle/>
        <a:p>
          <a:endParaRPr lang="en-US"/>
        </a:p>
      </dgm:t>
    </dgm:pt>
    <dgm:pt modelId="{09693B86-345C-4C22-BBB7-398B60416284}" type="sibTrans" cxnId="{6328FE55-B367-4B63-A385-334A27E628BD}">
      <dgm:prSet/>
      <dgm:spPr/>
      <dgm:t>
        <a:bodyPr/>
        <a:lstStyle/>
        <a:p>
          <a:endParaRPr lang="en-US"/>
        </a:p>
      </dgm:t>
    </dgm:pt>
    <dgm:pt modelId="{9FC1433E-A2BB-4440-9A16-FA50CC45E796}">
      <dgm:prSet/>
      <dgm:spPr/>
      <dgm:t>
        <a:bodyPr/>
        <a:lstStyle/>
        <a:p>
          <a:r>
            <a:rPr lang="en-US"/>
            <a:t>Examples:</a:t>
          </a:r>
        </a:p>
      </dgm:t>
    </dgm:pt>
    <dgm:pt modelId="{291AA743-3BC4-4E47-A61A-176C6ED5B1C1}" type="parTrans" cxnId="{CAEC4C82-DB01-43BE-BCCC-1E547DD1788E}">
      <dgm:prSet/>
      <dgm:spPr/>
      <dgm:t>
        <a:bodyPr/>
        <a:lstStyle/>
        <a:p>
          <a:endParaRPr lang="en-US"/>
        </a:p>
      </dgm:t>
    </dgm:pt>
    <dgm:pt modelId="{083282F0-D68D-4C1A-862F-6368BA15B6D9}" type="sibTrans" cxnId="{CAEC4C82-DB01-43BE-BCCC-1E547DD1788E}">
      <dgm:prSet/>
      <dgm:spPr/>
      <dgm:t>
        <a:bodyPr/>
        <a:lstStyle/>
        <a:p>
          <a:endParaRPr lang="en-US"/>
        </a:p>
      </dgm:t>
    </dgm:pt>
    <dgm:pt modelId="{0F622CAD-F2CE-4AAB-8AEF-73D52A144F24}">
      <dgm:prSet/>
      <dgm:spPr/>
      <dgm:t>
        <a:bodyPr/>
        <a:lstStyle/>
        <a:p>
          <a:pPr>
            <a:buNone/>
          </a:pPr>
          <a:r>
            <a:rPr lang="en-US" b="0" dirty="0"/>
            <a:t>import </a:t>
          </a:r>
          <a:r>
            <a:rPr lang="en-US" b="0" dirty="0" err="1"/>
            <a:t>matplotlib.pyplot</a:t>
          </a:r>
          <a:r>
            <a:rPr lang="en-US" b="0" dirty="0"/>
            <a:t> as </a:t>
          </a:r>
          <a:r>
            <a:rPr lang="en-US" b="0" dirty="0" err="1"/>
            <a:t>plt</a:t>
          </a:r>
          <a:endParaRPr lang="en-US" dirty="0"/>
        </a:p>
      </dgm:t>
    </dgm:pt>
    <dgm:pt modelId="{EFE282BD-C6E7-4450-8A1E-42C01B08962E}" type="parTrans" cxnId="{C88B9C33-59C9-4B42-BCDE-492B1C252652}">
      <dgm:prSet/>
      <dgm:spPr/>
      <dgm:t>
        <a:bodyPr/>
        <a:lstStyle/>
        <a:p>
          <a:endParaRPr lang="en-US"/>
        </a:p>
      </dgm:t>
    </dgm:pt>
    <dgm:pt modelId="{ACED8DB4-6CC3-4A68-B749-D9A45C65DFBB}" type="sibTrans" cxnId="{C88B9C33-59C9-4B42-BCDE-492B1C252652}">
      <dgm:prSet/>
      <dgm:spPr/>
      <dgm:t>
        <a:bodyPr/>
        <a:lstStyle/>
        <a:p>
          <a:endParaRPr lang="en-US"/>
        </a:p>
      </dgm:t>
    </dgm:pt>
    <dgm:pt modelId="{8CC9DE4F-A2C7-4BA7-94BF-4A34C8E368CF}">
      <dgm:prSet/>
      <dgm:spPr/>
      <dgm:t>
        <a:bodyPr/>
        <a:lstStyle/>
        <a:p>
          <a:pPr>
            <a:buNone/>
          </a:pPr>
          <a:r>
            <a:rPr lang="en-US" dirty="0" err="1"/>
            <a:t>plt.bar</a:t>
          </a:r>
          <a:r>
            <a:rPr lang="en-US" dirty="0"/>
            <a:t>(</a:t>
          </a:r>
          <a:r>
            <a:rPr lang="en-US" dirty="0" err="1"/>
            <a:t>df</a:t>
          </a:r>
          <a:r>
            <a:rPr lang="en-US" dirty="0"/>
            <a:t>["Name"], </a:t>
          </a:r>
          <a:r>
            <a:rPr lang="en-US" dirty="0" err="1"/>
            <a:t>df</a:t>
          </a:r>
          <a:r>
            <a:rPr lang="en-US" dirty="0"/>
            <a:t>["Marks"])</a:t>
          </a:r>
        </a:p>
      </dgm:t>
    </dgm:pt>
    <dgm:pt modelId="{7C3CDE7D-4B5F-415E-BC3B-430445BDBFBB}" type="parTrans" cxnId="{8A472493-C39D-455F-8244-0136D136B1E7}">
      <dgm:prSet/>
      <dgm:spPr/>
      <dgm:t>
        <a:bodyPr/>
        <a:lstStyle/>
        <a:p>
          <a:endParaRPr lang="en-US"/>
        </a:p>
      </dgm:t>
    </dgm:pt>
    <dgm:pt modelId="{1D025687-F1F9-431B-915C-8D3412877B4D}" type="sibTrans" cxnId="{8A472493-C39D-455F-8244-0136D136B1E7}">
      <dgm:prSet/>
      <dgm:spPr/>
      <dgm:t>
        <a:bodyPr/>
        <a:lstStyle/>
        <a:p>
          <a:endParaRPr lang="en-US"/>
        </a:p>
      </dgm:t>
    </dgm:pt>
    <dgm:pt modelId="{66762BAC-AECF-414C-8EC5-450336C6EC69}">
      <dgm:prSet/>
      <dgm:spPr/>
      <dgm:t>
        <a:bodyPr/>
        <a:lstStyle/>
        <a:p>
          <a:pPr>
            <a:buNone/>
          </a:pPr>
          <a:r>
            <a:rPr lang="en-US" dirty="0" err="1"/>
            <a:t>plt.scatter</a:t>
          </a:r>
          <a:r>
            <a:rPr lang="en-US" dirty="0"/>
            <a:t>(</a:t>
          </a:r>
          <a:r>
            <a:rPr lang="en-US" dirty="0" err="1"/>
            <a:t>df</a:t>
          </a:r>
          <a:r>
            <a:rPr lang="en-US" dirty="0"/>
            <a:t>["Hours"], </a:t>
          </a:r>
          <a:r>
            <a:rPr lang="en-US" dirty="0" err="1"/>
            <a:t>df</a:t>
          </a:r>
          <a:r>
            <a:rPr lang="en-US" dirty="0"/>
            <a:t>["Marks"])</a:t>
          </a:r>
        </a:p>
      </dgm:t>
    </dgm:pt>
    <dgm:pt modelId="{D1C22E92-7CCF-4A62-9A7A-5F1980D3B53B}" type="parTrans" cxnId="{AD89F086-081A-45EB-A43B-97CFFD276206}">
      <dgm:prSet/>
      <dgm:spPr/>
      <dgm:t>
        <a:bodyPr/>
        <a:lstStyle/>
        <a:p>
          <a:endParaRPr lang="en-US"/>
        </a:p>
      </dgm:t>
    </dgm:pt>
    <dgm:pt modelId="{4865CD01-EF59-460A-979C-211BB67B50F5}" type="sibTrans" cxnId="{AD89F086-081A-45EB-A43B-97CFFD276206}">
      <dgm:prSet/>
      <dgm:spPr/>
      <dgm:t>
        <a:bodyPr/>
        <a:lstStyle/>
        <a:p>
          <a:endParaRPr lang="en-US"/>
        </a:p>
      </dgm:t>
    </dgm:pt>
    <dgm:pt modelId="{3D7C929A-9FDD-449A-AE9E-8CEC6B3D0F6E}">
      <dgm:prSet/>
      <dgm:spPr/>
      <dgm:t>
        <a:bodyPr/>
        <a:lstStyle/>
        <a:p>
          <a:r>
            <a:rPr lang="en-US"/>
            <a:t>Explanation:</a:t>
          </a:r>
        </a:p>
      </dgm:t>
    </dgm:pt>
    <dgm:pt modelId="{4E44CA53-BF97-4641-9D4F-295E9ECEA058}" type="parTrans" cxnId="{D066BDB8-3B36-41F7-82F3-A6276F31E8E2}">
      <dgm:prSet/>
      <dgm:spPr/>
      <dgm:t>
        <a:bodyPr/>
        <a:lstStyle/>
        <a:p>
          <a:endParaRPr lang="en-US"/>
        </a:p>
      </dgm:t>
    </dgm:pt>
    <dgm:pt modelId="{3E2509E5-0285-4008-9F93-D116AB99287F}" type="sibTrans" cxnId="{D066BDB8-3B36-41F7-82F3-A6276F31E8E2}">
      <dgm:prSet/>
      <dgm:spPr/>
      <dgm:t>
        <a:bodyPr/>
        <a:lstStyle/>
        <a:p>
          <a:endParaRPr lang="en-US"/>
        </a:p>
      </dgm:t>
    </dgm:pt>
    <dgm:pt modelId="{80912E11-A63B-40C3-A010-6EB25BFE087C}">
      <dgm:prSet/>
      <dgm:spPr/>
      <dgm:t>
        <a:bodyPr/>
        <a:lstStyle/>
        <a:p>
          <a:pPr>
            <a:buNone/>
          </a:pPr>
          <a:r>
            <a:rPr lang="en-US" dirty="0"/>
            <a:t>Matplotlib gives full control over color, style, labels, and layout — making it essential for custom visualizations.</a:t>
          </a:r>
        </a:p>
      </dgm:t>
    </dgm:pt>
    <dgm:pt modelId="{5747C5DC-DFE6-427B-8234-EB7282B45D7A}" type="parTrans" cxnId="{2D64F19D-9777-41BD-BF2B-B03FB9848F83}">
      <dgm:prSet/>
      <dgm:spPr/>
      <dgm:t>
        <a:bodyPr/>
        <a:lstStyle/>
        <a:p>
          <a:endParaRPr lang="en-US"/>
        </a:p>
      </dgm:t>
    </dgm:pt>
    <dgm:pt modelId="{D1BF6D7F-317A-4081-921D-0EEF6E204CD3}" type="sibTrans" cxnId="{2D64F19D-9777-41BD-BF2B-B03FB9848F83}">
      <dgm:prSet/>
      <dgm:spPr/>
      <dgm:t>
        <a:bodyPr/>
        <a:lstStyle/>
        <a:p>
          <a:endParaRPr lang="en-US"/>
        </a:p>
      </dgm:t>
    </dgm:pt>
    <dgm:pt modelId="{86FF7DDD-8443-40A4-97E0-6F2626CD4698}">
      <dgm:prSet/>
      <dgm:spPr/>
      <dgm:t>
        <a:bodyPr/>
        <a:lstStyle/>
        <a:p>
          <a:pPr>
            <a:buNone/>
          </a:pPr>
          <a:r>
            <a:rPr lang="en-US" dirty="0" err="1"/>
            <a:t>plt.plot</a:t>
          </a:r>
          <a:r>
            <a:rPr lang="en-US" dirty="0"/>
            <a:t>(</a:t>
          </a:r>
          <a:r>
            <a:rPr lang="en-US" dirty="0" err="1"/>
            <a:t>df</a:t>
          </a:r>
          <a:r>
            <a:rPr lang="en-US" dirty="0"/>
            <a:t>["Marks"])</a:t>
          </a:r>
        </a:p>
      </dgm:t>
    </dgm:pt>
    <dgm:pt modelId="{64F12ACD-8C5F-44DE-99C6-3703539790BE}" type="parTrans" cxnId="{0BE4F068-F33C-4912-A69D-EFA6F4EDC005}">
      <dgm:prSet/>
      <dgm:spPr/>
      <dgm:t>
        <a:bodyPr/>
        <a:lstStyle/>
        <a:p>
          <a:endParaRPr lang="en-GB"/>
        </a:p>
      </dgm:t>
    </dgm:pt>
    <dgm:pt modelId="{3DC9B548-33EF-4CC5-9DE4-DF25F027D705}" type="sibTrans" cxnId="{0BE4F068-F33C-4912-A69D-EFA6F4EDC005}">
      <dgm:prSet/>
      <dgm:spPr/>
      <dgm:t>
        <a:bodyPr/>
        <a:lstStyle/>
        <a:p>
          <a:endParaRPr lang="en-GB"/>
        </a:p>
      </dgm:t>
    </dgm:pt>
    <dgm:pt modelId="{7258750E-8AEE-4F6A-BDDD-55AACCA26323}" type="pres">
      <dgm:prSet presAssocID="{46FF6D71-4BF1-492B-AC8F-7D93EF86605B}" presName="Name0" presStyleCnt="0">
        <dgm:presLayoutVars>
          <dgm:dir/>
          <dgm:animLvl val="lvl"/>
          <dgm:resizeHandles val="exact"/>
        </dgm:presLayoutVars>
      </dgm:prSet>
      <dgm:spPr/>
    </dgm:pt>
    <dgm:pt modelId="{6C4CF6BA-50E3-4C66-8212-4AB137216937}" type="pres">
      <dgm:prSet presAssocID="{D5F5BC26-4598-450C-AC26-34D72A4B449E}" presName="linNode" presStyleCnt="0"/>
      <dgm:spPr/>
    </dgm:pt>
    <dgm:pt modelId="{EAC85D30-F88C-4268-83ED-7B011FF70022}" type="pres">
      <dgm:prSet presAssocID="{D5F5BC26-4598-450C-AC26-34D72A4B449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0486BAE5-2CB9-4840-8309-F67F1A7DD934}" type="pres">
      <dgm:prSet presAssocID="{D5F5BC26-4598-450C-AC26-34D72A4B449E}" presName="descendantText" presStyleLbl="alignAccFollowNode1" presStyleIdx="0" presStyleCnt="3">
        <dgm:presLayoutVars>
          <dgm:bulletEnabled val="1"/>
        </dgm:presLayoutVars>
      </dgm:prSet>
      <dgm:spPr/>
    </dgm:pt>
    <dgm:pt modelId="{B9EEF641-133E-4B9C-82A4-1DCF5AC1BE1F}" type="pres">
      <dgm:prSet presAssocID="{86B20B40-5E07-4F9F-9158-10042EB15E68}" presName="sp" presStyleCnt="0"/>
      <dgm:spPr/>
    </dgm:pt>
    <dgm:pt modelId="{9557FCB4-8C5A-488F-9949-7A146CD77E3C}" type="pres">
      <dgm:prSet presAssocID="{9FC1433E-A2BB-4440-9A16-FA50CC45E796}" presName="linNode" presStyleCnt="0"/>
      <dgm:spPr/>
    </dgm:pt>
    <dgm:pt modelId="{D1E1ADD0-C593-448A-B97F-F7E4652AA045}" type="pres">
      <dgm:prSet presAssocID="{9FC1433E-A2BB-4440-9A16-FA50CC45E79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DFF9279-685D-47C1-AA5F-C0417986A7D2}" type="pres">
      <dgm:prSet presAssocID="{9FC1433E-A2BB-4440-9A16-FA50CC45E796}" presName="descendantText" presStyleLbl="alignAccFollowNode1" presStyleIdx="1" presStyleCnt="3">
        <dgm:presLayoutVars>
          <dgm:bulletEnabled val="1"/>
        </dgm:presLayoutVars>
      </dgm:prSet>
      <dgm:spPr/>
    </dgm:pt>
    <dgm:pt modelId="{309CD1DE-8A7C-404A-86F4-0D1348169FA4}" type="pres">
      <dgm:prSet presAssocID="{083282F0-D68D-4C1A-862F-6368BA15B6D9}" presName="sp" presStyleCnt="0"/>
      <dgm:spPr/>
    </dgm:pt>
    <dgm:pt modelId="{8BEF08FA-7D86-4B16-AB0C-DE4406B8B642}" type="pres">
      <dgm:prSet presAssocID="{3D7C929A-9FDD-449A-AE9E-8CEC6B3D0F6E}" presName="linNode" presStyleCnt="0"/>
      <dgm:spPr/>
    </dgm:pt>
    <dgm:pt modelId="{FB9D382D-C3B4-40B1-9BAB-A9E8CD6EB177}" type="pres">
      <dgm:prSet presAssocID="{3D7C929A-9FDD-449A-AE9E-8CEC6B3D0F6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56BFFFE-07D7-4287-982E-069C448F051E}" type="pres">
      <dgm:prSet presAssocID="{3D7C929A-9FDD-449A-AE9E-8CEC6B3D0F6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5D2D90A-0816-4BBA-87D2-FE667D96169B}" type="presOf" srcId="{66762BAC-AECF-414C-8EC5-450336C6EC69}" destId="{6DFF9279-685D-47C1-AA5F-C0417986A7D2}" srcOrd="0" destOrd="3" presId="urn:microsoft.com/office/officeart/2005/8/layout/vList5"/>
    <dgm:cxn modelId="{C88B9C33-59C9-4B42-BCDE-492B1C252652}" srcId="{9FC1433E-A2BB-4440-9A16-FA50CC45E796}" destId="{0F622CAD-F2CE-4AAB-8AEF-73D52A144F24}" srcOrd="0" destOrd="0" parTransId="{EFE282BD-C6E7-4450-8A1E-42C01B08962E}" sibTransId="{ACED8DB4-6CC3-4A68-B749-D9A45C65DFBB}"/>
    <dgm:cxn modelId="{B7F53F63-F184-4131-8067-C9143D29B475}" type="presOf" srcId="{0C4CCEB2-FB59-4062-BF5B-A79EDDD4BFA9}" destId="{0486BAE5-2CB9-4840-8309-F67F1A7DD934}" srcOrd="0" destOrd="0" presId="urn:microsoft.com/office/officeart/2005/8/layout/vList5"/>
    <dgm:cxn modelId="{0BE4F068-F33C-4912-A69D-EFA6F4EDC005}" srcId="{9FC1433E-A2BB-4440-9A16-FA50CC45E796}" destId="{86FF7DDD-8443-40A4-97E0-6F2626CD4698}" srcOrd="1" destOrd="0" parTransId="{64F12ACD-8C5F-44DE-99C6-3703539790BE}" sibTransId="{3DC9B548-33EF-4CC5-9DE4-DF25F027D705}"/>
    <dgm:cxn modelId="{6328FE55-B367-4B63-A385-334A27E628BD}" srcId="{D5F5BC26-4598-450C-AC26-34D72A4B449E}" destId="{0C4CCEB2-FB59-4062-BF5B-A79EDDD4BFA9}" srcOrd="0" destOrd="0" parTransId="{859B256B-447D-4E3A-B565-3331031FB778}" sibTransId="{09693B86-345C-4C22-BBB7-398B60416284}"/>
    <dgm:cxn modelId="{8E2F4156-7B5D-420B-96DE-0F30D3FEBD4B}" type="presOf" srcId="{80912E11-A63B-40C3-A010-6EB25BFE087C}" destId="{056BFFFE-07D7-4287-982E-069C448F051E}" srcOrd="0" destOrd="0" presId="urn:microsoft.com/office/officeart/2005/8/layout/vList5"/>
    <dgm:cxn modelId="{A4B5D07A-9573-4283-93B2-F8017EC18918}" type="presOf" srcId="{3D7C929A-9FDD-449A-AE9E-8CEC6B3D0F6E}" destId="{FB9D382D-C3B4-40B1-9BAB-A9E8CD6EB177}" srcOrd="0" destOrd="0" presId="urn:microsoft.com/office/officeart/2005/8/layout/vList5"/>
    <dgm:cxn modelId="{A9A3027C-D1BD-4F41-A977-7F2DB1D70237}" srcId="{46FF6D71-4BF1-492B-AC8F-7D93EF86605B}" destId="{D5F5BC26-4598-450C-AC26-34D72A4B449E}" srcOrd="0" destOrd="0" parTransId="{0BD554E7-D016-4620-ADEF-A18B24934E0E}" sibTransId="{86B20B40-5E07-4F9F-9158-10042EB15E68}"/>
    <dgm:cxn modelId="{CAEC4C82-DB01-43BE-BCCC-1E547DD1788E}" srcId="{46FF6D71-4BF1-492B-AC8F-7D93EF86605B}" destId="{9FC1433E-A2BB-4440-9A16-FA50CC45E796}" srcOrd="1" destOrd="0" parTransId="{291AA743-3BC4-4E47-A61A-176C6ED5B1C1}" sibTransId="{083282F0-D68D-4C1A-862F-6368BA15B6D9}"/>
    <dgm:cxn modelId="{AD89F086-081A-45EB-A43B-97CFFD276206}" srcId="{9FC1433E-A2BB-4440-9A16-FA50CC45E796}" destId="{66762BAC-AECF-414C-8EC5-450336C6EC69}" srcOrd="3" destOrd="0" parTransId="{D1C22E92-7CCF-4A62-9A7A-5F1980D3B53B}" sibTransId="{4865CD01-EF59-460A-979C-211BB67B50F5}"/>
    <dgm:cxn modelId="{E1883C88-6C9B-4AE2-8A13-8EDA539C4984}" type="presOf" srcId="{46FF6D71-4BF1-492B-AC8F-7D93EF86605B}" destId="{7258750E-8AEE-4F6A-BDDD-55AACCA26323}" srcOrd="0" destOrd="0" presId="urn:microsoft.com/office/officeart/2005/8/layout/vList5"/>
    <dgm:cxn modelId="{8A472493-C39D-455F-8244-0136D136B1E7}" srcId="{9FC1433E-A2BB-4440-9A16-FA50CC45E796}" destId="{8CC9DE4F-A2C7-4BA7-94BF-4A34C8E368CF}" srcOrd="2" destOrd="0" parTransId="{7C3CDE7D-4B5F-415E-BC3B-430445BDBFBB}" sibTransId="{1D025687-F1F9-431B-915C-8D3412877B4D}"/>
    <dgm:cxn modelId="{2D64F19D-9777-41BD-BF2B-B03FB9848F83}" srcId="{3D7C929A-9FDD-449A-AE9E-8CEC6B3D0F6E}" destId="{80912E11-A63B-40C3-A010-6EB25BFE087C}" srcOrd="0" destOrd="0" parTransId="{5747C5DC-DFE6-427B-8234-EB7282B45D7A}" sibTransId="{D1BF6D7F-317A-4081-921D-0EEF6E204CD3}"/>
    <dgm:cxn modelId="{29BD76A3-D2CF-4239-A770-1FBAE647DB84}" type="presOf" srcId="{0F622CAD-F2CE-4AAB-8AEF-73D52A144F24}" destId="{6DFF9279-685D-47C1-AA5F-C0417986A7D2}" srcOrd="0" destOrd="0" presId="urn:microsoft.com/office/officeart/2005/8/layout/vList5"/>
    <dgm:cxn modelId="{74D694A3-8566-42A8-994F-8EBF6DA0C6E0}" type="presOf" srcId="{8CC9DE4F-A2C7-4BA7-94BF-4A34C8E368CF}" destId="{6DFF9279-685D-47C1-AA5F-C0417986A7D2}" srcOrd="0" destOrd="2" presId="urn:microsoft.com/office/officeart/2005/8/layout/vList5"/>
    <dgm:cxn modelId="{298C27AF-0B20-4981-A8EF-8E697305E333}" type="presOf" srcId="{9FC1433E-A2BB-4440-9A16-FA50CC45E796}" destId="{D1E1ADD0-C593-448A-B97F-F7E4652AA045}" srcOrd="0" destOrd="0" presId="urn:microsoft.com/office/officeart/2005/8/layout/vList5"/>
    <dgm:cxn modelId="{D066BDB8-3B36-41F7-82F3-A6276F31E8E2}" srcId="{46FF6D71-4BF1-492B-AC8F-7D93EF86605B}" destId="{3D7C929A-9FDD-449A-AE9E-8CEC6B3D0F6E}" srcOrd="2" destOrd="0" parTransId="{4E44CA53-BF97-4641-9D4F-295E9ECEA058}" sibTransId="{3E2509E5-0285-4008-9F93-D116AB99287F}"/>
    <dgm:cxn modelId="{9F2EF5BC-6134-4C89-A5C3-EE73BDCD7DB7}" type="presOf" srcId="{D5F5BC26-4598-450C-AC26-34D72A4B449E}" destId="{EAC85D30-F88C-4268-83ED-7B011FF70022}" srcOrd="0" destOrd="0" presId="urn:microsoft.com/office/officeart/2005/8/layout/vList5"/>
    <dgm:cxn modelId="{2DC624F9-E0BA-454A-928B-260DFA004418}" type="presOf" srcId="{86FF7DDD-8443-40A4-97E0-6F2626CD4698}" destId="{6DFF9279-685D-47C1-AA5F-C0417986A7D2}" srcOrd="0" destOrd="1" presId="urn:microsoft.com/office/officeart/2005/8/layout/vList5"/>
    <dgm:cxn modelId="{BC8BE4A1-1B01-42AA-A949-62FFF54FFE95}" type="presParOf" srcId="{7258750E-8AEE-4F6A-BDDD-55AACCA26323}" destId="{6C4CF6BA-50E3-4C66-8212-4AB137216937}" srcOrd="0" destOrd="0" presId="urn:microsoft.com/office/officeart/2005/8/layout/vList5"/>
    <dgm:cxn modelId="{F212A291-5A6B-4B1F-80BB-BCAF8ACBD789}" type="presParOf" srcId="{6C4CF6BA-50E3-4C66-8212-4AB137216937}" destId="{EAC85D30-F88C-4268-83ED-7B011FF70022}" srcOrd="0" destOrd="0" presId="urn:microsoft.com/office/officeart/2005/8/layout/vList5"/>
    <dgm:cxn modelId="{B73B4EAF-2BA7-409C-836A-08743B2A9FCA}" type="presParOf" srcId="{6C4CF6BA-50E3-4C66-8212-4AB137216937}" destId="{0486BAE5-2CB9-4840-8309-F67F1A7DD934}" srcOrd="1" destOrd="0" presId="urn:microsoft.com/office/officeart/2005/8/layout/vList5"/>
    <dgm:cxn modelId="{75E6512B-4A64-4A64-B67D-E9FE81F81280}" type="presParOf" srcId="{7258750E-8AEE-4F6A-BDDD-55AACCA26323}" destId="{B9EEF641-133E-4B9C-82A4-1DCF5AC1BE1F}" srcOrd="1" destOrd="0" presId="urn:microsoft.com/office/officeart/2005/8/layout/vList5"/>
    <dgm:cxn modelId="{459AD105-57E3-4162-8D5C-7CA029ED608B}" type="presParOf" srcId="{7258750E-8AEE-4F6A-BDDD-55AACCA26323}" destId="{9557FCB4-8C5A-488F-9949-7A146CD77E3C}" srcOrd="2" destOrd="0" presId="urn:microsoft.com/office/officeart/2005/8/layout/vList5"/>
    <dgm:cxn modelId="{09F95777-48F3-45D5-95C7-C604A9F558AB}" type="presParOf" srcId="{9557FCB4-8C5A-488F-9949-7A146CD77E3C}" destId="{D1E1ADD0-C593-448A-B97F-F7E4652AA045}" srcOrd="0" destOrd="0" presId="urn:microsoft.com/office/officeart/2005/8/layout/vList5"/>
    <dgm:cxn modelId="{F012F04D-9797-4CB3-8B9B-56E39E5267D0}" type="presParOf" srcId="{9557FCB4-8C5A-488F-9949-7A146CD77E3C}" destId="{6DFF9279-685D-47C1-AA5F-C0417986A7D2}" srcOrd="1" destOrd="0" presId="urn:microsoft.com/office/officeart/2005/8/layout/vList5"/>
    <dgm:cxn modelId="{C2CD55E2-1CE6-405B-BB89-44469B7618F5}" type="presParOf" srcId="{7258750E-8AEE-4F6A-BDDD-55AACCA26323}" destId="{309CD1DE-8A7C-404A-86F4-0D1348169FA4}" srcOrd="3" destOrd="0" presId="urn:microsoft.com/office/officeart/2005/8/layout/vList5"/>
    <dgm:cxn modelId="{E20EAE77-2488-4CEC-AC16-EA09D2159623}" type="presParOf" srcId="{7258750E-8AEE-4F6A-BDDD-55AACCA26323}" destId="{8BEF08FA-7D86-4B16-AB0C-DE4406B8B642}" srcOrd="4" destOrd="0" presId="urn:microsoft.com/office/officeart/2005/8/layout/vList5"/>
    <dgm:cxn modelId="{FBA9F0E6-7B11-40CF-924A-CB4EA6098B20}" type="presParOf" srcId="{8BEF08FA-7D86-4B16-AB0C-DE4406B8B642}" destId="{FB9D382D-C3B4-40B1-9BAB-A9E8CD6EB177}" srcOrd="0" destOrd="0" presId="urn:microsoft.com/office/officeart/2005/8/layout/vList5"/>
    <dgm:cxn modelId="{FAA0722E-DAC7-4E66-8D09-F9EE6F32F04A}" type="presParOf" srcId="{8BEF08FA-7D86-4B16-AB0C-DE4406B8B642}" destId="{056BFFFE-07D7-4287-982E-069C448F051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EDDACC-B1E8-47A9-929D-FCAF6692A414}" type="doc">
      <dgm:prSet loTypeId="urn:microsoft.com/office/officeart/2016/7/layout/VerticalSolidActionList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76E061B-03F0-4CEE-A3E3-B633BC3CD3A3}">
      <dgm:prSet custT="1"/>
      <dgm:spPr/>
      <dgm:t>
        <a:bodyPr/>
        <a:lstStyle/>
        <a:p>
          <a:r>
            <a:rPr lang="en-US" sz="2000" dirty="0"/>
            <a:t>Definition:</a:t>
          </a:r>
        </a:p>
      </dgm:t>
    </dgm:pt>
    <dgm:pt modelId="{90182A74-22B1-40EC-9D64-31F8DD0364AC}" type="parTrans" cxnId="{6ED81EBD-1ACA-41DB-A392-32517A2ABB9E}">
      <dgm:prSet/>
      <dgm:spPr/>
      <dgm:t>
        <a:bodyPr/>
        <a:lstStyle/>
        <a:p>
          <a:endParaRPr lang="en-US"/>
        </a:p>
      </dgm:t>
    </dgm:pt>
    <dgm:pt modelId="{233E3177-595B-4353-977C-5E4DD99AB49F}" type="sibTrans" cxnId="{6ED81EBD-1ACA-41DB-A392-32517A2ABB9E}">
      <dgm:prSet/>
      <dgm:spPr/>
      <dgm:t>
        <a:bodyPr/>
        <a:lstStyle/>
        <a:p>
          <a:endParaRPr lang="en-US"/>
        </a:p>
      </dgm:t>
    </dgm:pt>
    <dgm:pt modelId="{DD521BDE-B3CE-467A-B3B4-0E93E798796A}">
      <dgm:prSet custT="1"/>
      <dgm:spPr/>
      <dgm:t>
        <a:bodyPr/>
        <a:lstStyle/>
        <a:p>
          <a:r>
            <a:rPr lang="en-US" sz="1800"/>
            <a:t>Seaborn is a statistical visualization library that produces beautiful, meaningful graphs.</a:t>
          </a:r>
        </a:p>
      </dgm:t>
    </dgm:pt>
    <dgm:pt modelId="{13DCCE34-F167-4CCF-BB52-BD7E181FD907}" type="parTrans" cxnId="{5AC8A129-9E1F-4AE1-BACB-4A26C5A7425B}">
      <dgm:prSet/>
      <dgm:spPr/>
      <dgm:t>
        <a:bodyPr/>
        <a:lstStyle/>
        <a:p>
          <a:endParaRPr lang="en-US"/>
        </a:p>
      </dgm:t>
    </dgm:pt>
    <dgm:pt modelId="{6F96FC8A-369A-455E-91E2-3D7189E9A4CA}" type="sibTrans" cxnId="{5AC8A129-9E1F-4AE1-BACB-4A26C5A7425B}">
      <dgm:prSet/>
      <dgm:spPr/>
      <dgm:t>
        <a:bodyPr/>
        <a:lstStyle/>
        <a:p>
          <a:endParaRPr lang="en-US"/>
        </a:p>
      </dgm:t>
    </dgm:pt>
    <dgm:pt modelId="{BBF82A69-FC8F-4497-86F3-CD0694C54498}">
      <dgm:prSet custT="1"/>
      <dgm:spPr/>
      <dgm:t>
        <a:bodyPr/>
        <a:lstStyle/>
        <a:p>
          <a:r>
            <a:rPr lang="en-US" sz="2000" dirty="0"/>
            <a:t>Examples:</a:t>
          </a:r>
        </a:p>
      </dgm:t>
    </dgm:pt>
    <dgm:pt modelId="{DEF2D2C3-5603-42AC-82D6-2C88A1A2F581}" type="parTrans" cxnId="{B9F74B37-6575-4896-B491-DA7AF640BAC0}">
      <dgm:prSet/>
      <dgm:spPr/>
      <dgm:t>
        <a:bodyPr/>
        <a:lstStyle/>
        <a:p>
          <a:endParaRPr lang="en-US"/>
        </a:p>
      </dgm:t>
    </dgm:pt>
    <dgm:pt modelId="{65D22931-BF6E-466C-B7B6-707F883591C3}" type="sibTrans" cxnId="{B9F74B37-6575-4896-B491-DA7AF640BAC0}">
      <dgm:prSet/>
      <dgm:spPr/>
      <dgm:t>
        <a:bodyPr/>
        <a:lstStyle/>
        <a:p>
          <a:endParaRPr lang="en-US"/>
        </a:p>
      </dgm:t>
    </dgm:pt>
    <dgm:pt modelId="{15E999FD-CD85-424A-AE22-5888AD35F4E0}">
      <dgm:prSet custT="1"/>
      <dgm:spPr/>
      <dgm:t>
        <a:bodyPr/>
        <a:lstStyle/>
        <a:p>
          <a:r>
            <a:rPr lang="en-GB" sz="1800" b="0" dirty="0"/>
            <a:t>import seaborn as </a:t>
          </a:r>
          <a:r>
            <a:rPr lang="en-GB" sz="1800" b="0" dirty="0" err="1"/>
            <a:t>sns</a:t>
          </a:r>
          <a:endParaRPr lang="en-US" sz="1800" dirty="0"/>
        </a:p>
        <a:p>
          <a:r>
            <a:rPr lang="en-US" sz="1800" dirty="0" err="1"/>
            <a:t>sns.pairplot</a:t>
          </a:r>
          <a:r>
            <a:rPr lang="en-US" sz="1800" dirty="0"/>
            <a:t>(</a:t>
          </a:r>
          <a:r>
            <a:rPr lang="en-US" sz="1800" dirty="0" err="1"/>
            <a:t>df</a:t>
          </a:r>
          <a:r>
            <a:rPr lang="en-US" sz="1800" dirty="0"/>
            <a:t>)</a:t>
          </a:r>
        </a:p>
      </dgm:t>
    </dgm:pt>
    <dgm:pt modelId="{3AD8D17C-6457-4E6A-9AF2-9C1EC982294E}" type="parTrans" cxnId="{119D5F78-74CC-4B00-B4D4-4ED9C9EE198C}">
      <dgm:prSet/>
      <dgm:spPr/>
      <dgm:t>
        <a:bodyPr/>
        <a:lstStyle/>
        <a:p>
          <a:endParaRPr lang="en-US"/>
        </a:p>
      </dgm:t>
    </dgm:pt>
    <dgm:pt modelId="{2E8A8A4D-8618-4FF5-9676-6B9A9BD6B35D}" type="sibTrans" cxnId="{119D5F78-74CC-4B00-B4D4-4ED9C9EE198C}">
      <dgm:prSet/>
      <dgm:spPr/>
      <dgm:t>
        <a:bodyPr/>
        <a:lstStyle/>
        <a:p>
          <a:endParaRPr lang="en-US"/>
        </a:p>
      </dgm:t>
    </dgm:pt>
    <dgm:pt modelId="{E0401EFB-DCA1-494C-9B8F-EA73E73FB2C4}">
      <dgm:prSet custT="1"/>
      <dgm:spPr/>
      <dgm:t>
        <a:bodyPr/>
        <a:lstStyle/>
        <a:p>
          <a:r>
            <a:rPr lang="en-US" sz="1800"/>
            <a:t>sns.heatmap(df.corr(), annot=True)</a:t>
          </a:r>
        </a:p>
      </dgm:t>
    </dgm:pt>
    <dgm:pt modelId="{2C7B9DE5-C731-46DA-9A05-6628A2ABE816}" type="parTrans" cxnId="{F45EFA74-A28B-45C0-A084-2FA2B0B1E6A5}">
      <dgm:prSet/>
      <dgm:spPr/>
      <dgm:t>
        <a:bodyPr/>
        <a:lstStyle/>
        <a:p>
          <a:endParaRPr lang="en-US"/>
        </a:p>
      </dgm:t>
    </dgm:pt>
    <dgm:pt modelId="{D56EC54E-94BD-4351-8ABF-13D35D7C1BEF}" type="sibTrans" cxnId="{F45EFA74-A28B-45C0-A084-2FA2B0B1E6A5}">
      <dgm:prSet/>
      <dgm:spPr/>
      <dgm:t>
        <a:bodyPr/>
        <a:lstStyle/>
        <a:p>
          <a:endParaRPr lang="en-US"/>
        </a:p>
      </dgm:t>
    </dgm:pt>
    <dgm:pt modelId="{87FE6F13-109C-4CE7-8087-27FBADF82B02}">
      <dgm:prSet custT="1"/>
      <dgm:spPr/>
      <dgm:t>
        <a:bodyPr/>
        <a:lstStyle/>
        <a:p>
          <a:r>
            <a:rPr lang="en-US" sz="1800"/>
            <a:t>sns.boxplot(x="Class", y="Marks", data=df)</a:t>
          </a:r>
        </a:p>
      </dgm:t>
    </dgm:pt>
    <dgm:pt modelId="{3ACAA6D7-D80C-44AB-A001-3DF3BDD11FBE}" type="parTrans" cxnId="{A53E2A43-FB61-4938-8ACD-CA268A2CE7B0}">
      <dgm:prSet/>
      <dgm:spPr/>
      <dgm:t>
        <a:bodyPr/>
        <a:lstStyle/>
        <a:p>
          <a:endParaRPr lang="en-US"/>
        </a:p>
      </dgm:t>
    </dgm:pt>
    <dgm:pt modelId="{C79C833F-E54C-457E-86C8-622B0A97689A}" type="sibTrans" cxnId="{A53E2A43-FB61-4938-8ACD-CA268A2CE7B0}">
      <dgm:prSet/>
      <dgm:spPr/>
      <dgm:t>
        <a:bodyPr/>
        <a:lstStyle/>
        <a:p>
          <a:endParaRPr lang="en-US"/>
        </a:p>
      </dgm:t>
    </dgm:pt>
    <dgm:pt modelId="{ABE82524-8728-48B0-B216-4C75EB0E8B2B}">
      <dgm:prSet custT="1"/>
      <dgm:spPr/>
      <dgm:t>
        <a:bodyPr/>
        <a:lstStyle/>
        <a:p>
          <a:r>
            <a:rPr lang="en-US" sz="2000" dirty="0"/>
            <a:t>Explanation:</a:t>
          </a:r>
        </a:p>
      </dgm:t>
    </dgm:pt>
    <dgm:pt modelId="{86D510EB-A144-440E-9CBD-4C1E9FCA1FCF}" type="parTrans" cxnId="{E9224D0F-5F0C-48E5-BF8F-4C267BA29F3E}">
      <dgm:prSet/>
      <dgm:spPr/>
      <dgm:t>
        <a:bodyPr/>
        <a:lstStyle/>
        <a:p>
          <a:endParaRPr lang="en-US"/>
        </a:p>
      </dgm:t>
    </dgm:pt>
    <dgm:pt modelId="{EE7F9E9C-0AB9-4F6D-BC5F-1729F6DEA012}" type="sibTrans" cxnId="{E9224D0F-5F0C-48E5-BF8F-4C267BA29F3E}">
      <dgm:prSet/>
      <dgm:spPr/>
      <dgm:t>
        <a:bodyPr/>
        <a:lstStyle/>
        <a:p>
          <a:endParaRPr lang="en-US"/>
        </a:p>
      </dgm:t>
    </dgm:pt>
    <dgm:pt modelId="{281E58AC-9C3E-4084-A74F-20DE4AD43685}">
      <dgm:prSet custT="1"/>
      <dgm:spPr/>
      <dgm:t>
        <a:bodyPr/>
        <a:lstStyle/>
        <a:p>
          <a:r>
            <a:rPr lang="en-US" sz="1800"/>
            <a:t>Used for exploring relationships and patterns in datasets.</a:t>
          </a:r>
        </a:p>
      </dgm:t>
    </dgm:pt>
    <dgm:pt modelId="{A8C6664C-BA27-4B35-B5A8-50FAF1F907FC}" type="parTrans" cxnId="{89534AC9-D9AC-48F8-87D6-11A100237068}">
      <dgm:prSet/>
      <dgm:spPr/>
      <dgm:t>
        <a:bodyPr/>
        <a:lstStyle/>
        <a:p>
          <a:endParaRPr lang="en-US"/>
        </a:p>
      </dgm:t>
    </dgm:pt>
    <dgm:pt modelId="{81A264EE-07F0-46C1-B984-E6BAA557736A}" type="sibTrans" cxnId="{89534AC9-D9AC-48F8-87D6-11A100237068}">
      <dgm:prSet/>
      <dgm:spPr/>
      <dgm:t>
        <a:bodyPr/>
        <a:lstStyle/>
        <a:p>
          <a:endParaRPr lang="en-US"/>
        </a:p>
      </dgm:t>
    </dgm:pt>
    <dgm:pt modelId="{9C08E209-57C5-46D6-9263-9979E1CF2CF5}">
      <dgm:prSet custT="1"/>
      <dgm:spPr/>
      <dgm:t>
        <a:bodyPr/>
        <a:lstStyle/>
        <a:p>
          <a:r>
            <a:rPr lang="en-US" sz="1800"/>
            <a:t>Perfect for academic and research-style visualizations.</a:t>
          </a:r>
        </a:p>
      </dgm:t>
    </dgm:pt>
    <dgm:pt modelId="{4A0D1E3A-FE7B-4247-B72A-7F349FE1E7D0}" type="parTrans" cxnId="{D9603118-21B4-4172-B740-1D8ABC10CD83}">
      <dgm:prSet/>
      <dgm:spPr/>
      <dgm:t>
        <a:bodyPr/>
        <a:lstStyle/>
        <a:p>
          <a:endParaRPr lang="en-US"/>
        </a:p>
      </dgm:t>
    </dgm:pt>
    <dgm:pt modelId="{540DA787-D087-45BD-B2B8-D2B219D7413B}" type="sibTrans" cxnId="{D9603118-21B4-4172-B740-1D8ABC10CD83}">
      <dgm:prSet/>
      <dgm:spPr/>
      <dgm:t>
        <a:bodyPr/>
        <a:lstStyle/>
        <a:p>
          <a:endParaRPr lang="en-US"/>
        </a:p>
      </dgm:t>
    </dgm:pt>
    <dgm:pt modelId="{6914B0E3-6265-411E-815A-6B7DA5D36918}" type="pres">
      <dgm:prSet presAssocID="{9AEDDACC-B1E8-47A9-929D-FCAF6692A414}" presName="Name0" presStyleCnt="0">
        <dgm:presLayoutVars>
          <dgm:dir/>
          <dgm:animLvl val="lvl"/>
          <dgm:resizeHandles val="exact"/>
        </dgm:presLayoutVars>
      </dgm:prSet>
      <dgm:spPr/>
    </dgm:pt>
    <dgm:pt modelId="{1234F7EB-3859-40A2-9319-CFFF5F61BE64}" type="pres">
      <dgm:prSet presAssocID="{976E061B-03F0-4CEE-A3E3-B633BC3CD3A3}" presName="linNode" presStyleCnt="0"/>
      <dgm:spPr/>
    </dgm:pt>
    <dgm:pt modelId="{704EB8DC-C0E4-4009-B134-9223E4CA4D05}" type="pres">
      <dgm:prSet presAssocID="{976E061B-03F0-4CEE-A3E3-B633BC3CD3A3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A3A398A1-B957-4491-BD88-FFB0407A4BF2}" type="pres">
      <dgm:prSet presAssocID="{976E061B-03F0-4CEE-A3E3-B633BC3CD3A3}" presName="descendantText" presStyleLbl="alignAccFollowNode1" presStyleIdx="0" presStyleCnt="3">
        <dgm:presLayoutVars>
          <dgm:bulletEnabled/>
        </dgm:presLayoutVars>
      </dgm:prSet>
      <dgm:spPr/>
    </dgm:pt>
    <dgm:pt modelId="{DBD007EE-259C-49D8-9B02-CFFD4048DDAD}" type="pres">
      <dgm:prSet presAssocID="{233E3177-595B-4353-977C-5E4DD99AB49F}" presName="sp" presStyleCnt="0"/>
      <dgm:spPr/>
    </dgm:pt>
    <dgm:pt modelId="{59B9C233-A7E1-44F7-ADA3-9E8AAEFAF680}" type="pres">
      <dgm:prSet presAssocID="{BBF82A69-FC8F-4497-86F3-CD0694C54498}" presName="linNode" presStyleCnt="0"/>
      <dgm:spPr/>
    </dgm:pt>
    <dgm:pt modelId="{041A9C7C-5A21-4BF8-8231-F28BFC64444C}" type="pres">
      <dgm:prSet presAssocID="{BBF82A69-FC8F-4497-86F3-CD0694C54498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C11A5ACE-E225-402A-9018-BD2218FD1E33}" type="pres">
      <dgm:prSet presAssocID="{BBF82A69-FC8F-4497-86F3-CD0694C54498}" presName="descendantText" presStyleLbl="alignAccFollowNode1" presStyleIdx="1" presStyleCnt="3">
        <dgm:presLayoutVars>
          <dgm:bulletEnabled/>
        </dgm:presLayoutVars>
      </dgm:prSet>
      <dgm:spPr/>
    </dgm:pt>
    <dgm:pt modelId="{7A017E45-1029-42D7-9849-9BB4FE90A065}" type="pres">
      <dgm:prSet presAssocID="{65D22931-BF6E-466C-B7B6-707F883591C3}" presName="sp" presStyleCnt="0"/>
      <dgm:spPr/>
    </dgm:pt>
    <dgm:pt modelId="{D1AA458C-EE51-4A52-B0A7-DC80A092FA20}" type="pres">
      <dgm:prSet presAssocID="{ABE82524-8728-48B0-B216-4C75EB0E8B2B}" presName="linNode" presStyleCnt="0"/>
      <dgm:spPr/>
    </dgm:pt>
    <dgm:pt modelId="{110F140A-8BEA-4D9C-B885-1BF8F0A49FF4}" type="pres">
      <dgm:prSet presAssocID="{ABE82524-8728-48B0-B216-4C75EB0E8B2B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F088D22A-38BE-4EE8-B626-31108BEA2D4D}" type="pres">
      <dgm:prSet presAssocID="{ABE82524-8728-48B0-B216-4C75EB0E8B2B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E9224D0F-5F0C-48E5-BF8F-4C267BA29F3E}" srcId="{9AEDDACC-B1E8-47A9-929D-FCAF6692A414}" destId="{ABE82524-8728-48B0-B216-4C75EB0E8B2B}" srcOrd="2" destOrd="0" parTransId="{86D510EB-A144-440E-9CBD-4C1E9FCA1FCF}" sibTransId="{EE7F9E9C-0AB9-4F6D-BC5F-1729F6DEA012}"/>
    <dgm:cxn modelId="{D9603118-21B4-4172-B740-1D8ABC10CD83}" srcId="{ABE82524-8728-48B0-B216-4C75EB0E8B2B}" destId="{9C08E209-57C5-46D6-9263-9979E1CF2CF5}" srcOrd="1" destOrd="0" parTransId="{4A0D1E3A-FE7B-4247-B72A-7F349FE1E7D0}" sibTransId="{540DA787-D087-45BD-B2B8-D2B219D7413B}"/>
    <dgm:cxn modelId="{6D800C27-A332-4676-9EA7-81042B55ECF4}" type="presOf" srcId="{9C08E209-57C5-46D6-9263-9979E1CF2CF5}" destId="{F088D22A-38BE-4EE8-B626-31108BEA2D4D}" srcOrd="0" destOrd="1" presId="urn:microsoft.com/office/officeart/2016/7/layout/VerticalSolidActionList"/>
    <dgm:cxn modelId="{5AC8A129-9E1F-4AE1-BACB-4A26C5A7425B}" srcId="{976E061B-03F0-4CEE-A3E3-B633BC3CD3A3}" destId="{DD521BDE-B3CE-467A-B3B4-0E93E798796A}" srcOrd="0" destOrd="0" parTransId="{13DCCE34-F167-4CCF-BB52-BD7E181FD907}" sibTransId="{6F96FC8A-369A-455E-91E2-3D7189E9A4CA}"/>
    <dgm:cxn modelId="{81C6C236-ECD9-4C21-931F-BA990B796F6C}" type="presOf" srcId="{ABE82524-8728-48B0-B216-4C75EB0E8B2B}" destId="{110F140A-8BEA-4D9C-B885-1BF8F0A49FF4}" srcOrd="0" destOrd="0" presId="urn:microsoft.com/office/officeart/2016/7/layout/VerticalSolidActionList"/>
    <dgm:cxn modelId="{B9F74B37-6575-4896-B491-DA7AF640BAC0}" srcId="{9AEDDACC-B1E8-47A9-929D-FCAF6692A414}" destId="{BBF82A69-FC8F-4497-86F3-CD0694C54498}" srcOrd="1" destOrd="0" parTransId="{DEF2D2C3-5603-42AC-82D6-2C88A1A2F581}" sibTransId="{65D22931-BF6E-466C-B7B6-707F883591C3}"/>
    <dgm:cxn modelId="{A53E2A43-FB61-4938-8ACD-CA268A2CE7B0}" srcId="{BBF82A69-FC8F-4497-86F3-CD0694C54498}" destId="{87FE6F13-109C-4CE7-8087-27FBADF82B02}" srcOrd="2" destOrd="0" parTransId="{3ACAA6D7-D80C-44AB-A001-3DF3BDD11FBE}" sibTransId="{C79C833F-E54C-457E-86C8-622B0A97689A}"/>
    <dgm:cxn modelId="{DFA19C6C-FEF5-4369-8035-E9DE9CBE17FD}" type="presOf" srcId="{15E999FD-CD85-424A-AE22-5888AD35F4E0}" destId="{C11A5ACE-E225-402A-9018-BD2218FD1E33}" srcOrd="0" destOrd="0" presId="urn:microsoft.com/office/officeart/2016/7/layout/VerticalSolidActionList"/>
    <dgm:cxn modelId="{0E9BCB71-BB47-4456-89AC-2E70C632B99B}" type="presOf" srcId="{281E58AC-9C3E-4084-A74F-20DE4AD43685}" destId="{F088D22A-38BE-4EE8-B626-31108BEA2D4D}" srcOrd="0" destOrd="0" presId="urn:microsoft.com/office/officeart/2016/7/layout/VerticalSolidActionList"/>
    <dgm:cxn modelId="{F45EFA74-A28B-45C0-A084-2FA2B0B1E6A5}" srcId="{BBF82A69-FC8F-4497-86F3-CD0694C54498}" destId="{E0401EFB-DCA1-494C-9B8F-EA73E73FB2C4}" srcOrd="1" destOrd="0" parTransId="{2C7B9DE5-C731-46DA-9A05-6628A2ABE816}" sibTransId="{D56EC54E-94BD-4351-8ABF-13D35D7C1BEF}"/>
    <dgm:cxn modelId="{A51C2678-2193-4786-BF65-CF6F1DFC700E}" type="presOf" srcId="{9AEDDACC-B1E8-47A9-929D-FCAF6692A414}" destId="{6914B0E3-6265-411E-815A-6B7DA5D36918}" srcOrd="0" destOrd="0" presId="urn:microsoft.com/office/officeart/2016/7/layout/VerticalSolidActionList"/>
    <dgm:cxn modelId="{119D5F78-74CC-4B00-B4D4-4ED9C9EE198C}" srcId="{BBF82A69-FC8F-4497-86F3-CD0694C54498}" destId="{15E999FD-CD85-424A-AE22-5888AD35F4E0}" srcOrd="0" destOrd="0" parTransId="{3AD8D17C-6457-4E6A-9AF2-9C1EC982294E}" sibTransId="{2E8A8A4D-8618-4FF5-9676-6B9A9BD6B35D}"/>
    <dgm:cxn modelId="{62093779-1BAD-455E-8319-CE02B9C2AB50}" type="presOf" srcId="{87FE6F13-109C-4CE7-8087-27FBADF82B02}" destId="{C11A5ACE-E225-402A-9018-BD2218FD1E33}" srcOrd="0" destOrd="2" presId="urn:microsoft.com/office/officeart/2016/7/layout/VerticalSolidActionList"/>
    <dgm:cxn modelId="{1253BC5A-8931-4555-B9DF-5DB102484D87}" type="presOf" srcId="{976E061B-03F0-4CEE-A3E3-B633BC3CD3A3}" destId="{704EB8DC-C0E4-4009-B134-9223E4CA4D05}" srcOrd="0" destOrd="0" presId="urn:microsoft.com/office/officeart/2016/7/layout/VerticalSolidActionList"/>
    <dgm:cxn modelId="{EFCEA7B7-BFFA-4CB0-9724-4FD359727DBA}" type="presOf" srcId="{E0401EFB-DCA1-494C-9B8F-EA73E73FB2C4}" destId="{C11A5ACE-E225-402A-9018-BD2218FD1E33}" srcOrd="0" destOrd="1" presId="urn:microsoft.com/office/officeart/2016/7/layout/VerticalSolidActionList"/>
    <dgm:cxn modelId="{6ED81EBD-1ACA-41DB-A392-32517A2ABB9E}" srcId="{9AEDDACC-B1E8-47A9-929D-FCAF6692A414}" destId="{976E061B-03F0-4CEE-A3E3-B633BC3CD3A3}" srcOrd="0" destOrd="0" parTransId="{90182A74-22B1-40EC-9D64-31F8DD0364AC}" sibTransId="{233E3177-595B-4353-977C-5E4DD99AB49F}"/>
    <dgm:cxn modelId="{89534AC9-D9AC-48F8-87D6-11A100237068}" srcId="{ABE82524-8728-48B0-B216-4C75EB0E8B2B}" destId="{281E58AC-9C3E-4084-A74F-20DE4AD43685}" srcOrd="0" destOrd="0" parTransId="{A8C6664C-BA27-4B35-B5A8-50FAF1F907FC}" sibTransId="{81A264EE-07F0-46C1-B984-E6BAA557736A}"/>
    <dgm:cxn modelId="{6DDB01E0-39E5-44EA-A9F6-C2500BEEB7B4}" type="presOf" srcId="{DD521BDE-B3CE-467A-B3B4-0E93E798796A}" destId="{A3A398A1-B957-4491-BD88-FFB0407A4BF2}" srcOrd="0" destOrd="0" presId="urn:microsoft.com/office/officeart/2016/7/layout/VerticalSolidActionList"/>
    <dgm:cxn modelId="{D72457FB-F0C7-4207-88A9-E045159B1B13}" type="presOf" srcId="{BBF82A69-FC8F-4497-86F3-CD0694C54498}" destId="{041A9C7C-5A21-4BF8-8231-F28BFC64444C}" srcOrd="0" destOrd="0" presId="urn:microsoft.com/office/officeart/2016/7/layout/VerticalSolidActionList"/>
    <dgm:cxn modelId="{1C542A80-3101-4A2D-AFE0-9099C17814A7}" type="presParOf" srcId="{6914B0E3-6265-411E-815A-6B7DA5D36918}" destId="{1234F7EB-3859-40A2-9319-CFFF5F61BE64}" srcOrd="0" destOrd="0" presId="urn:microsoft.com/office/officeart/2016/7/layout/VerticalSolidActionList"/>
    <dgm:cxn modelId="{8B72CE53-A6E4-4536-8CAA-C874A0612305}" type="presParOf" srcId="{1234F7EB-3859-40A2-9319-CFFF5F61BE64}" destId="{704EB8DC-C0E4-4009-B134-9223E4CA4D05}" srcOrd="0" destOrd="0" presId="urn:microsoft.com/office/officeart/2016/7/layout/VerticalSolidActionList"/>
    <dgm:cxn modelId="{93178C2C-F747-4F23-9D6E-2D620E6E0C68}" type="presParOf" srcId="{1234F7EB-3859-40A2-9319-CFFF5F61BE64}" destId="{A3A398A1-B957-4491-BD88-FFB0407A4BF2}" srcOrd="1" destOrd="0" presId="urn:microsoft.com/office/officeart/2016/7/layout/VerticalSolidActionList"/>
    <dgm:cxn modelId="{46A3BBE4-9461-4D38-8DF8-1156F97EE696}" type="presParOf" srcId="{6914B0E3-6265-411E-815A-6B7DA5D36918}" destId="{DBD007EE-259C-49D8-9B02-CFFD4048DDAD}" srcOrd="1" destOrd="0" presId="urn:microsoft.com/office/officeart/2016/7/layout/VerticalSolidActionList"/>
    <dgm:cxn modelId="{F497F38F-DB4E-4A80-8339-EEF92469E7A8}" type="presParOf" srcId="{6914B0E3-6265-411E-815A-6B7DA5D36918}" destId="{59B9C233-A7E1-44F7-ADA3-9E8AAEFAF680}" srcOrd="2" destOrd="0" presId="urn:microsoft.com/office/officeart/2016/7/layout/VerticalSolidActionList"/>
    <dgm:cxn modelId="{3BB3D446-4052-4896-B10A-297147C2A3D2}" type="presParOf" srcId="{59B9C233-A7E1-44F7-ADA3-9E8AAEFAF680}" destId="{041A9C7C-5A21-4BF8-8231-F28BFC64444C}" srcOrd="0" destOrd="0" presId="urn:microsoft.com/office/officeart/2016/7/layout/VerticalSolidActionList"/>
    <dgm:cxn modelId="{462A35C5-A15B-4CB5-B5B1-CC49B2AD978C}" type="presParOf" srcId="{59B9C233-A7E1-44F7-ADA3-9E8AAEFAF680}" destId="{C11A5ACE-E225-402A-9018-BD2218FD1E33}" srcOrd="1" destOrd="0" presId="urn:microsoft.com/office/officeart/2016/7/layout/VerticalSolidActionList"/>
    <dgm:cxn modelId="{180B0A72-E606-4B43-9D37-4C0AF8EC37EA}" type="presParOf" srcId="{6914B0E3-6265-411E-815A-6B7DA5D36918}" destId="{7A017E45-1029-42D7-9849-9BB4FE90A065}" srcOrd="3" destOrd="0" presId="urn:microsoft.com/office/officeart/2016/7/layout/VerticalSolidActionList"/>
    <dgm:cxn modelId="{96A64042-AC02-4496-84C3-A127B0222022}" type="presParOf" srcId="{6914B0E3-6265-411E-815A-6B7DA5D36918}" destId="{D1AA458C-EE51-4A52-B0A7-DC80A092FA20}" srcOrd="4" destOrd="0" presId="urn:microsoft.com/office/officeart/2016/7/layout/VerticalSolidActionList"/>
    <dgm:cxn modelId="{D0888A36-9BE6-43F9-B853-35EFB7740D27}" type="presParOf" srcId="{D1AA458C-EE51-4A52-B0A7-DC80A092FA20}" destId="{110F140A-8BEA-4D9C-B885-1BF8F0A49FF4}" srcOrd="0" destOrd="0" presId="urn:microsoft.com/office/officeart/2016/7/layout/VerticalSolidActionList"/>
    <dgm:cxn modelId="{86D192F2-BEEE-4A52-A960-F8DE9A810646}" type="presParOf" srcId="{D1AA458C-EE51-4A52-B0A7-DC80A092FA20}" destId="{F088D22A-38BE-4EE8-B626-31108BEA2D4D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6CB331C-C063-4211-A0EA-B283063612D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8F77B8-816E-4016-9C56-F36E7CD90DE7}">
      <dgm:prSet/>
      <dgm:spPr/>
      <dgm:t>
        <a:bodyPr/>
        <a:lstStyle/>
        <a:p>
          <a:r>
            <a:rPr lang="en-US"/>
            <a:t>Definitions:</a:t>
          </a:r>
        </a:p>
      </dgm:t>
    </dgm:pt>
    <dgm:pt modelId="{673FF6BA-4847-493C-B9A3-FAF0194C8C03}" type="parTrans" cxnId="{BA52DD1D-70FC-4054-85AF-14B18F47A608}">
      <dgm:prSet/>
      <dgm:spPr/>
      <dgm:t>
        <a:bodyPr/>
        <a:lstStyle/>
        <a:p>
          <a:endParaRPr lang="en-US"/>
        </a:p>
      </dgm:t>
    </dgm:pt>
    <dgm:pt modelId="{8284733A-5A17-4951-AEA0-69F608D2449D}" type="sibTrans" cxnId="{BA52DD1D-70FC-4054-85AF-14B18F47A608}">
      <dgm:prSet/>
      <dgm:spPr/>
      <dgm:t>
        <a:bodyPr/>
        <a:lstStyle/>
        <a:p>
          <a:endParaRPr lang="en-US"/>
        </a:p>
      </dgm:t>
    </dgm:pt>
    <dgm:pt modelId="{A0B98EE5-BC62-4A9E-BA54-EBC0A50BC495}">
      <dgm:prSet/>
      <dgm:spPr/>
      <dgm:t>
        <a:bodyPr/>
        <a:lstStyle/>
        <a:p>
          <a:r>
            <a:rPr lang="en-US"/>
            <a:t>Plotly: Interactive charts with hover, zoom, click</a:t>
          </a:r>
        </a:p>
      </dgm:t>
    </dgm:pt>
    <dgm:pt modelId="{ADF3B0D9-D378-4386-8703-B43A3B8E2888}" type="parTrans" cxnId="{EEF43EF9-ED5C-4AF2-805C-7FFEB76A22C3}">
      <dgm:prSet/>
      <dgm:spPr/>
      <dgm:t>
        <a:bodyPr/>
        <a:lstStyle/>
        <a:p>
          <a:endParaRPr lang="en-US"/>
        </a:p>
      </dgm:t>
    </dgm:pt>
    <dgm:pt modelId="{E9E4E2A9-1FA7-404C-975B-D40221B4E145}" type="sibTrans" cxnId="{EEF43EF9-ED5C-4AF2-805C-7FFEB76A22C3}">
      <dgm:prSet/>
      <dgm:spPr/>
      <dgm:t>
        <a:bodyPr/>
        <a:lstStyle/>
        <a:p>
          <a:endParaRPr lang="en-US"/>
        </a:p>
      </dgm:t>
    </dgm:pt>
    <dgm:pt modelId="{49A621F6-B460-4DEE-A08A-5FF4A734AB23}">
      <dgm:prSet/>
      <dgm:spPr/>
      <dgm:t>
        <a:bodyPr/>
        <a:lstStyle/>
        <a:p>
          <a:r>
            <a:rPr lang="en-US"/>
            <a:t>Bokeh: Web-based interactive visualizations</a:t>
          </a:r>
        </a:p>
      </dgm:t>
    </dgm:pt>
    <dgm:pt modelId="{6241E51A-7351-4ACB-8E8A-7D8B7E0DBFC6}" type="parTrans" cxnId="{DA7CE8D5-8F74-4878-A9BA-D46C7B9DAAF3}">
      <dgm:prSet/>
      <dgm:spPr/>
      <dgm:t>
        <a:bodyPr/>
        <a:lstStyle/>
        <a:p>
          <a:endParaRPr lang="en-US"/>
        </a:p>
      </dgm:t>
    </dgm:pt>
    <dgm:pt modelId="{5F2BADC8-B411-4DA9-9DCF-8FD2DC6D0F0F}" type="sibTrans" cxnId="{DA7CE8D5-8F74-4878-A9BA-D46C7B9DAAF3}">
      <dgm:prSet/>
      <dgm:spPr/>
      <dgm:t>
        <a:bodyPr/>
        <a:lstStyle/>
        <a:p>
          <a:endParaRPr lang="en-US"/>
        </a:p>
      </dgm:t>
    </dgm:pt>
    <dgm:pt modelId="{642A7345-75D5-4520-BAD8-6888604FC08C}">
      <dgm:prSet/>
      <dgm:spPr/>
      <dgm:t>
        <a:bodyPr/>
        <a:lstStyle/>
        <a:p>
          <a:r>
            <a:rPr lang="en-US"/>
            <a:t>Plotly 3D: Visualizes 3 variables in 3D space</a:t>
          </a:r>
        </a:p>
      </dgm:t>
    </dgm:pt>
    <dgm:pt modelId="{45C71DDE-EAE9-4EE4-A540-6C1911D1F9CE}" type="parTrans" cxnId="{67B0E7AE-780F-420D-A003-978CA4E3A472}">
      <dgm:prSet/>
      <dgm:spPr/>
      <dgm:t>
        <a:bodyPr/>
        <a:lstStyle/>
        <a:p>
          <a:endParaRPr lang="en-US"/>
        </a:p>
      </dgm:t>
    </dgm:pt>
    <dgm:pt modelId="{B3DEB199-0BC9-4D6A-8838-3A51BED49385}" type="sibTrans" cxnId="{67B0E7AE-780F-420D-A003-978CA4E3A472}">
      <dgm:prSet/>
      <dgm:spPr/>
      <dgm:t>
        <a:bodyPr/>
        <a:lstStyle/>
        <a:p>
          <a:endParaRPr lang="en-US"/>
        </a:p>
      </dgm:t>
    </dgm:pt>
    <dgm:pt modelId="{D47BDF1D-5149-4925-80DD-F2109CE36B0E}">
      <dgm:prSet/>
      <dgm:spPr/>
      <dgm:t>
        <a:bodyPr/>
        <a:lstStyle/>
        <a:p>
          <a:r>
            <a:rPr lang="en-US"/>
            <a:t>Examples:</a:t>
          </a:r>
        </a:p>
      </dgm:t>
    </dgm:pt>
    <dgm:pt modelId="{265F53F7-3C25-40B8-8002-92EB12B34EDF}" type="parTrans" cxnId="{08F15430-9AA7-492E-8BDB-B75053CB55EE}">
      <dgm:prSet/>
      <dgm:spPr/>
      <dgm:t>
        <a:bodyPr/>
        <a:lstStyle/>
        <a:p>
          <a:endParaRPr lang="en-US"/>
        </a:p>
      </dgm:t>
    </dgm:pt>
    <dgm:pt modelId="{37BB5FB3-4241-4FDB-9E1E-E2023D50824A}" type="sibTrans" cxnId="{08F15430-9AA7-492E-8BDB-B75053CB55EE}">
      <dgm:prSet/>
      <dgm:spPr/>
      <dgm:t>
        <a:bodyPr/>
        <a:lstStyle/>
        <a:p>
          <a:endParaRPr lang="en-US"/>
        </a:p>
      </dgm:t>
    </dgm:pt>
    <dgm:pt modelId="{6F9D0896-E2E5-4910-80CD-09DDC3F724DB}">
      <dgm:prSet/>
      <dgm:spPr/>
      <dgm:t>
        <a:bodyPr/>
        <a:lstStyle/>
        <a:p>
          <a:pPr>
            <a:buNone/>
          </a:pPr>
          <a:r>
            <a:rPr lang="en-US" b="0" dirty="0"/>
            <a:t>import </a:t>
          </a:r>
          <a:r>
            <a:rPr lang="en-US" b="0" dirty="0" err="1"/>
            <a:t>plotly.express</a:t>
          </a:r>
          <a:r>
            <a:rPr lang="en-US" b="0" dirty="0"/>
            <a:t> as </a:t>
          </a:r>
          <a:r>
            <a:rPr lang="en-US" b="0" dirty="0" err="1"/>
            <a:t>px</a:t>
          </a:r>
          <a:endParaRPr lang="en-US" dirty="0"/>
        </a:p>
      </dgm:t>
    </dgm:pt>
    <dgm:pt modelId="{6B21B92D-A72B-43C0-951C-84C22E9FCBBE}" type="parTrans" cxnId="{494C1DEF-7C88-4D0B-B0D1-8FB29C2C482D}">
      <dgm:prSet/>
      <dgm:spPr/>
      <dgm:t>
        <a:bodyPr/>
        <a:lstStyle/>
        <a:p>
          <a:endParaRPr lang="en-US"/>
        </a:p>
      </dgm:t>
    </dgm:pt>
    <dgm:pt modelId="{89E3627E-6EC4-4AF5-BB94-6AD2359694F0}" type="sibTrans" cxnId="{494C1DEF-7C88-4D0B-B0D1-8FB29C2C482D}">
      <dgm:prSet/>
      <dgm:spPr/>
      <dgm:t>
        <a:bodyPr/>
        <a:lstStyle/>
        <a:p>
          <a:endParaRPr lang="en-US"/>
        </a:p>
      </dgm:t>
    </dgm:pt>
    <dgm:pt modelId="{3166A445-F89B-455B-898F-AF5D62805E3A}">
      <dgm:prSet/>
      <dgm:spPr/>
      <dgm:t>
        <a:bodyPr/>
        <a:lstStyle/>
        <a:p>
          <a:pPr>
            <a:buNone/>
          </a:pPr>
          <a:r>
            <a:rPr lang="en-US" dirty="0"/>
            <a:t>px.scatter_3d(</a:t>
          </a:r>
          <a:r>
            <a:rPr lang="en-US" dirty="0" err="1"/>
            <a:t>df</a:t>
          </a:r>
          <a:r>
            <a:rPr lang="en-US" dirty="0"/>
            <a:t>, x="Marks", y="Hours", z="Attendance")</a:t>
          </a:r>
        </a:p>
      </dgm:t>
    </dgm:pt>
    <dgm:pt modelId="{36AC81BA-6048-4880-906E-B030BB550037}" type="parTrans" cxnId="{AB3C1B84-FA23-43ED-894C-8C0147C3DBA9}">
      <dgm:prSet/>
      <dgm:spPr/>
      <dgm:t>
        <a:bodyPr/>
        <a:lstStyle/>
        <a:p>
          <a:endParaRPr lang="en-US"/>
        </a:p>
      </dgm:t>
    </dgm:pt>
    <dgm:pt modelId="{F278697E-296B-468B-BD4E-1A6A6933C2EF}" type="sibTrans" cxnId="{AB3C1B84-FA23-43ED-894C-8C0147C3DBA9}">
      <dgm:prSet/>
      <dgm:spPr/>
      <dgm:t>
        <a:bodyPr/>
        <a:lstStyle/>
        <a:p>
          <a:endParaRPr lang="en-US"/>
        </a:p>
      </dgm:t>
    </dgm:pt>
    <dgm:pt modelId="{BF3C637F-D4F5-4263-9C1E-7F6E5F684ADF}">
      <dgm:prSet/>
      <dgm:spPr/>
      <dgm:t>
        <a:bodyPr/>
        <a:lstStyle/>
        <a:p>
          <a:pPr>
            <a:buNone/>
          </a:pPr>
          <a:r>
            <a:rPr lang="en-US" dirty="0"/>
            <a:t>p = figure(); </a:t>
          </a:r>
          <a:r>
            <a:rPr lang="en-US" dirty="0" err="1"/>
            <a:t>p.line</a:t>
          </a:r>
          <a:r>
            <a:rPr lang="en-US" dirty="0"/>
            <a:t>([1,2,3],[10,20,30])</a:t>
          </a:r>
        </a:p>
      </dgm:t>
    </dgm:pt>
    <dgm:pt modelId="{3B1C4578-1BDF-4E8E-806D-3DCD9759A9CE}" type="parTrans" cxnId="{D63EB4FD-7087-471F-AFA5-DA9A4D8D4B5A}">
      <dgm:prSet/>
      <dgm:spPr/>
      <dgm:t>
        <a:bodyPr/>
        <a:lstStyle/>
        <a:p>
          <a:endParaRPr lang="en-US"/>
        </a:p>
      </dgm:t>
    </dgm:pt>
    <dgm:pt modelId="{7D7C0E4F-6E3B-4515-A77F-7F4AEA430B80}" type="sibTrans" cxnId="{D63EB4FD-7087-471F-AFA5-DA9A4D8D4B5A}">
      <dgm:prSet/>
      <dgm:spPr/>
      <dgm:t>
        <a:bodyPr/>
        <a:lstStyle/>
        <a:p>
          <a:endParaRPr lang="en-US"/>
        </a:p>
      </dgm:t>
    </dgm:pt>
    <dgm:pt modelId="{59669BA1-DABB-4BA2-BC73-A6102487608B}">
      <dgm:prSet/>
      <dgm:spPr/>
      <dgm:t>
        <a:bodyPr/>
        <a:lstStyle/>
        <a:p>
          <a:r>
            <a:rPr lang="en-US"/>
            <a:t>Explanation:</a:t>
          </a:r>
        </a:p>
      </dgm:t>
    </dgm:pt>
    <dgm:pt modelId="{86D810F6-C85E-4F0F-8CC9-7B13188DECFB}" type="parTrans" cxnId="{D1758FF1-8071-4197-A22A-368B62697CEC}">
      <dgm:prSet/>
      <dgm:spPr/>
      <dgm:t>
        <a:bodyPr/>
        <a:lstStyle/>
        <a:p>
          <a:endParaRPr lang="en-US"/>
        </a:p>
      </dgm:t>
    </dgm:pt>
    <dgm:pt modelId="{1241CE6B-767B-444C-9A21-9E240517E062}" type="sibTrans" cxnId="{D1758FF1-8071-4197-A22A-368B62697CEC}">
      <dgm:prSet/>
      <dgm:spPr/>
      <dgm:t>
        <a:bodyPr/>
        <a:lstStyle/>
        <a:p>
          <a:endParaRPr lang="en-US"/>
        </a:p>
      </dgm:t>
    </dgm:pt>
    <dgm:pt modelId="{1F2A4E13-753B-4E7D-8936-EFD58E67DFF8}">
      <dgm:prSet/>
      <dgm:spPr/>
      <dgm:t>
        <a:bodyPr/>
        <a:lstStyle/>
        <a:p>
          <a:r>
            <a:rPr lang="en-US"/>
            <a:t>These tools create dashboards and interactive analytics useful for presentations and projects.</a:t>
          </a:r>
        </a:p>
      </dgm:t>
    </dgm:pt>
    <dgm:pt modelId="{0237BDA5-945A-4FD8-8C00-E719E0721DFA}" type="parTrans" cxnId="{DA9E0A02-F144-4C62-9214-5D0C7FE9A44C}">
      <dgm:prSet/>
      <dgm:spPr/>
      <dgm:t>
        <a:bodyPr/>
        <a:lstStyle/>
        <a:p>
          <a:endParaRPr lang="en-US"/>
        </a:p>
      </dgm:t>
    </dgm:pt>
    <dgm:pt modelId="{B52ED1A5-B65C-46EA-A91C-9F646F6ACC27}" type="sibTrans" cxnId="{DA9E0A02-F144-4C62-9214-5D0C7FE9A44C}">
      <dgm:prSet/>
      <dgm:spPr/>
      <dgm:t>
        <a:bodyPr/>
        <a:lstStyle/>
        <a:p>
          <a:endParaRPr lang="en-US"/>
        </a:p>
      </dgm:t>
    </dgm:pt>
    <dgm:pt modelId="{61EF1241-E3B9-4D90-BDF7-805E20983CC7}">
      <dgm:prSet/>
      <dgm:spPr/>
      <dgm:t>
        <a:bodyPr/>
        <a:lstStyle/>
        <a:p>
          <a:pPr>
            <a:buNone/>
          </a:pPr>
          <a:r>
            <a:rPr lang="en-US" dirty="0" err="1"/>
            <a:t>px.bar</a:t>
          </a:r>
          <a:r>
            <a:rPr lang="en-US" dirty="0"/>
            <a:t>(</a:t>
          </a:r>
          <a:r>
            <a:rPr lang="en-US" dirty="0" err="1"/>
            <a:t>df</a:t>
          </a:r>
          <a:r>
            <a:rPr lang="en-US" dirty="0"/>
            <a:t>, x="Name", y="Marks")</a:t>
          </a:r>
        </a:p>
      </dgm:t>
    </dgm:pt>
    <dgm:pt modelId="{A09D07F5-B21A-4CDE-A6DF-0B77D325E5D7}" type="parTrans" cxnId="{1131B81F-DDAF-48FA-B045-091FC4C833D9}">
      <dgm:prSet/>
      <dgm:spPr/>
      <dgm:t>
        <a:bodyPr/>
        <a:lstStyle/>
        <a:p>
          <a:endParaRPr lang="en-GB"/>
        </a:p>
      </dgm:t>
    </dgm:pt>
    <dgm:pt modelId="{F879533D-0008-41BD-AD06-DB3DE424B8B4}" type="sibTrans" cxnId="{1131B81F-DDAF-48FA-B045-091FC4C833D9}">
      <dgm:prSet/>
      <dgm:spPr/>
      <dgm:t>
        <a:bodyPr/>
        <a:lstStyle/>
        <a:p>
          <a:endParaRPr lang="en-GB"/>
        </a:p>
      </dgm:t>
    </dgm:pt>
    <dgm:pt modelId="{60699D51-8DBA-46CB-AEAB-15B784FD712B}">
      <dgm:prSet/>
      <dgm:spPr/>
      <dgm:t>
        <a:bodyPr/>
        <a:lstStyle/>
        <a:p>
          <a:pPr>
            <a:buNone/>
          </a:pPr>
          <a:r>
            <a:rPr lang="pt-BR" b="0" dirty="0"/>
            <a:t>import plotly.io as pio</a:t>
          </a:r>
        </a:p>
      </dgm:t>
    </dgm:pt>
    <dgm:pt modelId="{99CDC72D-CDD8-49DB-9796-C39774E96734}" type="parTrans" cxnId="{15FF0A23-C90D-437B-847C-F372FD15F6EB}">
      <dgm:prSet/>
      <dgm:spPr/>
      <dgm:t>
        <a:bodyPr/>
        <a:lstStyle/>
        <a:p>
          <a:endParaRPr lang="en-GB"/>
        </a:p>
      </dgm:t>
    </dgm:pt>
    <dgm:pt modelId="{CB7A17C9-AC2A-4C99-AE69-327C27369203}" type="sibTrans" cxnId="{15FF0A23-C90D-437B-847C-F372FD15F6EB}">
      <dgm:prSet/>
      <dgm:spPr/>
      <dgm:t>
        <a:bodyPr/>
        <a:lstStyle/>
        <a:p>
          <a:endParaRPr lang="en-GB"/>
        </a:p>
      </dgm:t>
    </dgm:pt>
    <dgm:pt modelId="{A03FF867-55C9-4D79-B595-7132D536F496}" type="pres">
      <dgm:prSet presAssocID="{A6CB331C-C063-4211-A0EA-B283063612D0}" presName="linear" presStyleCnt="0">
        <dgm:presLayoutVars>
          <dgm:animLvl val="lvl"/>
          <dgm:resizeHandles val="exact"/>
        </dgm:presLayoutVars>
      </dgm:prSet>
      <dgm:spPr/>
    </dgm:pt>
    <dgm:pt modelId="{95C12ECC-045C-4203-8725-8B26D622BF3F}" type="pres">
      <dgm:prSet presAssocID="{AC8F77B8-816E-4016-9C56-F36E7CD90DE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E83D0EF-8EC8-4901-962C-94BE33511D45}" type="pres">
      <dgm:prSet presAssocID="{AC8F77B8-816E-4016-9C56-F36E7CD90DE7}" presName="childText" presStyleLbl="revTx" presStyleIdx="0" presStyleCnt="3">
        <dgm:presLayoutVars>
          <dgm:bulletEnabled val="1"/>
        </dgm:presLayoutVars>
      </dgm:prSet>
      <dgm:spPr/>
    </dgm:pt>
    <dgm:pt modelId="{BC623655-930C-47D0-93E4-363AB11D7F8E}" type="pres">
      <dgm:prSet presAssocID="{D47BDF1D-5149-4925-80DD-F2109CE36B0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0C32C21-CF33-41BA-B9F4-638BF827591D}" type="pres">
      <dgm:prSet presAssocID="{D47BDF1D-5149-4925-80DD-F2109CE36B0E}" presName="childText" presStyleLbl="revTx" presStyleIdx="1" presStyleCnt="3">
        <dgm:presLayoutVars>
          <dgm:bulletEnabled val="1"/>
        </dgm:presLayoutVars>
      </dgm:prSet>
      <dgm:spPr/>
    </dgm:pt>
    <dgm:pt modelId="{8D249071-0B68-4202-880B-34444DDA2AE5}" type="pres">
      <dgm:prSet presAssocID="{59669BA1-DABB-4BA2-BC73-A6102487608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CBE00F-4649-4DB1-82A1-B1D22041D7F6}" type="pres">
      <dgm:prSet presAssocID="{59669BA1-DABB-4BA2-BC73-A6102487608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A9E0A02-F144-4C62-9214-5D0C7FE9A44C}" srcId="{59669BA1-DABB-4BA2-BC73-A6102487608B}" destId="{1F2A4E13-753B-4E7D-8936-EFD58E67DFF8}" srcOrd="0" destOrd="0" parTransId="{0237BDA5-945A-4FD8-8C00-E719E0721DFA}" sibTransId="{B52ED1A5-B65C-46EA-A91C-9F646F6ACC27}"/>
    <dgm:cxn modelId="{033DB902-6E3E-4413-8C2A-CCE9F55D53DB}" type="presOf" srcId="{1F2A4E13-753B-4E7D-8936-EFD58E67DFF8}" destId="{9CCBE00F-4649-4DB1-82A1-B1D22041D7F6}" srcOrd="0" destOrd="0" presId="urn:microsoft.com/office/officeart/2005/8/layout/vList2"/>
    <dgm:cxn modelId="{C93D5710-10B8-44C9-BC4F-1F285EB95241}" type="presOf" srcId="{49A621F6-B460-4DEE-A08A-5FF4A734AB23}" destId="{BE83D0EF-8EC8-4901-962C-94BE33511D45}" srcOrd="0" destOrd="1" presId="urn:microsoft.com/office/officeart/2005/8/layout/vList2"/>
    <dgm:cxn modelId="{DB59791B-86A1-4EBF-9B1C-018E9212EE6F}" type="presOf" srcId="{3166A445-F89B-455B-898F-AF5D62805E3A}" destId="{20C32C21-CF33-41BA-B9F4-638BF827591D}" srcOrd="0" destOrd="3" presId="urn:microsoft.com/office/officeart/2005/8/layout/vList2"/>
    <dgm:cxn modelId="{BA52DD1D-70FC-4054-85AF-14B18F47A608}" srcId="{A6CB331C-C063-4211-A0EA-B283063612D0}" destId="{AC8F77B8-816E-4016-9C56-F36E7CD90DE7}" srcOrd="0" destOrd="0" parTransId="{673FF6BA-4847-493C-B9A3-FAF0194C8C03}" sibTransId="{8284733A-5A17-4951-AEA0-69F608D2449D}"/>
    <dgm:cxn modelId="{1131B81F-DDAF-48FA-B045-091FC4C833D9}" srcId="{D47BDF1D-5149-4925-80DD-F2109CE36B0E}" destId="{61EF1241-E3B9-4D90-BDF7-805E20983CC7}" srcOrd="2" destOrd="0" parTransId="{A09D07F5-B21A-4CDE-A6DF-0B77D325E5D7}" sibTransId="{F879533D-0008-41BD-AD06-DB3DE424B8B4}"/>
    <dgm:cxn modelId="{15FF0A23-C90D-437B-847C-F372FD15F6EB}" srcId="{D47BDF1D-5149-4925-80DD-F2109CE36B0E}" destId="{60699D51-8DBA-46CB-AEAB-15B784FD712B}" srcOrd="1" destOrd="0" parTransId="{99CDC72D-CDD8-49DB-9796-C39774E96734}" sibTransId="{CB7A17C9-AC2A-4C99-AE69-327C27369203}"/>
    <dgm:cxn modelId="{08F15430-9AA7-492E-8BDB-B75053CB55EE}" srcId="{A6CB331C-C063-4211-A0EA-B283063612D0}" destId="{D47BDF1D-5149-4925-80DD-F2109CE36B0E}" srcOrd="1" destOrd="0" parTransId="{265F53F7-3C25-40B8-8002-92EB12B34EDF}" sibTransId="{37BB5FB3-4241-4FDB-9E1E-E2023D50824A}"/>
    <dgm:cxn modelId="{434E8D5D-29F5-4ADE-AFE5-1CCB1924A893}" type="presOf" srcId="{D47BDF1D-5149-4925-80DD-F2109CE36B0E}" destId="{BC623655-930C-47D0-93E4-363AB11D7F8E}" srcOrd="0" destOrd="0" presId="urn:microsoft.com/office/officeart/2005/8/layout/vList2"/>
    <dgm:cxn modelId="{C770545E-DBD2-4680-9C7F-90860619F283}" type="presOf" srcId="{59669BA1-DABB-4BA2-BC73-A6102487608B}" destId="{8D249071-0B68-4202-880B-34444DDA2AE5}" srcOrd="0" destOrd="0" presId="urn:microsoft.com/office/officeart/2005/8/layout/vList2"/>
    <dgm:cxn modelId="{99216F5F-568B-48C4-BB5D-B61AC0AFE687}" type="presOf" srcId="{BF3C637F-D4F5-4263-9C1E-7F6E5F684ADF}" destId="{20C32C21-CF33-41BA-B9F4-638BF827591D}" srcOrd="0" destOrd="4" presId="urn:microsoft.com/office/officeart/2005/8/layout/vList2"/>
    <dgm:cxn modelId="{1570E36C-47E9-4E28-B031-61BD9131B7A5}" type="presOf" srcId="{AC8F77B8-816E-4016-9C56-F36E7CD90DE7}" destId="{95C12ECC-045C-4203-8725-8B26D622BF3F}" srcOrd="0" destOrd="0" presId="urn:microsoft.com/office/officeart/2005/8/layout/vList2"/>
    <dgm:cxn modelId="{79A1F079-5B70-48D3-A062-F9545572EFE3}" type="presOf" srcId="{60699D51-8DBA-46CB-AEAB-15B784FD712B}" destId="{20C32C21-CF33-41BA-B9F4-638BF827591D}" srcOrd="0" destOrd="1" presId="urn:microsoft.com/office/officeart/2005/8/layout/vList2"/>
    <dgm:cxn modelId="{AB3C1B84-FA23-43ED-894C-8C0147C3DBA9}" srcId="{D47BDF1D-5149-4925-80DD-F2109CE36B0E}" destId="{3166A445-F89B-455B-898F-AF5D62805E3A}" srcOrd="3" destOrd="0" parTransId="{36AC81BA-6048-4880-906E-B030BB550037}" sibTransId="{F278697E-296B-468B-BD4E-1A6A6933C2EF}"/>
    <dgm:cxn modelId="{6A7D4489-1B38-4832-ABE3-EE14E867F9AE}" type="presOf" srcId="{61EF1241-E3B9-4D90-BDF7-805E20983CC7}" destId="{20C32C21-CF33-41BA-B9F4-638BF827591D}" srcOrd="0" destOrd="2" presId="urn:microsoft.com/office/officeart/2005/8/layout/vList2"/>
    <dgm:cxn modelId="{67B0E7AE-780F-420D-A003-978CA4E3A472}" srcId="{AC8F77B8-816E-4016-9C56-F36E7CD90DE7}" destId="{642A7345-75D5-4520-BAD8-6888604FC08C}" srcOrd="2" destOrd="0" parTransId="{45C71DDE-EAE9-4EE4-A540-6C1911D1F9CE}" sibTransId="{B3DEB199-0BC9-4D6A-8838-3A51BED49385}"/>
    <dgm:cxn modelId="{4F8A17C8-5EB5-456A-AEFA-A4DC7796879A}" type="presOf" srcId="{A0B98EE5-BC62-4A9E-BA54-EBC0A50BC495}" destId="{BE83D0EF-8EC8-4901-962C-94BE33511D45}" srcOrd="0" destOrd="0" presId="urn:microsoft.com/office/officeart/2005/8/layout/vList2"/>
    <dgm:cxn modelId="{DA7CE8D5-8F74-4878-A9BA-D46C7B9DAAF3}" srcId="{AC8F77B8-816E-4016-9C56-F36E7CD90DE7}" destId="{49A621F6-B460-4DEE-A08A-5FF4A734AB23}" srcOrd="1" destOrd="0" parTransId="{6241E51A-7351-4ACB-8E8A-7D8B7E0DBFC6}" sibTransId="{5F2BADC8-B411-4DA9-9DCF-8FD2DC6D0F0F}"/>
    <dgm:cxn modelId="{E9CD60D9-511A-4280-93F4-F1A59CF0A47B}" type="presOf" srcId="{6F9D0896-E2E5-4910-80CD-09DDC3F724DB}" destId="{20C32C21-CF33-41BA-B9F4-638BF827591D}" srcOrd="0" destOrd="0" presId="urn:microsoft.com/office/officeart/2005/8/layout/vList2"/>
    <dgm:cxn modelId="{3B7D86EA-4F79-4759-86E2-B8D2724273A3}" type="presOf" srcId="{A6CB331C-C063-4211-A0EA-B283063612D0}" destId="{A03FF867-55C9-4D79-B595-7132D536F496}" srcOrd="0" destOrd="0" presId="urn:microsoft.com/office/officeart/2005/8/layout/vList2"/>
    <dgm:cxn modelId="{494C1DEF-7C88-4D0B-B0D1-8FB29C2C482D}" srcId="{D47BDF1D-5149-4925-80DD-F2109CE36B0E}" destId="{6F9D0896-E2E5-4910-80CD-09DDC3F724DB}" srcOrd="0" destOrd="0" parTransId="{6B21B92D-A72B-43C0-951C-84C22E9FCBBE}" sibTransId="{89E3627E-6EC4-4AF5-BB94-6AD2359694F0}"/>
    <dgm:cxn modelId="{D1758FF1-8071-4197-A22A-368B62697CEC}" srcId="{A6CB331C-C063-4211-A0EA-B283063612D0}" destId="{59669BA1-DABB-4BA2-BC73-A6102487608B}" srcOrd="2" destOrd="0" parTransId="{86D810F6-C85E-4F0F-8CC9-7B13188DECFB}" sibTransId="{1241CE6B-767B-444C-9A21-9E240517E062}"/>
    <dgm:cxn modelId="{6818C8F8-D9F9-43C3-95C5-A82C5F9BFDC5}" type="presOf" srcId="{642A7345-75D5-4520-BAD8-6888604FC08C}" destId="{BE83D0EF-8EC8-4901-962C-94BE33511D45}" srcOrd="0" destOrd="2" presId="urn:microsoft.com/office/officeart/2005/8/layout/vList2"/>
    <dgm:cxn modelId="{EEF43EF9-ED5C-4AF2-805C-7FFEB76A22C3}" srcId="{AC8F77B8-816E-4016-9C56-F36E7CD90DE7}" destId="{A0B98EE5-BC62-4A9E-BA54-EBC0A50BC495}" srcOrd="0" destOrd="0" parTransId="{ADF3B0D9-D378-4386-8703-B43A3B8E2888}" sibTransId="{E9E4E2A9-1FA7-404C-975B-D40221B4E145}"/>
    <dgm:cxn modelId="{D63EB4FD-7087-471F-AFA5-DA9A4D8D4B5A}" srcId="{D47BDF1D-5149-4925-80DD-F2109CE36B0E}" destId="{BF3C637F-D4F5-4263-9C1E-7F6E5F684ADF}" srcOrd="4" destOrd="0" parTransId="{3B1C4578-1BDF-4E8E-806D-3DCD9759A9CE}" sibTransId="{7D7C0E4F-6E3B-4515-A77F-7F4AEA430B80}"/>
    <dgm:cxn modelId="{90CBD8F0-EDF9-4A69-A311-A664594F127A}" type="presParOf" srcId="{A03FF867-55C9-4D79-B595-7132D536F496}" destId="{95C12ECC-045C-4203-8725-8B26D622BF3F}" srcOrd="0" destOrd="0" presId="urn:microsoft.com/office/officeart/2005/8/layout/vList2"/>
    <dgm:cxn modelId="{AFE44686-2F62-4A5D-97DA-01045CFD9662}" type="presParOf" srcId="{A03FF867-55C9-4D79-B595-7132D536F496}" destId="{BE83D0EF-8EC8-4901-962C-94BE33511D45}" srcOrd="1" destOrd="0" presId="urn:microsoft.com/office/officeart/2005/8/layout/vList2"/>
    <dgm:cxn modelId="{B524959B-007D-42DE-8C82-E13C7E7A426A}" type="presParOf" srcId="{A03FF867-55C9-4D79-B595-7132D536F496}" destId="{BC623655-930C-47D0-93E4-363AB11D7F8E}" srcOrd="2" destOrd="0" presId="urn:microsoft.com/office/officeart/2005/8/layout/vList2"/>
    <dgm:cxn modelId="{F3D1D750-AA9D-4FE5-9E39-1C852D7A4DAD}" type="presParOf" srcId="{A03FF867-55C9-4D79-B595-7132D536F496}" destId="{20C32C21-CF33-41BA-B9F4-638BF827591D}" srcOrd="3" destOrd="0" presId="urn:microsoft.com/office/officeart/2005/8/layout/vList2"/>
    <dgm:cxn modelId="{BCA12E4F-EAF3-4C4E-BC36-547F88C4EFF7}" type="presParOf" srcId="{A03FF867-55C9-4D79-B595-7132D536F496}" destId="{8D249071-0B68-4202-880B-34444DDA2AE5}" srcOrd="4" destOrd="0" presId="urn:microsoft.com/office/officeart/2005/8/layout/vList2"/>
    <dgm:cxn modelId="{8EB80852-B1E3-4671-9775-CE7493ACE20B}" type="presParOf" srcId="{A03FF867-55C9-4D79-B595-7132D536F496}" destId="{9CCBE00F-4649-4DB1-82A1-B1D22041D7F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E18A27-A64F-47C3-8221-EBF1A189EBD8}">
      <dsp:nvSpPr>
        <dsp:cNvPr id="0" name=""/>
        <dsp:cNvSpPr/>
      </dsp:nvSpPr>
      <dsp:spPr>
        <a:xfrm rot="5400000">
          <a:off x="5033786" y="-2519005"/>
          <a:ext cx="1121829" cy="6465323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Grouping: Splitting data into categories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Aggregation: Summarizing groups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Merging: Joining multiple tables</a:t>
          </a:r>
        </a:p>
      </dsp:txBody>
      <dsp:txXfrm rot="-5400000">
        <a:off x="2362040" y="207504"/>
        <a:ext cx="6410560" cy="1012303"/>
      </dsp:txXfrm>
    </dsp:sp>
    <dsp:sp modelId="{48430B75-8671-40BC-B64B-A4CD7D7C0E0B}">
      <dsp:nvSpPr>
        <dsp:cNvPr id="0" name=""/>
        <dsp:cNvSpPr/>
      </dsp:nvSpPr>
      <dsp:spPr>
        <a:xfrm>
          <a:off x="53593" y="2124"/>
          <a:ext cx="2235696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Definitions:</a:t>
          </a:r>
        </a:p>
      </dsp:txBody>
      <dsp:txXfrm>
        <a:off x="122047" y="70578"/>
        <a:ext cx="2098788" cy="1265378"/>
      </dsp:txXfrm>
    </dsp:sp>
    <dsp:sp modelId="{DB49E06A-85CC-419A-86FE-8D14C8A3E66E}">
      <dsp:nvSpPr>
        <dsp:cNvPr id="0" name=""/>
        <dsp:cNvSpPr/>
      </dsp:nvSpPr>
      <dsp:spPr>
        <a:xfrm rot="5400000">
          <a:off x="5063054" y="-1065487"/>
          <a:ext cx="1121829" cy="6482313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highlight>
                <a:srgbClr val="FFFF00"/>
              </a:highlight>
            </a:rPr>
            <a:t>df.groupby</a:t>
          </a:r>
          <a:r>
            <a:rPr lang="en-US" sz="2000" kern="1200" dirty="0">
              <a:highlight>
                <a:srgbClr val="FFFF00"/>
              </a:highlight>
            </a:rPr>
            <a:t>("Class")["Marks"].mean()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highlight>
                <a:srgbClr val="FFFF00"/>
              </a:highlight>
            </a:rPr>
            <a:t>df.groupby</a:t>
          </a:r>
          <a:r>
            <a:rPr lang="en-US" sz="2000" kern="1200" dirty="0">
              <a:highlight>
                <a:srgbClr val="FFFF00"/>
              </a:highlight>
            </a:rPr>
            <a:t>("Gender").</a:t>
          </a:r>
          <a:r>
            <a:rPr lang="en-US" sz="2000" kern="1200" dirty="0" err="1">
              <a:highlight>
                <a:srgbClr val="FFFF00"/>
              </a:highlight>
            </a:rPr>
            <a:t>agg</a:t>
          </a:r>
          <a:r>
            <a:rPr lang="en-US" sz="2000" kern="1200" dirty="0">
              <a:highlight>
                <a:srgbClr val="FFFF00"/>
              </a:highlight>
            </a:rPr>
            <a:t>({"Marks": ["min", "max"]})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highlight>
                <a:srgbClr val="FFFF00"/>
              </a:highlight>
            </a:rPr>
            <a:t>pd.merge</a:t>
          </a:r>
          <a:r>
            <a:rPr lang="en-US" sz="2000" kern="1200" dirty="0">
              <a:highlight>
                <a:srgbClr val="FFFF00"/>
              </a:highlight>
            </a:rPr>
            <a:t>(df1, df2, on="ID")</a:t>
          </a:r>
        </a:p>
      </dsp:txBody>
      <dsp:txXfrm rot="-5400000">
        <a:off x="2382813" y="1669517"/>
        <a:ext cx="6427550" cy="1012303"/>
      </dsp:txXfrm>
    </dsp:sp>
    <dsp:sp modelId="{0DCD5FF6-2D5F-4489-8F9A-F1EAD7B9A2B3}">
      <dsp:nvSpPr>
        <dsp:cNvPr id="0" name=""/>
        <dsp:cNvSpPr/>
      </dsp:nvSpPr>
      <dsp:spPr>
        <a:xfrm>
          <a:off x="53593" y="1474525"/>
          <a:ext cx="2329218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Examples:</a:t>
          </a:r>
        </a:p>
      </dsp:txBody>
      <dsp:txXfrm>
        <a:off x="122047" y="1542979"/>
        <a:ext cx="2192310" cy="1265378"/>
      </dsp:txXfrm>
    </dsp:sp>
    <dsp:sp modelId="{268A0879-E087-4018-B9BD-3C991ED0F33F}">
      <dsp:nvSpPr>
        <dsp:cNvPr id="0" name=""/>
        <dsp:cNvSpPr/>
      </dsp:nvSpPr>
      <dsp:spPr>
        <a:xfrm rot="5400000">
          <a:off x="5139333" y="372210"/>
          <a:ext cx="1121829" cy="6551719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Grouping helps compare categories.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Merging is similar to combining two Excel sheets based on a common column.</a:t>
          </a:r>
        </a:p>
      </dsp:txBody>
      <dsp:txXfrm rot="-5400000">
        <a:off x="2424389" y="3141918"/>
        <a:ext cx="6496956" cy="1012303"/>
      </dsp:txXfrm>
    </dsp:sp>
    <dsp:sp modelId="{E9EADADA-1674-429C-8B97-85050F83211A}">
      <dsp:nvSpPr>
        <dsp:cNvPr id="0" name=""/>
        <dsp:cNvSpPr/>
      </dsp:nvSpPr>
      <dsp:spPr>
        <a:xfrm>
          <a:off x="53593" y="2946926"/>
          <a:ext cx="2370794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Explanation:</a:t>
          </a:r>
        </a:p>
      </dsp:txBody>
      <dsp:txXfrm>
        <a:off x="122047" y="3015380"/>
        <a:ext cx="2233886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E5C3C-7EF7-4A53-A00C-40096BEF2A57}">
      <dsp:nvSpPr>
        <dsp:cNvPr id="0" name=""/>
        <dsp:cNvSpPr/>
      </dsp:nvSpPr>
      <dsp:spPr>
        <a:xfrm>
          <a:off x="0" y="434052"/>
          <a:ext cx="5636376" cy="1300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7445" tIns="583184" rIns="43744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Pandas includes basic plotting using Matplotlib internally.</a:t>
          </a:r>
        </a:p>
      </dsp:txBody>
      <dsp:txXfrm>
        <a:off x="0" y="434052"/>
        <a:ext cx="5636376" cy="1300950"/>
      </dsp:txXfrm>
    </dsp:sp>
    <dsp:sp modelId="{FCAB5562-F938-4FB8-A686-AA26739377BB}">
      <dsp:nvSpPr>
        <dsp:cNvPr id="0" name=""/>
        <dsp:cNvSpPr/>
      </dsp:nvSpPr>
      <dsp:spPr>
        <a:xfrm>
          <a:off x="281818" y="20772"/>
          <a:ext cx="3945463" cy="8265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29" tIns="0" rIns="14912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Definition:</a:t>
          </a:r>
        </a:p>
      </dsp:txBody>
      <dsp:txXfrm>
        <a:off x="322167" y="61121"/>
        <a:ext cx="3864765" cy="745862"/>
      </dsp:txXfrm>
    </dsp:sp>
    <dsp:sp modelId="{78CDCAB6-3994-4314-B4F1-5B21489EDAC7}">
      <dsp:nvSpPr>
        <dsp:cNvPr id="0" name=""/>
        <dsp:cNvSpPr/>
      </dsp:nvSpPr>
      <dsp:spPr>
        <a:xfrm>
          <a:off x="0" y="2299482"/>
          <a:ext cx="5636376" cy="1345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7445" tIns="583184" rIns="43744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df.plot</a:t>
          </a:r>
          <a:r>
            <a:rPr lang="en-US" sz="2000" kern="1200" dirty="0"/>
            <a:t>(kind=“line", x="Name", y="Marks")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df.plot(kind="bar", x="Name", y="Marks")</a:t>
          </a:r>
        </a:p>
      </dsp:txBody>
      <dsp:txXfrm>
        <a:off x="0" y="2299482"/>
        <a:ext cx="5636376" cy="1345050"/>
      </dsp:txXfrm>
    </dsp:sp>
    <dsp:sp modelId="{0B2F1867-772B-4431-8E02-44690F7E4BBA}">
      <dsp:nvSpPr>
        <dsp:cNvPr id="0" name=""/>
        <dsp:cNvSpPr/>
      </dsp:nvSpPr>
      <dsp:spPr>
        <a:xfrm>
          <a:off x="281818" y="1886202"/>
          <a:ext cx="3945463" cy="82656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29" tIns="0" rIns="14912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Examples:</a:t>
          </a:r>
        </a:p>
      </dsp:txBody>
      <dsp:txXfrm>
        <a:off x="322167" y="1926551"/>
        <a:ext cx="3864765" cy="745862"/>
      </dsp:txXfrm>
    </dsp:sp>
    <dsp:sp modelId="{BA30B4F5-C447-4A46-9C9D-48523C375E11}">
      <dsp:nvSpPr>
        <dsp:cNvPr id="0" name=""/>
        <dsp:cNvSpPr/>
      </dsp:nvSpPr>
      <dsp:spPr>
        <a:xfrm>
          <a:off x="0" y="4209012"/>
          <a:ext cx="5636376" cy="1300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7445" tIns="583184" rIns="43744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Great for quick visualizations during analysis.</a:t>
          </a:r>
        </a:p>
      </dsp:txBody>
      <dsp:txXfrm>
        <a:off x="0" y="4209012"/>
        <a:ext cx="5636376" cy="1300950"/>
      </dsp:txXfrm>
    </dsp:sp>
    <dsp:sp modelId="{C6B6EA10-4D52-4BCA-9937-46A81528BD6A}">
      <dsp:nvSpPr>
        <dsp:cNvPr id="0" name=""/>
        <dsp:cNvSpPr/>
      </dsp:nvSpPr>
      <dsp:spPr>
        <a:xfrm>
          <a:off x="281818" y="3795732"/>
          <a:ext cx="3945463" cy="8265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29" tIns="0" rIns="14912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Explanation:</a:t>
          </a:r>
        </a:p>
      </dsp:txBody>
      <dsp:txXfrm>
        <a:off x="322167" y="3836081"/>
        <a:ext cx="3864765" cy="745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6BAE5-2CB9-4840-8309-F67F1A7DD934}">
      <dsp:nvSpPr>
        <dsp:cNvPr id="0" name=""/>
        <dsp:cNvSpPr/>
      </dsp:nvSpPr>
      <dsp:spPr>
        <a:xfrm rot="5400000">
          <a:off x="3030962" y="-867955"/>
          <a:ext cx="1425892" cy="352367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/>
            <a:t>Matplotlib is a Python library for creating static graphs.</a:t>
          </a:r>
        </a:p>
      </dsp:txBody>
      <dsp:txXfrm rot="-5400000">
        <a:off x="1982069" y="250544"/>
        <a:ext cx="3454072" cy="1286680"/>
      </dsp:txXfrm>
    </dsp:sp>
    <dsp:sp modelId="{EAC85D30-F88C-4268-83ED-7B011FF70022}">
      <dsp:nvSpPr>
        <dsp:cNvPr id="0" name=""/>
        <dsp:cNvSpPr/>
      </dsp:nvSpPr>
      <dsp:spPr>
        <a:xfrm>
          <a:off x="0" y="2700"/>
          <a:ext cx="1982069" cy="17823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Definition:</a:t>
          </a:r>
        </a:p>
      </dsp:txBody>
      <dsp:txXfrm>
        <a:off x="87008" y="89708"/>
        <a:ext cx="1808053" cy="1608349"/>
      </dsp:txXfrm>
    </dsp:sp>
    <dsp:sp modelId="{6DFF9279-685D-47C1-AA5F-C0417986A7D2}">
      <dsp:nvSpPr>
        <dsp:cNvPr id="0" name=""/>
        <dsp:cNvSpPr/>
      </dsp:nvSpPr>
      <dsp:spPr>
        <a:xfrm rot="5400000">
          <a:off x="3030962" y="1003528"/>
          <a:ext cx="1425892" cy="3523678"/>
        </a:xfrm>
        <a:prstGeom prst="round2Same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0" kern="1200" dirty="0"/>
            <a:t>import </a:t>
          </a:r>
          <a:r>
            <a:rPr lang="en-US" sz="1700" b="0" kern="1200" dirty="0" err="1"/>
            <a:t>matplotlib.pyplot</a:t>
          </a:r>
          <a:r>
            <a:rPr lang="en-US" sz="1700" b="0" kern="1200" dirty="0"/>
            <a:t> as </a:t>
          </a:r>
          <a:r>
            <a:rPr lang="en-US" sz="1700" b="0" kern="1200" dirty="0" err="1"/>
            <a:t>plt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 err="1"/>
            <a:t>plt.plot</a:t>
          </a:r>
          <a:r>
            <a:rPr lang="en-US" sz="1700" kern="1200" dirty="0"/>
            <a:t>(</a:t>
          </a:r>
          <a:r>
            <a:rPr lang="en-US" sz="1700" kern="1200" dirty="0" err="1"/>
            <a:t>df</a:t>
          </a:r>
          <a:r>
            <a:rPr lang="en-US" sz="1700" kern="1200" dirty="0"/>
            <a:t>["Marks"])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 err="1"/>
            <a:t>plt.bar</a:t>
          </a:r>
          <a:r>
            <a:rPr lang="en-US" sz="1700" kern="1200" dirty="0"/>
            <a:t>(</a:t>
          </a:r>
          <a:r>
            <a:rPr lang="en-US" sz="1700" kern="1200" dirty="0" err="1"/>
            <a:t>df</a:t>
          </a:r>
          <a:r>
            <a:rPr lang="en-US" sz="1700" kern="1200" dirty="0"/>
            <a:t>["Name"], </a:t>
          </a:r>
          <a:r>
            <a:rPr lang="en-US" sz="1700" kern="1200" dirty="0" err="1"/>
            <a:t>df</a:t>
          </a:r>
          <a:r>
            <a:rPr lang="en-US" sz="1700" kern="1200" dirty="0"/>
            <a:t>["Marks"])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 err="1"/>
            <a:t>plt.scatter</a:t>
          </a:r>
          <a:r>
            <a:rPr lang="en-US" sz="1700" kern="1200" dirty="0"/>
            <a:t>(</a:t>
          </a:r>
          <a:r>
            <a:rPr lang="en-US" sz="1700" kern="1200" dirty="0" err="1"/>
            <a:t>df</a:t>
          </a:r>
          <a:r>
            <a:rPr lang="en-US" sz="1700" kern="1200" dirty="0"/>
            <a:t>["Hours"], </a:t>
          </a:r>
          <a:r>
            <a:rPr lang="en-US" sz="1700" kern="1200" dirty="0" err="1"/>
            <a:t>df</a:t>
          </a:r>
          <a:r>
            <a:rPr lang="en-US" sz="1700" kern="1200" dirty="0"/>
            <a:t>["Marks"])</a:t>
          </a:r>
        </a:p>
      </dsp:txBody>
      <dsp:txXfrm rot="-5400000">
        <a:off x="1982069" y="2122027"/>
        <a:ext cx="3454072" cy="1286680"/>
      </dsp:txXfrm>
    </dsp:sp>
    <dsp:sp modelId="{D1E1ADD0-C593-448A-B97F-F7E4652AA045}">
      <dsp:nvSpPr>
        <dsp:cNvPr id="0" name=""/>
        <dsp:cNvSpPr/>
      </dsp:nvSpPr>
      <dsp:spPr>
        <a:xfrm>
          <a:off x="0" y="1874184"/>
          <a:ext cx="1982069" cy="178236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Examples:</a:t>
          </a:r>
        </a:p>
      </dsp:txBody>
      <dsp:txXfrm>
        <a:off x="87008" y="1961192"/>
        <a:ext cx="1808053" cy="1608349"/>
      </dsp:txXfrm>
    </dsp:sp>
    <dsp:sp modelId="{056BFFFE-07D7-4287-982E-069C448F051E}">
      <dsp:nvSpPr>
        <dsp:cNvPr id="0" name=""/>
        <dsp:cNvSpPr/>
      </dsp:nvSpPr>
      <dsp:spPr>
        <a:xfrm rot="5400000">
          <a:off x="3030962" y="2875012"/>
          <a:ext cx="1425892" cy="3523678"/>
        </a:xfrm>
        <a:prstGeom prst="round2Same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/>
            <a:t>Matplotlib gives full control over color, style, labels, and layout — making it essential for custom visualizations.</a:t>
          </a:r>
        </a:p>
      </dsp:txBody>
      <dsp:txXfrm rot="-5400000">
        <a:off x="1982069" y="3993511"/>
        <a:ext cx="3454072" cy="1286680"/>
      </dsp:txXfrm>
    </dsp:sp>
    <dsp:sp modelId="{FB9D382D-C3B4-40B1-9BAB-A9E8CD6EB177}">
      <dsp:nvSpPr>
        <dsp:cNvPr id="0" name=""/>
        <dsp:cNvSpPr/>
      </dsp:nvSpPr>
      <dsp:spPr>
        <a:xfrm>
          <a:off x="0" y="3745668"/>
          <a:ext cx="1982069" cy="178236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Explanation:</a:t>
          </a:r>
        </a:p>
      </dsp:txBody>
      <dsp:txXfrm>
        <a:off x="87008" y="3832676"/>
        <a:ext cx="1808053" cy="16083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A398A1-B957-4491-BD88-FFB0407A4BF2}">
      <dsp:nvSpPr>
        <dsp:cNvPr id="0" name=""/>
        <dsp:cNvSpPr/>
      </dsp:nvSpPr>
      <dsp:spPr>
        <a:xfrm>
          <a:off x="1577340" y="1359"/>
          <a:ext cx="6309360" cy="139378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354022" rIns="122419" bIns="3540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Seaborn is a statistical visualization library that produces beautiful, meaningful graphs.</a:t>
          </a:r>
        </a:p>
      </dsp:txBody>
      <dsp:txXfrm>
        <a:off x="1577340" y="1359"/>
        <a:ext cx="6309360" cy="1393787"/>
      </dsp:txXfrm>
    </dsp:sp>
    <dsp:sp modelId="{704EB8DC-C0E4-4009-B134-9223E4CA4D05}">
      <dsp:nvSpPr>
        <dsp:cNvPr id="0" name=""/>
        <dsp:cNvSpPr/>
      </dsp:nvSpPr>
      <dsp:spPr>
        <a:xfrm>
          <a:off x="0" y="1359"/>
          <a:ext cx="1577340" cy="139378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468" tIns="137675" rIns="83468" bIns="13767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Definition:</a:t>
          </a:r>
        </a:p>
      </dsp:txBody>
      <dsp:txXfrm>
        <a:off x="0" y="1359"/>
        <a:ext cx="1577340" cy="1393787"/>
      </dsp:txXfrm>
    </dsp:sp>
    <dsp:sp modelId="{C11A5ACE-E225-402A-9018-BD2218FD1E33}">
      <dsp:nvSpPr>
        <dsp:cNvPr id="0" name=""/>
        <dsp:cNvSpPr/>
      </dsp:nvSpPr>
      <dsp:spPr>
        <a:xfrm>
          <a:off x="1577340" y="1478775"/>
          <a:ext cx="6309360" cy="1393787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354022" rIns="122419" bIns="3540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kern="1200" dirty="0"/>
            <a:t>import seaborn as </a:t>
          </a:r>
          <a:r>
            <a:rPr lang="en-GB" sz="1800" b="0" kern="1200" dirty="0" err="1"/>
            <a:t>sns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sns.pairplot</a:t>
          </a:r>
          <a:r>
            <a:rPr lang="en-US" sz="1800" kern="1200" dirty="0"/>
            <a:t>(</a:t>
          </a:r>
          <a:r>
            <a:rPr lang="en-US" sz="1800" kern="1200" dirty="0" err="1"/>
            <a:t>df</a:t>
          </a:r>
          <a:r>
            <a:rPr lang="en-US" sz="1800" kern="1200" dirty="0"/>
            <a:t>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sns.heatmap(df.corr(), annot=True)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sns.boxplot(x="Class", y="Marks", data=df)</a:t>
          </a:r>
        </a:p>
      </dsp:txBody>
      <dsp:txXfrm>
        <a:off x="1577340" y="1478775"/>
        <a:ext cx="6309360" cy="1393787"/>
      </dsp:txXfrm>
    </dsp:sp>
    <dsp:sp modelId="{041A9C7C-5A21-4BF8-8231-F28BFC64444C}">
      <dsp:nvSpPr>
        <dsp:cNvPr id="0" name=""/>
        <dsp:cNvSpPr/>
      </dsp:nvSpPr>
      <dsp:spPr>
        <a:xfrm>
          <a:off x="0" y="1478775"/>
          <a:ext cx="1577340" cy="1393787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468" tIns="137675" rIns="83468" bIns="13767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Examples:</a:t>
          </a:r>
        </a:p>
      </dsp:txBody>
      <dsp:txXfrm>
        <a:off x="0" y="1478775"/>
        <a:ext cx="1577340" cy="1393787"/>
      </dsp:txXfrm>
    </dsp:sp>
    <dsp:sp modelId="{F088D22A-38BE-4EE8-B626-31108BEA2D4D}">
      <dsp:nvSpPr>
        <dsp:cNvPr id="0" name=""/>
        <dsp:cNvSpPr/>
      </dsp:nvSpPr>
      <dsp:spPr>
        <a:xfrm>
          <a:off x="1577340" y="2956190"/>
          <a:ext cx="6309360" cy="1393787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354022" rIns="122419" bIns="3540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Used for exploring relationships and patterns in datasets.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Perfect for academic and research-style visualizations.</a:t>
          </a:r>
        </a:p>
      </dsp:txBody>
      <dsp:txXfrm>
        <a:off x="1577340" y="2956190"/>
        <a:ext cx="6309360" cy="1393787"/>
      </dsp:txXfrm>
    </dsp:sp>
    <dsp:sp modelId="{110F140A-8BEA-4D9C-B885-1BF8F0A49FF4}">
      <dsp:nvSpPr>
        <dsp:cNvPr id="0" name=""/>
        <dsp:cNvSpPr/>
      </dsp:nvSpPr>
      <dsp:spPr>
        <a:xfrm>
          <a:off x="0" y="2956190"/>
          <a:ext cx="1577340" cy="1393787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468" tIns="137675" rIns="83468" bIns="13767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Explanation:</a:t>
          </a:r>
        </a:p>
      </dsp:txBody>
      <dsp:txXfrm>
        <a:off x="0" y="2956190"/>
        <a:ext cx="1577340" cy="13937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12ECC-045C-4203-8725-8B26D622BF3F}">
      <dsp:nvSpPr>
        <dsp:cNvPr id="0" name=""/>
        <dsp:cNvSpPr/>
      </dsp:nvSpPr>
      <dsp:spPr>
        <a:xfrm>
          <a:off x="0" y="31273"/>
          <a:ext cx="8229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Definitions:</a:t>
          </a:r>
        </a:p>
      </dsp:txBody>
      <dsp:txXfrm>
        <a:off x="25759" y="57032"/>
        <a:ext cx="8178082" cy="476152"/>
      </dsp:txXfrm>
    </dsp:sp>
    <dsp:sp modelId="{BE83D0EF-8EC8-4901-962C-94BE33511D45}">
      <dsp:nvSpPr>
        <dsp:cNvPr id="0" name=""/>
        <dsp:cNvSpPr/>
      </dsp:nvSpPr>
      <dsp:spPr>
        <a:xfrm>
          <a:off x="0" y="558944"/>
          <a:ext cx="8229600" cy="8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Plotly: Interactive charts with hover, zoom, click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Bokeh: Web-based interactive visualizations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Plotly 3D: Visualizes 3 variables in 3D space</a:t>
          </a:r>
        </a:p>
      </dsp:txBody>
      <dsp:txXfrm>
        <a:off x="0" y="558944"/>
        <a:ext cx="8229600" cy="888030"/>
      </dsp:txXfrm>
    </dsp:sp>
    <dsp:sp modelId="{BC623655-930C-47D0-93E4-363AB11D7F8E}">
      <dsp:nvSpPr>
        <dsp:cNvPr id="0" name=""/>
        <dsp:cNvSpPr/>
      </dsp:nvSpPr>
      <dsp:spPr>
        <a:xfrm>
          <a:off x="0" y="1446974"/>
          <a:ext cx="8229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Examples:</a:t>
          </a:r>
        </a:p>
      </dsp:txBody>
      <dsp:txXfrm>
        <a:off x="25759" y="1472733"/>
        <a:ext cx="8178082" cy="476152"/>
      </dsp:txXfrm>
    </dsp:sp>
    <dsp:sp modelId="{20C32C21-CF33-41BA-B9F4-638BF827591D}">
      <dsp:nvSpPr>
        <dsp:cNvPr id="0" name=""/>
        <dsp:cNvSpPr/>
      </dsp:nvSpPr>
      <dsp:spPr>
        <a:xfrm>
          <a:off x="0" y="1974644"/>
          <a:ext cx="8229600" cy="145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b="0" kern="1200" dirty="0"/>
            <a:t>import </a:t>
          </a:r>
          <a:r>
            <a:rPr lang="en-US" sz="1700" b="0" kern="1200" dirty="0" err="1"/>
            <a:t>plotly.express</a:t>
          </a:r>
          <a:r>
            <a:rPr lang="en-US" sz="1700" b="0" kern="1200" dirty="0"/>
            <a:t> as </a:t>
          </a:r>
          <a:r>
            <a:rPr lang="en-US" sz="1700" b="0" kern="1200" dirty="0" err="1"/>
            <a:t>px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pt-BR" sz="1700" b="0" kern="1200" dirty="0"/>
            <a:t>import plotly.io as pio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 err="1"/>
            <a:t>px.bar</a:t>
          </a:r>
          <a:r>
            <a:rPr lang="en-US" sz="1700" kern="1200" dirty="0"/>
            <a:t>(</a:t>
          </a:r>
          <a:r>
            <a:rPr lang="en-US" sz="1700" kern="1200" dirty="0" err="1"/>
            <a:t>df</a:t>
          </a:r>
          <a:r>
            <a:rPr lang="en-US" sz="1700" kern="1200" dirty="0"/>
            <a:t>, x="Name", y="Marks")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px.scatter_3d(</a:t>
          </a:r>
          <a:r>
            <a:rPr lang="en-US" sz="1700" kern="1200" dirty="0" err="1"/>
            <a:t>df</a:t>
          </a:r>
          <a:r>
            <a:rPr lang="en-US" sz="1700" kern="1200" dirty="0"/>
            <a:t>, x="Marks", y="Hours", z="Attendance")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p = figure(); </a:t>
          </a:r>
          <a:r>
            <a:rPr lang="en-US" sz="1700" kern="1200" dirty="0" err="1"/>
            <a:t>p.line</a:t>
          </a:r>
          <a:r>
            <a:rPr lang="en-US" sz="1700" kern="1200" dirty="0"/>
            <a:t>([1,2,3],[10,20,30])</a:t>
          </a:r>
        </a:p>
      </dsp:txBody>
      <dsp:txXfrm>
        <a:off x="0" y="1974644"/>
        <a:ext cx="8229600" cy="1457280"/>
      </dsp:txXfrm>
    </dsp:sp>
    <dsp:sp modelId="{8D249071-0B68-4202-880B-34444DDA2AE5}">
      <dsp:nvSpPr>
        <dsp:cNvPr id="0" name=""/>
        <dsp:cNvSpPr/>
      </dsp:nvSpPr>
      <dsp:spPr>
        <a:xfrm>
          <a:off x="0" y="3431924"/>
          <a:ext cx="8229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Explanation:</a:t>
          </a:r>
        </a:p>
      </dsp:txBody>
      <dsp:txXfrm>
        <a:off x="25759" y="3457683"/>
        <a:ext cx="8178082" cy="476152"/>
      </dsp:txXfrm>
    </dsp:sp>
    <dsp:sp modelId="{9CCBE00F-4649-4DB1-82A1-B1D22041D7F6}">
      <dsp:nvSpPr>
        <dsp:cNvPr id="0" name=""/>
        <dsp:cNvSpPr/>
      </dsp:nvSpPr>
      <dsp:spPr>
        <a:xfrm>
          <a:off x="0" y="3959594"/>
          <a:ext cx="8229600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These tools create dashboards and interactive analytics useful for presentations and projects.</a:t>
          </a:r>
        </a:p>
      </dsp:txBody>
      <dsp:txXfrm>
        <a:off x="0" y="3959594"/>
        <a:ext cx="8229600" cy="535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9962D-4DEA-428A-916C-751CC5152906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74CA2-FBB7-4468-8DAC-18DEC09120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593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74CA2-FBB7-4468-8DAC-18DEC09120C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455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steps help to understand what the dataset contains.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74CA2-FBB7-4468-8DAC-18DEC09120C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906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GB" sz="4700"/>
              <a:t>Python Data Analysis &amp;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7D2CF-5A97-AFB5-A1D4-2551F636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05" r="51697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6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082" y="3545633"/>
            <a:ext cx="8229600" cy="211493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dirty="0"/>
              <a:t>Takeaway</a:t>
            </a:r>
            <a:r>
              <a:rPr sz="3600" dirty="0"/>
              <a:t>:</a:t>
            </a:r>
          </a:p>
          <a:p>
            <a:pPr marL="0" indent="0">
              <a:buNone/>
            </a:pPr>
            <a:r>
              <a:rPr lang="en-GB" sz="2800" dirty="0"/>
              <a:t>L</a:t>
            </a:r>
            <a:r>
              <a:rPr sz="2800" dirty="0"/>
              <a:t>earn to load data, clean it, analyze patterns, and build visual charts, including advanced interactive and geo-based plots.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28DC73-0DF5-3750-0A04-8021541EC760}"/>
              </a:ext>
            </a:extLst>
          </p:cNvPr>
          <p:cNvSpPr txBox="1">
            <a:spLocks/>
          </p:cNvSpPr>
          <p:nvPr/>
        </p:nvSpPr>
        <p:spPr>
          <a:xfrm>
            <a:off x="628261" y="936173"/>
            <a:ext cx="7862596" cy="22409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3600" dirty="0"/>
              <a:t>Libraries:</a:t>
            </a:r>
          </a:p>
          <a:p>
            <a:pPr marL="0" indent="0">
              <a:buFont typeface="Arial"/>
              <a:buNone/>
            </a:pPr>
            <a:r>
              <a:rPr lang="en-US" sz="2800" b="1" dirty="0"/>
              <a:t>Manipulation : </a:t>
            </a:r>
            <a:r>
              <a:rPr lang="en-US" sz="2800" dirty="0"/>
              <a:t>Pandas</a:t>
            </a:r>
          </a:p>
          <a:p>
            <a:pPr marL="0" indent="0">
              <a:buFont typeface="Arial"/>
              <a:buNone/>
            </a:pPr>
            <a:r>
              <a:rPr lang="en-US" sz="2800" b="1" dirty="0"/>
              <a:t>Visualization : </a:t>
            </a:r>
            <a:r>
              <a:rPr lang="en-US" sz="2800" dirty="0"/>
              <a:t>Matplotlib, Seaborn, </a:t>
            </a:r>
            <a:r>
              <a:rPr lang="en-US" sz="2800" dirty="0" err="1"/>
              <a:t>Plotly</a:t>
            </a:r>
            <a:r>
              <a:rPr lang="en-US" sz="2800" dirty="0"/>
              <a:t>, Bokeh &amp; Folium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GB" sz="4700" dirty="0"/>
              <a:t>What is Pandas?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3B67A0E4-EF5B-A9BC-1CD8-709D48209F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18" r="28032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6499" y="2544147"/>
            <a:ext cx="5035156" cy="364634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b="1" dirty="0"/>
              <a:t>Definition</a:t>
            </a:r>
            <a:r>
              <a:rPr lang="en-US" sz="2400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A python library used to work with structured data, such as tables found in CSV or Excel files.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400" b="1" dirty="0"/>
              <a:t>Explanation</a:t>
            </a:r>
            <a:r>
              <a:rPr lang="en-US" sz="2400" dirty="0"/>
              <a:t>: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It allows us to load data from files, clean it, filter it, transform it, and prepare it for analysis and visualization.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It is the foundation of most data science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/>
              <a:t>Data Structures: Series &amp; DataFrame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21677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2000" dirty="0"/>
              <a:t>Definition:</a:t>
            </a:r>
          </a:p>
          <a:p>
            <a:pPr>
              <a:lnSpc>
                <a:spcPct val="90000"/>
              </a:lnSpc>
            </a:pPr>
            <a:r>
              <a:rPr lang="en-GB" sz="2000" b="1" dirty="0"/>
              <a:t>Series</a:t>
            </a:r>
            <a:r>
              <a:rPr lang="en-GB" sz="2000" dirty="0"/>
              <a:t>: A one-dimensional </a:t>
            </a:r>
            <a:r>
              <a:rPr lang="en-GB" sz="2000" dirty="0" err="1"/>
              <a:t>labeled</a:t>
            </a:r>
            <a:r>
              <a:rPr lang="en-GB" sz="2000" dirty="0"/>
              <a:t> array.</a:t>
            </a:r>
          </a:p>
          <a:p>
            <a:pPr>
              <a:lnSpc>
                <a:spcPct val="90000"/>
              </a:lnSpc>
            </a:pPr>
            <a:r>
              <a:rPr lang="en-GB" sz="2000" b="1" dirty="0" err="1"/>
              <a:t>DataFrame</a:t>
            </a:r>
            <a:r>
              <a:rPr lang="en-GB" sz="2000" dirty="0"/>
              <a:t>: A two-dimensional table with rows and columns.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/>
              <a:t>Example: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GB" sz="2000" dirty="0">
                <a:highlight>
                  <a:srgbClr val="FFFF00"/>
                </a:highlight>
              </a:rPr>
              <a:t>s = </a:t>
            </a:r>
            <a:r>
              <a:rPr lang="en-GB" sz="2000" dirty="0" err="1">
                <a:highlight>
                  <a:srgbClr val="FFFF00"/>
                </a:highlight>
              </a:rPr>
              <a:t>pd.Series</a:t>
            </a:r>
            <a:r>
              <a:rPr lang="en-GB" sz="2000" dirty="0">
                <a:highlight>
                  <a:srgbClr val="FFFF00"/>
                </a:highlight>
              </a:rPr>
              <a:t>([10, 20, 30])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GB" sz="2000" dirty="0" err="1">
                <a:highlight>
                  <a:srgbClr val="FFFF00"/>
                </a:highlight>
              </a:rPr>
              <a:t>df</a:t>
            </a:r>
            <a:r>
              <a:rPr lang="en-GB" sz="2000" dirty="0">
                <a:highlight>
                  <a:srgbClr val="FFFF00"/>
                </a:highlight>
              </a:rPr>
              <a:t> = </a:t>
            </a:r>
            <a:r>
              <a:rPr lang="en-GB" sz="2000" dirty="0" err="1">
                <a:highlight>
                  <a:srgbClr val="FFFF00"/>
                </a:highlight>
              </a:rPr>
              <a:t>pd.DataFrame</a:t>
            </a:r>
            <a:r>
              <a:rPr lang="en-GB" sz="2000" dirty="0">
                <a:highlight>
                  <a:srgbClr val="FFFF00"/>
                </a:highlight>
              </a:rPr>
              <a:t>({"Name":["</a:t>
            </a:r>
            <a:r>
              <a:rPr lang="en-GB" sz="2000" dirty="0" err="1">
                <a:highlight>
                  <a:srgbClr val="FFFF00"/>
                </a:highlight>
              </a:rPr>
              <a:t>Siva","Nithish</a:t>
            </a:r>
            <a:r>
              <a:rPr lang="en-GB" sz="2000" dirty="0">
                <a:highlight>
                  <a:srgbClr val="FFFF00"/>
                </a:highlight>
              </a:rPr>
              <a:t>"], "Marks":[80,90]})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/>
              <a:t>Explanation:</a:t>
            </a:r>
          </a:p>
          <a:p>
            <a:pPr>
              <a:lnSpc>
                <a:spcPct val="90000"/>
              </a:lnSpc>
            </a:pPr>
            <a:r>
              <a:rPr lang="en-GB" sz="2000" dirty="0"/>
              <a:t>A Series behaves like a single column.</a:t>
            </a:r>
          </a:p>
          <a:p>
            <a:pPr>
              <a:lnSpc>
                <a:spcPct val="90000"/>
              </a:lnSpc>
            </a:pPr>
            <a:r>
              <a:rPr lang="en-GB" sz="2000" dirty="0"/>
              <a:t>A </a:t>
            </a:r>
            <a:r>
              <a:rPr lang="en-GB" sz="2000" dirty="0" err="1"/>
              <a:t>DataFrame</a:t>
            </a:r>
            <a:r>
              <a:rPr lang="en-GB" sz="2000" dirty="0"/>
              <a:t> behaves like an entire spreadsheet.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Loading &amp; Exploring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2408" y="649480"/>
            <a:ext cx="5969306" cy="5546047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GB" sz="2000" dirty="0"/>
              <a:t>Definition:</a:t>
            </a:r>
          </a:p>
          <a:p>
            <a:pPr marL="400050" lvl="1" indent="0">
              <a:buNone/>
            </a:pPr>
            <a:r>
              <a:rPr lang="en-GB" sz="2000" dirty="0"/>
              <a:t>Loading data means importing external files into a </a:t>
            </a:r>
            <a:r>
              <a:rPr lang="en-GB" sz="2000" dirty="0" err="1"/>
              <a:t>DataFrame</a:t>
            </a:r>
            <a:r>
              <a:rPr lang="en-GB" sz="2000" dirty="0"/>
              <a:t>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Examples:</a:t>
            </a:r>
          </a:p>
          <a:p>
            <a:pPr marL="400050" lvl="1" indent="0">
              <a:buNone/>
            </a:pPr>
            <a:r>
              <a:rPr lang="en-GB" sz="2000" dirty="0" err="1">
                <a:highlight>
                  <a:srgbClr val="FFFF00"/>
                </a:highlight>
              </a:rPr>
              <a:t>df</a:t>
            </a:r>
            <a:r>
              <a:rPr lang="en-GB" sz="2000" dirty="0">
                <a:highlight>
                  <a:srgbClr val="FFFF00"/>
                </a:highlight>
              </a:rPr>
              <a:t> = </a:t>
            </a:r>
            <a:r>
              <a:rPr lang="en-GB" sz="2000" dirty="0" err="1">
                <a:highlight>
                  <a:srgbClr val="FFFF00"/>
                </a:highlight>
              </a:rPr>
              <a:t>pd.read_csv</a:t>
            </a:r>
            <a:r>
              <a:rPr lang="en-GB" sz="2000" dirty="0">
                <a:highlight>
                  <a:srgbClr val="FFFF00"/>
                </a:highlight>
              </a:rPr>
              <a:t>("students.csv")</a:t>
            </a:r>
          </a:p>
          <a:p>
            <a:pPr marL="400050" lvl="1" indent="0">
              <a:buNone/>
            </a:pPr>
            <a:r>
              <a:rPr lang="en-GB" sz="2000" dirty="0" err="1">
                <a:highlight>
                  <a:srgbClr val="FFFF00"/>
                </a:highlight>
              </a:rPr>
              <a:t>df.head</a:t>
            </a:r>
            <a:r>
              <a:rPr lang="en-GB" sz="2000" dirty="0">
                <a:highlight>
                  <a:srgbClr val="FFFF00"/>
                </a:highlight>
              </a:rPr>
              <a:t>()</a:t>
            </a:r>
          </a:p>
          <a:p>
            <a:pPr marL="400050" lvl="1" indent="0">
              <a:buNone/>
            </a:pPr>
            <a:r>
              <a:rPr lang="en-GB" sz="2000" dirty="0" err="1"/>
              <a:t>df.tail</a:t>
            </a:r>
            <a:r>
              <a:rPr lang="en-GB" sz="2000" dirty="0"/>
              <a:t>()</a:t>
            </a:r>
            <a:endParaRPr lang="en-GB" sz="2000" dirty="0">
              <a:highlight>
                <a:srgbClr val="FFFF00"/>
              </a:highlight>
            </a:endParaRPr>
          </a:p>
          <a:p>
            <a:pPr marL="400050" lvl="1" indent="0">
              <a:buNone/>
            </a:pPr>
            <a:r>
              <a:rPr lang="en-GB" sz="2000" dirty="0">
                <a:highlight>
                  <a:srgbClr val="FFFF00"/>
                </a:highlight>
              </a:rPr>
              <a:t>df.info()</a:t>
            </a:r>
          </a:p>
          <a:p>
            <a:pPr marL="400050" lvl="1" indent="0">
              <a:buNone/>
            </a:pPr>
            <a:r>
              <a:rPr lang="en-GB" sz="2000" dirty="0" err="1">
                <a:highlight>
                  <a:srgbClr val="FFFF00"/>
                </a:highlight>
              </a:rPr>
              <a:t>df.describe</a:t>
            </a:r>
            <a:r>
              <a:rPr lang="en-GB" sz="2000" dirty="0">
                <a:highlight>
                  <a:srgbClr val="FFFF00"/>
                </a:highlight>
              </a:rPr>
              <a:t>()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Explanation:</a:t>
            </a:r>
          </a:p>
          <a:p>
            <a:pPr marL="400050" lvl="1" indent="0">
              <a:buNone/>
            </a:pPr>
            <a:r>
              <a:rPr lang="en-GB" sz="2000" dirty="0">
                <a:highlight>
                  <a:srgbClr val="00FF00"/>
                </a:highlight>
              </a:rPr>
              <a:t>head() </a:t>
            </a:r>
            <a:r>
              <a:rPr lang="en-GB" sz="2000" dirty="0"/>
              <a:t>shows the first few rows (5)</a:t>
            </a:r>
          </a:p>
          <a:p>
            <a:pPr marL="400050" lvl="1" indent="0">
              <a:buNone/>
            </a:pPr>
            <a:r>
              <a:rPr lang="en-GB" sz="2000" dirty="0">
                <a:highlight>
                  <a:srgbClr val="00FF00"/>
                </a:highlight>
              </a:rPr>
              <a:t>tail() </a:t>
            </a:r>
            <a:r>
              <a:rPr lang="en-GB" sz="2000" dirty="0"/>
              <a:t>shows the last few rows (5)</a:t>
            </a:r>
            <a:endParaRPr lang="en-GB" sz="2000" dirty="0">
              <a:highlight>
                <a:srgbClr val="00FF00"/>
              </a:highlight>
            </a:endParaRPr>
          </a:p>
          <a:p>
            <a:pPr marL="400050" lvl="1" indent="0">
              <a:buNone/>
            </a:pPr>
            <a:r>
              <a:rPr lang="en-GB" sz="2000" dirty="0">
                <a:highlight>
                  <a:srgbClr val="00FF00"/>
                </a:highlight>
              </a:rPr>
              <a:t>info() </a:t>
            </a:r>
            <a:r>
              <a:rPr lang="en-GB" sz="2000" dirty="0"/>
              <a:t>shows column names and data types</a:t>
            </a:r>
          </a:p>
          <a:p>
            <a:pPr marL="400050" lvl="1" indent="0">
              <a:buNone/>
            </a:pPr>
            <a:r>
              <a:rPr lang="en-GB" sz="2000" dirty="0">
                <a:highlight>
                  <a:srgbClr val="00FF00"/>
                </a:highlight>
              </a:rPr>
              <a:t>describe() </a:t>
            </a:r>
            <a:r>
              <a:rPr lang="en-GB" sz="2000" dirty="0"/>
              <a:t>shows statistics such as mean and min/max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Indexing, Selection &amp; Filtering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0" y="535360"/>
            <a:ext cx="5597025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Definition: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1800" dirty="0"/>
              <a:t>Indexing means selecting part of the </a:t>
            </a:r>
            <a:r>
              <a:rPr lang="en-US" sz="1800" dirty="0" err="1"/>
              <a:t>DataFrame</a:t>
            </a:r>
            <a:r>
              <a:rPr lang="en-US" sz="1800" dirty="0"/>
              <a:t> using row/column labels or positions.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Examples: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1800" dirty="0" err="1">
                <a:highlight>
                  <a:srgbClr val="FFFF00"/>
                </a:highlight>
              </a:rPr>
              <a:t>df.loc</a:t>
            </a:r>
            <a:r>
              <a:rPr lang="en-US" sz="1800" dirty="0">
                <a:highlight>
                  <a:srgbClr val="FFFF00"/>
                </a:highlight>
              </a:rPr>
              <a:t>[0, "Marks"]    	</a:t>
            </a:r>
            <a:r>
              <a:rPr lang="en-US" sz="1800" dirty="0"/>
              <a:t># label-based (</a:t>
            </a:r>
            <a:r>
              <a:rPr lang="en-US" sz="1800" dirty="0">
                <a:highlight>
                  <a:srgbClr val="00FF00"/>
                </a:highlight>
              </a:rPr>
              <a:t>0 : Row label</a:t>
            </a:r>
            <a:r>
              <a:rPr lang="en-US" sz="1800" dirty="0"/>
              <a:t>, </a:t>
            </a:r>
            <a:r>
              <a:rPr lang="en-US" sz="1800" dirty="0">
                <a:highlight>
                  <a:srgbClr val="C0C0C0"/>
                </a:highlight>
              </a:rPr>
              <a:t>"marks" : Column label</a:t>
            </a:r>
            <a:r>
              <a:rPr lang="en-US" sz="1800" dirty="0"/>
              <a:t>)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1800" dirty="0" err="1">
                <a:highlight>
                  <a:srgbClr val="FFFF00"/>
                </a:highlight>
              </a:rPr>
              <a:t>df.iloc</a:t>
            </a:r>
            <a:r>
              <a:rPr lang="en-US" sz="1800" dirty="0">
                <a:highlight>
                  <a:srgbClr val="FFFF00"/>
                </a:highlight>
              </a:rPr>
              <a:t>[0, 1]         		</a:t>
            </a:r>
            <a:r>
              <a:rPr lang="en-US" sz="1800" dirty="0"/>
              <a:t># position-based (</a:t>
            </a:r>
            <a:r>
              <a:rPr lang="en-US" sz="1800" dirty="0">
                <a:highlight>
                  <a:srgbClr val="00FF00"/>
                </a:highlight>
              </a:rPr>
              <a:t>0:first row</a:t>
            </a:r>
            <a:r>
              <a:rPr lang="en-US" sz="1800" dirty="0"/>
              <a:t>,</a:t>
            </a:r>
            <a:r>
              <a:rPr lang="en-US" sz="1800" dirty="0">
                <a:highlight>
                  <a:srgbClr val="C0C0C0"/>
                </a:highlight>
              </a:rPr>
              <a:t>1: second column</a:t>
            </a:r>
            <a:r>
              <a:rPr lang="en-US" sz="1800" dirty="0"/>
              <a:t>)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1800" dirty="0" err="1">
                <a:highlight>
                  <a:srgbClr val="FFFF00"/>
                </a:highlight>
              </a:rPr>
              <a:t>df</a:t>
            </a:r>
            <a:r>
              <a:rPr lang="en-US" sz="1800" dirty="0">
                <a:highlight>
                  <a:srgbClr val="FFFF00"/>
                </a:highlight>
              </a:rPr>
              <a:t>[</a:t>
            </a:r>
            <a:r>
              <a:rPr lang="en-US" sz="1800" dirty="0" err="1">
                <a:highlight>
                  <a:srgbClr val="FFFF00"/>
                </a:highlight>
              </a:rPr>
              <a:t>df</a:t>
            </a:r>
            <a:r>
              <a:rPr lang="en-US" sz="1800" dirty="0">
                <a:highlight>
                  <a:srgbClr val="FFFF00"/>
                </a:highlight>
              </a:rPr>
              <a:t>["Marks"] &gt; 80]  	</a:t>
            </a:r>
            <a:r>
              <a:rPr lang="en-US" sz="1800" dirty="0"/>
              <a:t># filtering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Explanation: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This is how we choose specific data we want to analyze.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Filtering is used to extract only the rows that meet a condition.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GB" sz="6000" dirty="0">
                <a:solidFill>
                  <a:srgbClr val="FFFFFF"/>
                </a:solidFill>
              </a:rPr>
              <a:t>Handling Missing Data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2978" y="518400"/>
            <a:ext cx="4560251" cy="5837949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Definition: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Missing data are empty or null values (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NaN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) in a dataset.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Examples:</a:t>
            </a:r>
          </a:p>
          <a:p>
            <a:pPr marL="400050" lvl="1" indent="0">
              <a:buNone/>
            </a:pPr>
            <a:r>
              <a:rPr lang="en-US" sz="2400" dirty="0" err="1">
                <a:solidFill>
                  <a:schemeClr val="tx1">
                    <a:alpha val="80000"/>
                  </a:schemeClr>
                </a:solidFill>
                <a:highlight>
                  <a:srgbClr val="FFFF00"/>
                </a:highlight>
              </a:rPr>
              <a:t>df.isnull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highlight>
                  <a:srgbClr val="FFFF00"/>
                </a:highlight>
              </a:rPr>
              <a:t>()</a:t>
            </a:r>
          </a:p>
          <a:p>
            <a:pPr marL="400050" lvl="1" indent="0">
              <a:buNone/>
            </a:pPr>
            <a:r>
              <a:rPr lang="en-US" sz="2400" dirty="0" err="1">
                <a:solidFill>
                  <a:schemeClr val="tx1">
                    <a:alpha val="80000"/>
                  </a:schemeClr>
                </a:solidFill>
                <a:highlight>
                  <a:srgbClr val="FFFF00"/>
                </a:highlight>
              </a:rPr>
              <a:t>df.dropna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highlight>
                  <a:srgbClr val="FFFF00"/>
                </a:highlight>
              </a:rPr>
              <a:t>()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	# removes rows or columns</a:t>
            </a:r>
          </a:p>
          <a:p>
            <a:pPr marL="400050" lvl="1" indent="0">
              <a:buNone/>
            </a:pPr>
            <a:r>
              <a:rPr lang="en-US" sz="2400" dirty="0" err="1">
                <a:solidFill>
                  <a:schemeClr val="tx1">
                    <a:alpha val="80000"/>
                  </a:schemeClr>
                </a:solidFill>
                <a:highlight>
                  <a:srgbClr val="FFFF00"/>
                </a:highlight>
              </a:rPr>
              <a:t>df.fillna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highlight>
                  <a:srgbClr val="FFFF00"/>
                </a:highlight>
              </a:rPr>
              <a:t>(0)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	# replaces all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NaN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values with 0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Explanation: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Missing values cause calculation errors.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We either remove them or replace them with meaningful data (like 0 or average value).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Definition:</a:t>
            </a:r>
          </a:p>
          <a:p>
            <a:pPr marL="0" indent="0">
              <a:buNone/>
            </a:pPr>
            <a:r>
              <a:rPr dirty="0"/>
              <a:t>Data cleaning means making the dataset correct, consistent, and ready for analysis.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Examples:</a:t>
            </a:r>
          </a:p>
          <a:p>
            <a:pPr marL="0" indent="0">
              <a:buNone/>
            </a:pPr>
            <a:r>
              <a:rPr dirty="0" err="1">
                <a:highlight>
                  <a:srgbClr val="FFFF00"/>
                </a:highlight>
              </a:rPr>
              <a:t>df</a:t>
            </a:r>
            <a:r>
              <a:rPr dirty="0">
                <a:highlight>
                  <a:srgbClr val="FFFF00"/>
                </a:highlight>
              </a:rPr>
              <a:t>["Marks"] = </a:t>
            </a:r>
            <a:r>
              <a:rPr dirty="0" err="1">
                <a:highlight>
                  <a:srgbClr val="FFFF00"/>
                </a:highlight>
              </a:rPr>
              <a:t>df</a:t>
            </a:r>
            <a:r>
              <a:rPr dirty="0">
                <a:highlight>
                  <a:srgbClr val="FFFF00"/>
                </a:highlight>
              </a:rPr>
              <a:t>["Marks"].</a:t>
            </a:r>
            <a:r>
              <a:rPr dirty="0" err="1">
                <a:highlight>
                  <a:srgbClr val="FFFF00"/>
                </a:highlight>
              </a:rPr>
              <a:t>astype</a:t>
            </a:r>
            <a:r>
              <a:rPr dirty="0">
                <a:highlight>
                  <a:srgbClr val="FFFF00"/>
                </a:highlight>
              </a:rPr>
              <a:t>(int)</a:t>
            </a:r>
          </a:p>
          <a:p>
            <a:pPr marL="0" indent="0">
              <a:buNone/>
            </a:pPr>
            <a:r>
              <a:rPr dirty="0" err="1">
                <a:highlight>
                  <a:srgbClr val="FFFF00"/>
                </a:highlight>
              </a:rPr>
              <a:t>df.drop_duplicates</a:t>
            </a:r>
            <a:r>
              <a:rPr dirty="0">
                <a:highlight>
                  <a:srgbClr val="FFFF00"/>
                </a:highlight>
              </a:rPr>
              <a:t>()</a:t>
            </a:r>
          </a:p>
          <a:p>
            <a:pPr marL="0" indent="0">
              <a:buNone/>
            </a:pPr>
            <a:r>
              <a:rPr dirty="0" err="1">
                <a:highlight>
                  <a:srgbClr val="FFFF00"/>
                </a:highlight>
              </a:rPr>
              <a:t>df.rename</a:t>
            </a:r>
            <a:r>
              <a:rPr dirty="0">
                <a:highlight>
                  <a:srgbClr val="FFFF00"/>
                </a:highlight>
              </a:rPr>
              <a:t>(columns={"</a:t>
            </a:r>
            <a:r>
              <a:rPr dirty="0" err="1">
                <a:highlight>
                  <a:srgbClr val="FFFF00"/>
                </a:highlight>
              </a:rPr>
              <a:t>Marks":"Score</a:t>
            </a:r>
            <a:r>
              <a:rPr dirty="0">
                <a:highlight>
                  <a:srgbClr val="FFFF00"/>
                </a:highlight>
              </a:rPr>
              <a:t>"})</a:t>
            </a:r>
          </a:p>
          <a:p>
            <a:pPr marL="0" indent="0">
              <a:buNone/>
            </a:pPr>
            <a:r>
              <a:rPr dirty="0" err="1">
                <a:highlight>
                  <a:srgbClr val="FFFF00"/>
                </a:highlight>
              </a:rPr>
              <a:t>df</a:t>
            </a:r>
            <a:r>
              <a:rPr dirty="0">
                <a:highlight>
                  <a:srgbClr val="FFFF00"/>
                </a:highlight>
              </a:rPr>
              <a:t>["Name"].</a:t>
            </a:r>
            <a:r>
              <a:rPr dirty="0" err="1">
                <a:highlight>
                  <a:srgbClr val="FFFF00"/>
                </a:highlight>
              </a:rPr>
              <a:t>str.upper</a:t>
            </a:r>
            <a:r>
              <a:rPr dirty="0">
                <a:highlight>
                  <a:srgbClr val="FFFF00"/>
                </a:highlight>
              </a:rPr>
              <a:t>()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Real-world data is messy.</a:t>
            </a:r>
          </a:p>
          <a:p>
            <a:pPr marL="0" indent="0">
              <a:buNone/>
            </a:pPr>
            <a:r>
              <a:rPr dirty="0"/>
              <a:t>Cleaning ensures accuracy and readability.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B1DAB6-D45A-68F8-D136-24B154ADF3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535" r="10464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dirty="0"/>
              <a:t>Grouping, Aggregation &amp; Merging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98DB79-0E27-C402-1DCD-CE1402FBB1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818620"/>
              </p:ext>
            </p:extLst>
          </p:nvPr>
        </p:nvGraphicFramePr>
        <p:xfrm>
          <a:off x="46758" y="1825625"/>
          <a:ext cx="902970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133778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22416"/>
            <a:ext cx="3028950" cy="5431376"/>
          </a:xfrm>
        </p:spPr>
        <p:txBody>
          <a:bodyPr>
            <a:normAutofit/>
          </a:bodyPr>
          <a:lstStyle/>
          <a:p>
            <a:r>
              <a:rPr dirty="0"/>
              <a:t>Reshaping Data &amp; Applying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8445" y="713313"/>
            <a:ext cx="5802722" cy="5431376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2000" dirty="0"/>
              <a:t>Definition: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000" dirty="0"/>
              <a:t>	Reshaping data means changing its format for easier analysis.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000" dirty="0"/>
              <a:t>Examples: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GB" sz="2000" dirty="0" err="1">
                <a:highlight>
                  <a:srgbClr val="FFFF00"/>
                </a:highlight>
              </a:rPr>
              <a:t>df.pivot</a:t>
            </a:r>
            <a:r>
              <a:rPr lang="en-GB" sz="2000" dirty="0">
                <a:highlight>
                  <a:srgbClr val="FFFF00"/>
                </a:highlight>
              </a:rPr>
              <a:t>(index="Name", columns="Subject", values="Marks")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GB" sz="2000" dirty="0" err="1">
                <a:highlight>
                  <a:srgbClr val="FFFF00"/>
                </a:highlight>
              </a:rPr>
              <a:t>pd.melt</a:t>
            </a:r>
            <a:r>
              <a:rPr lang="en-GB" sz="2000" dirty="0">
                <a:highlight>
                  <a:srgbClr val="FFFF00"/>
                </a:highlight>
              </a:rPr>
              <a:t>(</a:t>
            </a:r>
            <a:r>
              <a:rPr lang="en-GB" sz="2000" dirty="0" err="1">
                <a:highlight>
                  <a:srgbClr val="FFFF00"/>
                </a:highlight>
              </a:rPr>
              <a:t>df</a:t>
            </a:r>
            <a:r>
              <a:rPr lang="en-GB" sz="2000" dirty="0">
                <a:highlight>
                  <a:srgbClr val="FFFF00"/>
                </a:highlight>
              </a:rPr>
              <a:t>, </a:t>
            </a:r>
            <a:r>
              <a:rPr lang="en-GB" sz="2000" dirty="0" err="1">
                <a:highlight>
                  <a:srgbClr val="FFFF00"/>
                </a:highlight>
              </a:rPr>
              <a:t>id_vars</a:t>
            </a:r>
            <a:r>
              <a:rPr lang="en-GB" sz="2000" dirty="0">
                <a:highlight>
                  <a:srgbClr val="FFFF00"/>
                </a:highlight>
              </a:rPr>
              <a:t>="Name")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GB" sz="2000" dirty="0" err="1">
                <a:highlight>
                  <a:srgbClr val="FFFF00"/>
                </a:highlight>
              </a:rPr>
              <a:t>df</a:t>
            </a:r>
            <a:r>
              <a:rPr lang="en-GB" sz="2000" dirty="0">
                <a:highlight>
                  <a:srgbClr val="FFFF00"/>
                </a:highlight>
              </a:rPr>
              <a:t>["Grade"] = </a:t>
            </a:r>
            <a:r>
              <a:rPr lang="en-GB" sz="2000" dirty="0" err="1">
                <a:highlight>
                  <a:srgbClr val="FFFF00"/>
                </a:highlight>
              </a:rPr>
              <a:t>df</a:t>
            </a:r>
            <a:r>
              <a:rPr lang="en-GB" sz="2000" dirty="0">
                <a:highlight>
                  <a:srgbClr val="FFFF00"/>
                </a:highlight>
              </a:rPr>
              <a:t>["Marks"].apply(lambda x: "A" if x&gt;80 else "B")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000" dirty="0"/>
              <a:t>Explanation: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GB" sz="2000" dirty="0"/>
              <a:t>Different analyses require different shapes of data.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GB" sz="2000" dirty="0"/>
              <a:t>apply() lets us create custom logic to generate new columns.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999BB-D178-1BF5-4805-4001A00C1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20205"/>
            <a:ext cx="8229600" cy="1143000"/>
          </a:xfrm>
        </p:spPr>
        <p:txBody>
          <a:bodyPr/>
          <a:lstStyle/>
          <a:p>
            <a:r>
              <a:rPr lang="en-GB" dirty="0"/>
              <a:t>Data visualisation</a:t>
            </a:r>
          </a:p>
        </p:txBody>
      </p:sp>
    </p:spTree>
    <p:extLst>
      <p:ext uri="{BB962C8B-B14F-4D97-AF65-F5344CB8AC3E}">
        <p14:creationId xmlns:p14="http://schemas.microsoft.com/office/powerpoint/2010/main" val="531937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Pandas Built-in Plotting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66DCDA-65B5-674D-0377-E6FAC2A8C6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943184"/>
              </p:ext>
            </p:extLst>
          </p:nvPr>
        </p:nvGraphicFramePr>
        <p:xfrm>
          <a:off x="3507624" y="683798"/>
          <a:ext cx="5636376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rgbClr val="FFFFFF"/>
                </a:solidFill>
              </a:rPr>
              <a:t>Matplotlib Visualization Basics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50AC36-1C71-1FF9-4FCE-B9336FB6F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109534"/>
              </p:ext>
            </p:extLst>
          </p:nvPr>
        </p:nvGraphicFramePr>
        <p:xfrm>
          <a:off x="3482742" y="761654"/>
          <a:ext cx="5505748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E4C27F-FFB7-45D9-0ACE-BC712F089C4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Seaborn for Advanced Visuals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4A4048-761A-8C3B-6824-5AD27FF4DE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738426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Interactive &amp; 3D Visualization (Plotly + Bokeh)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4B9DEC-244C-2E7A-6E91-CB7469F96A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20347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Geo Plotting with Folium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Definition:</a:t>
            </a:r>
          </a:p>
          <a:p>
            <a:pPr marL="400050" lvl="1" indent="0">
              <a:buNone/>
            </a:pPr>
            <a:r>
              <a:rPr dirty="0"/>
              <a:t>Folium allows plotting data on interactive maps.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Examples:</a:t>
            </a:r>
          </a:p>
          <a:p>
            <a:pPr marL="400050" lvl="1" indent="0">
              <a:buNone/>
            </a:pPr>
            <a:r>
              <a:rPr dirty="0"/>
              <a:t>m = </a:t>
            </a:r>
            <a:r>
              <a:rPr dirty="0" err="1"/>
              <a:t>folium.Map</a:t>
            </a:r>
            <a:r>
              <a:rPr dirty="0"/>
              <a:t>(location=[20.59, 78.96], </a:t>
            </a:r>
            <a:r>
              <a:rPr dirty="0" err="1"/>
              <a:t>zoom_start</a:t>
            </a:r>
            <a:r>
              <a:rPr dirty="0"/>
              <a:t>=5)</a:t>
            </a:r>
          </a:p>
          <a:p>
            <a:pPr marL="400050" lvl="1" indent="0">
              <a:buNone/>
            </a:pPr>
            <a:r>
              <a:rPr dirty="0" err="1"/>
              <a:t>folium.Marker</a:t>
            </a:r>
            <a:r>
              <a:rPr dirty="0"/>
              <a:t>([28.7, 77.1], popup="Delhi").</a:t>
            </a:r>
            <a:r>
              <a:rPr dirty="0" err="1"/>
              <a:t>add_to</a:t>
            </a:r>
            <a:r>
              <a:rPr dirty="0"/>
              <a:t>(m)</a:t>
            </a:r>
          </a:p>
          <a:p>
            <a:pPr marL="400050" lvl="1" indent="0">
              <a:buNone/>
            </a:pPr>
            <a:r>
              <a:rPr dirty="0" err="1"/>
              <a:t>folium.CircleMarker</a:t>
            </a:r>
            <a:r>
              <a:rPr dirty="0"/>
              <a:t>([19.0, 72.8], radius=40).</a:t>
            </a:r>
            <a:r>
              <a:rPr dirty="0" err="1"/>
              <a:t>add_to</a:t>
            </a:r>
            <a:r>
              <a:rPr dirty="0"/>
              <a:t>(m)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400050" lvl="1" indent="0">
              <a:buNone/>
            </a:pPr>
            <a:r>
              <a:rPr dirty="0"/>
              <a:t>Used for geographic data — population, earthquakes, store locations, city analysis,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4792</TotalTime>
  <Words>1132</Words>
  <Application>Microsoft Office PowerPoint</Application>
  <PresentationFormat>On-screen Show (4:3)</PresentationFormat>
  <Paragraphs>159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Python Data Analysis &amp; Visualization</vt:lpstr>
      <vt:lpstr>PowerPoint Presentation</vt:lpstr>
      <vt:lpstr>What is Pandas?</vt:lpstr>
      <vt:lpstr>Data Structures: Series &amp; DataFrame</vt:lpstr>
      <vt:lpstr>Loading &amp; Exploring Data</vt:lpstr>
      <vt:lpstr>Indexing, Selection &amp; Filtering</vt:lpstr>
      <vt:lpstr>Handling Missing Data</vt:lpstr>
      <vt:lpstr>Data Cleaning &amp; Preparation</vt:lpstr>
      <vt:lpstr>Grouping, Aggregation &amp; Merging</vt:lpstr>
      <vt:lpstr>Reshaping Data &amp; Applying Functions</vt:lpstr>
      <vt:lpstr>Data visualisation</vt:lpstr>
      <vt:lpstr>Pandas Built-in Plotting</vt:lpstr>
      <vt:lpstr>Matplotlib Visualization Basics</vt:lpstr>
      <vt:lpstr>Seaborn for Advanced Visuals</vt:lpstr>
      <vt:lpstr>Interactive &amp; 3D Visualization (Plotly + Bokeh)</vt:lpstr>
      <vt:lpstr>Geo Plotting with Folium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Sivakumar Krishnamoorthy</cp:lastModifiedBy>
  <cp:revision>129</cp:revision>
  <dcterms:created xsi:type="dcterms:W3CDTF">2013-01-27T09:14:16Z</dcterms:created>
  <dcterms:modified xsi:type="dcterms:W3CDTF">2025-12-14T09:39:43Z</dcterms:modified>
  <cp:category/>
</cp:coreProperties>
</file>