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0" r:id="rId2"/>
    <p:sldId id="256" r:id="rId3"/>
    <p:sldId id="278" r:id="rId4"/>
    <p:sldId id="274" r:id="rId5"/>
    <p:sldId id="258" r:id="rId6"/>
    <p:sldId id="259" r:id="rId7"/>
    <p:sldId id="277" r:id="rId8"/>
    <p:sldId id="276" r:id="rId9"/>
    <p:sldId id="260" r:id="rId10"/>
    <p:sldId id="275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604" autoAdjust="0"/>
  </p:normalViewPr>
  <p:slideViewPr>
    <p:cSldViewPr snapToGrid="0" snapToObjects="1">
      <p:cViewPr varScale="1">
        <p:scale>
          <a:sx n="73" d="100"/>
          <a:sy n="73" d="100"/>
        </p:scale>
        <p:origin x="148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E23F8F-713A-43F7-9BFC-84E57AF21795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700AF83-CC0A-4985-97E6-FB4378AD002E}">
      <dgm:prSet/>
      <dgm:spPr/>
      <dgm:t>
        <a:bodyPr/>
        <a:lstStyle/>
        <a:p>
          <a:r>
            <a:rPr lang="en-US"/>
            <a:t>Explain</a:t>
          </a:r>
        </a:p>
      </dgm:t>
    </dgm:pt>
    <dgm:pt modelId="{EC5B75B0-AEA1-449B-B8BC-4C8B5E8A00E4}" type="parTrans" cxnId="{D0986330-FCA4-4D08-960E-92A688649C71}">
      <dgm:prSet/>
      <dgm:spPr/>
      <dgm:t>
        <a:bodyPr/>
        <a:lstStyle/>
        <a:p>
          <a:endParaRPr lang="en-US"/>
        </a:p>
      </dgm:t>
    </dgm:pt>
    <dgm:pt modelId="{CD95D6B6-BFC2-4297-B90B-BB77A59093DD}" type="sibTrans" cxnId="{D0986330-FCA4-4D08-960E-92A688649C71}">
      <dgm:prSet/>
      <dgm:spPr/>
      <dgm:t>
        <a:bodyPr/>
        <a:lstStyle/>
        <a:p>
          <a:endParaRPr lang="en-US"/>
        </a:p>
      </dgm:t>
    </dgm:pt>
    <dgm:pt modelId="{15034276-5C6A-4E41-A32A-22EE2A034A04}">
      <dgm:prSet/>
      <dgm:spPr/>
      <dgm:t>
        <a:bodyPr/>
        <a:lstStyle/>
        <a:p>
          <a:r>
            <a:rPr lang="en-US"/>
            <a:t>Explain what data analytics means</a:t>
          </a:r>
        </a:p>
      </dgm:t>
    </dgm:pt>
    <dgm:pt modelId="{82B79B09-1245-4C0D-B8FA-EDD66230E9D8}" type="parTrans" cxnId="{4FEB37D0-F5E4-4156-9359-030EA2DE90F1}">
      <dgm:prSet/>
      <dgm:spPr/>
      <dgm:t>
        <a:bodyPr/>
        <a:lstStyle/>
        <a:p>
          <a:endParaRPr lang="en-US"/>
        </a:p>
      </dgm:t>
    </dgm:pt>
    <dgm:pt modelId="{95DA61AA-67EB-4F2A-859A-932E2E64AA22}" type="sibTrans" cxnId="{4FEB37D0-F5E4-4156-9359-030EA2DE90F1}">
      <dgm:prSet/>
      <dgm:spPr/>
      <dgm:t>
        <a:bodyPr/>
        <a:lstStyle/>
        <a:p>
          <a:endParaRPr lang="en-US"/>
        </a:p>
      </dgm:t>
    </dgm:pt>
    <dgm:pt modelId="{B7DD5C35-0294-44E1-864F-56E35430D781}">
      <dgm:prSet/>
      <dgm:spPr/>
      <dgm:t>
        <a:bodyPr/>
        <a:lstStyle/>
        <a:p>
          <a:r>
            <a:rPr lang="en-US"/>
            <a:t>Identify</a:t>
          </a:r>
        </a:p>
      </dgm:t>
    </dgm:pt>
    <dgm:pt modelId="{5E04B6E2-10CB-4EDC-9DFE-833CF74DF0C5}" type="parTrans" cxnId="{E1F95175-E2D1-4878-A661-229749A7D587}">
      <dgm:prSet/>
      <dgm:spPr/>
      <dgm:t>
        <a:bodyPr/>
        <a:lstStyle/>
        <a:p>
          <a:endParaRPr lang="en-US"/>
        </a:p>
      </dgm:t>
    </dgm:pt>
    <dgm:pt modelId="{CB5458E5-70F8-4D8E-815D-648D960961C9}" type="sibTrans" cxnId="{E1F95175-E2D1-4878-A661-229749A7D587}">
      <dgm:prSet/>
      <dgm:spPr/>
      <dgm:t>
        <a:bodyPr/>
        <a:lstStyle/>
        <a:p>
          <a:endParaRPr lang="en-US"/>
        </a:p>
      </dgm:t>
    </dgm:pt>
    <dgm:pt modelId="{87B4EDDA-D37B-4B7C-A228-7A88ACE53C6F}">
      <dgm:prSet/>
      <dgm:spPr/>
      <dgm:t>
        <a:bodyPr/>
        <a:lstStyle/>
        <a:p>
          <a:r>
            <a:rPr lang="en-US"/>
            <a:t>Identify real-world applications</a:t>
          </a:r>
        </a:p>
      </dgm:t>
    </dgm:pt>
    <dgm:pt modelId="{CAA58FB3-888E-47BC-A51B-7507D388D242}" type="parTrans" cxnId="{5D570B76-4DDF-4251-9FA5-2E2B9F0BBC33}">
      <dgm:prSet/>
      <dgm:spPr/>
      <dgm:t>
        <a:bodyPr/>
        <a:lstStyle/>
        <a:p>
          <a:endParaRPr lang="en-US"/>
        </a:p>
      </dgm:t>
    </dgm:pt>
    <dgm:pt modelId="{B33C9EFF-1609-4A45-9D69-C7F5B9B5B08A}" type="sibTrans" cxnId="{5D570B76-4DDF-4251-9FA5-2E2B9F0BBC33}">
      <dgm:prSet/>
      <dgm:spPr/>
      <dgm:t>
        <a:bodyPr/>
        <a:lstStyle/>
        <a:p>
          <a:endParaRPr lang="en-US"/>
        </a:p>
      </dgm:t>
    </dgm:pt>
    <dgm:pt modelId="{4054E710-214E-4467-B28B-56E06D992A91}">
      <dgm:prSet/>
      <dgm:spPr/>
      <dgm:t>
        <a:bodyPr/>
        <a:lstStyle/>
        <a:p>
          <a:r>
            <a:rPr lang="en-US"/>
            <a:t>Understand</a:t>
          </a:r>
        </a:p>
      </dgm:t>
    </dgm:pt>
    <dgm:pt modelId="{53BBD338-25B0-43EA-A1B0-97B027834754}" type="parTrans" cxnId="{82DB5691-2285-487C-81C1-5CD1FB952735}">
      <dgm:prSet/>
      <dgm:spPr/>
      <dgm:t>
        <a:bodyPr/>
        <a:lstStyle/>
        <a:p>
          <a:endParaRPr lang="en-US"/>
        </a:p>
      </dgm:t>
    </dgm:pt>
    <dgm:pt modelId="{F973AEE3-0BB9-4B32-A934-F617C08895F0}" type="sibTrans" cxnId="{82DB5691-2285-487C-81C1-5CD1FB952735}">
      <dgm:prSet/>
      <dgm:spPr/>
      <dgm:t>
        <a:bodyPr/>
        <a:lstStyle/>
        <a:p>
          <a:endParaRPr lang="en-US"/>
        </a:p>
      </dgm:t>
    </dgm:pt>
    <dgm:pt modelId="{8525FF43-194D-46BD-8C3D-85DED15EF0BA}">
      <dgm:prSet/>
      <dgm:spPr/>
      <dgm:t>
        <a:bodyPr/>
        <a:lstStyle/>
        <a:p>
          <a:r>
            <a:rPr lang="en-US"/>
            <a:t>Understand data types and visualizations</a:t>
          </a:r>
        </a:p>
      </dgm:t>
    </dgm:pt>
    <dgm:pt modelId="{A3B3386A-F9E7-4936-85A1-C36F88D2F659}" type="parTrans" cxnId="{21D295FD-722E-42FC-8C01-875CCF6F303D}">
      <dgm:prSet/>
      <dgm:spPr/>
      <dgm:t>
        <a:bodyPr/>
        <a:lstStyle/>
        <a:p>
          <a:endParaRPr lang="en-US"/>
        </a:p>
      </dgm:t>
    </dgm:pt>
    <dgm:pt modelId="{66B6FF15-A951-481B-88CE-623044EB86A8}" type="sibTrans" cxnId="{21D295FD-722E-42FC-8C01-875CCF6F303D}">
      <dgm:prSet/>
      <dgm:spPr/>
      <dgm:t>
        <a:bodyPr/>
        <a:lstStyle/>
        <a:p>
          <a:endParaRPr lang="en-US"/>
        </a:p>
      </dgm:t>
    </dgm:pt>
    <dgm:pt modelId="{6B1282E7-CF1C-44F1-8DAC-2856C77AFCBD}" type="pres">
      <dgm:prSet presAssocID="{CCE23F8F-713A-43F7-9BFC-84E57AF21795}" presName="Name0" presStyleCnt="0">
        <dgm:presLayoutVars>
          <dgm:dir/>
          <dgm:animLvl val="lvl"/>
          <dgm:resizeHandles val="exact"/>
        </dgm:presLayoutVars>
      </dgm:prSet>
      <dgm:spPr/>
    </dgm:pt>
    <dgm:pt modelId="{4F975797-630F-48C1-B97E-F80A9944C93B}" type="pres">
      <dgm:prSet presAssocID="{A700AF83-CC0A-4985-97E6-FB4378AD002E}" presName="linNode" presStyleCnt="0"/>
      <dgm:spPr/>
    </dgm:pt>
    <dgm:pt modelId="{5C57B769-99F5-456F-BBE2-40D90FC45C13}" type="pres">
      <dgm:prSet presAssocID="{A700AF83-CC0A-4985-97E6-FB4378AD002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E9901AD-79E2-4E3B-9C0A-89496DE07287}" type="pres">
      <dgm:prSet presAssocID="{A700AF83-CC0A-4985-97E6-FB4378AD002E}" presName="descendantText" presStyleLbl="alignAccFollowNode1" presStyleIdx="0" presStyleCnt="3">
        <dgm:presLayoutVars>
          <dgm:bulletEnabled val="1"/>
        </dgm:presLayoutVars>
      </dgm:prSet>
      <dgm:spPr/>
    </dgm:pt>
    <dgm:pt modelId="{17DFB173-9424-4CA3-8387-A15738B7054E}" type="pres">
      <dgm:prSet presAssocID="{CD95D6B6-BFC2-4297-B90B-BB77A59093DD}" presName="sp" presStyleCnt="0"/>
      <dgm:spPr/>
    </dgm:pt>
    <dgm:pt modelId="{DE9A14F0-F8F9-47A9-957A-E7E8AB7A8071}" type="pres">
      <dgm:prSet presAssocID="{B7DD5C35-0294-44E1-864F-56E35430D781}" presName="linNode" presStyleCnt="0"/>
      <dgm:spPr/>
    </dgm:pt>
    <dgm:pt modelId="{94687C53-A4FE-4A53-98A4-61389842F483}" type="pres">
      <dgm:prSet presAssocID="{B7DD5C35-0294-44E1-864F-56E35430D78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E905366-59E9-4FF4-843E-4DB02EE34312}" type="pres">
      <dgm:prSet presAssocID="{B7DD5C35-0294-44E1-864F-56E35430D781}" presName="descendantText" presStyleLbl="alignAccFollowNode1" presStyleIdx="1" presStyleCnt="3">
        <dgm:presLayoutVars>
          <dgm:bulletEnabled val="1"/>
        </dgm:presLayoutVars>
      </dgm:prSet>
      <dgm:spPr/>
    </dgm:pt>
    <dgm:pt modelId="{48DF5CAC-9A4E-490B-BFCF-49B3F03085B6}" type="pres">
      <dgm:prSet presAssocID="{CB5458E5-70F8-4D8E-815D-648D960961C9}" presName="sp" presStyleCnt="0"/>
      <dgm:spPr/>
    </dgm:pt>
    <dgm:pt modelId="{824F4590-7B5C-4CF3-B738-8608440DDF11}" type="pres">
      <dgm:prSet presAssocID="{4054E710-214E-4467-B28B-56E06D992A91}" presName="linNode" presStyleCnt="0"/>
      <dgm:spPr/>
    </dgm:pt>
    <dgm:pt modelId="{29A30426-8413-4642-B266-F09EEC55F79A}" type="pres">
      <dgm:prSet presAssocID="{4054E710-214E-4467-B28B-56E06D992A9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AA7F66F-523E-4D51-AD41-C2D84741FF22}" type="pres">
      <dgm:prSet presAssocID="{4054E710-214E-4467-B28B-56E06D992A9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989001D-B1BF-40AC-8EDB-0AB52E15A356}" type="presOf" srcId="{15034276-5C6A-4E41-A32A-22EE2A034A04}" destId="{9E9901AD-79E2-4E3B-9C0A-89496DE07287}" srcOrd="0" destOrd="0" presId="urn:microsoft.com/office/officeart/2005/8/layout/vList5"/>
    <dgm:cxn modelId="{1810F225-0783-4B29-9212-F666DAF9156A}" type="presOf" srcId="{CCE23F8F-713A-43F7-9BFC-84E57AF21795}" destId="{6B1282E7-CF1C-44F1-8DAC-2856C77AFCBD}" srcOrd="0" destOrd="0" presId="urn:microsoft.com/office/officeart/2005/8/layout/vList5"/>
    <dgm:cxn modelId="{D0986330-FCA4-4D08-960E-92A688649C71}" srcId="{CCE23F8F-713A-43F7-9BFC-84E57AF21795}" destId="{A700AF83-CC0A-4985-97E6-FB4378AD002E}" srcOrd="0" destOrd="0" parTransId="{EC5B75B0-AEA1-449B-B8BC-4C8B5E8A00E4}" sibTransId="{CD95D6B6-BFC2-4297-B90B-BB77A59093DD}"/>
    <dgm:cxn modelId="{073AE948-3D14-46F1-A9D7-0F22FCD5F2B5}" type="presOf" srcId="{A700AF83-CC0A-4985-97E6-FB4378AD002E}" destId="{5C57B769-99F5-456F-BBE2-40D90FC45C13}" srcOrd="0" destOrd="0" presId="urn:microsoft.com/office/officeart/2005/8/layout/vList5"/>
    <dgm:cxn modelId="{129A8B49-D11B-4929-BA42-3F1C4C74E946}" type="presOf" srcId="{87B4EDDA-D37B-4B7C-A228-7A88ACE53C6F}" destId="{BE905366-59E9-4FF4-843E-4DB02EE34312}" srcOrd="0" destOrd="0" presId="urn:microsoft.com/office/officeart/2005/8/layout/vList5"/>
    <dgm:cxn modelId="{E1F95175-E2D1-4878-A661-229749A7D587}" srcId="{CCE23F8F-713A-43F7-9BFC-84E57AF21795}" destId="{B7DD5C35-0294-44E1-864F-56E35430D781}" srcOrd="1" destOrd="0" parTransId="{5E04B6E2-10CB-4EDC-9DFE-833CF74DF0C5}" sibTransId="{CB5458E5-70F8-4D8E-815D-648D960961C9}"/>
    <dgm:cxn modelId="{5D570B76-4DDF-4251-9FA5-2E2B9F0BBC33}" srcId="{B7DD5C35-0294-44E1-864F-56E35430D781}" destId="{87B4EDDA-D37B-4B7C-A228-7A88ACE53C6F}" srcOrd="0" destOrd="0" parTransId="{CAA58FB3-888E-47BC-A51B-7507D388D242}" sibTransId="{B33C9EFF-1609-4A45-9D69-C7F5B9B5B08A}"/>
    <dgm:cxn modelId="{F0E98F7D-6D4F-4B52-8140-83A2C6078CF1}" type="presOf" srcId="{B7DD5C35-0294-44E1-864F-56E35430D781}" destId="{94687C53-A4FE-4A53-98A4-61389842F483}" srcOrd="0" destOrd="0" presId="urn:microsoft.com/office/officeart/2005/8/layout/vList5"/>
    <dgm:cxn modelId="{4EAEB888-3F81-49A4-A3A1-BC3B05CAFEFD}" type="presOf" srcId="{8525FF43-194D-46BD-8C3D-85DED15EF0BA}" destId="{EAA7F66F-523E-4D51-AD41-C2D84741FF22}" srcOrd="0" destOrd="0" presId="urn:microsoft.com/office/officeart/2005/8/layout/vList5"/>
    <dgm:cxn modelId="{82DB5691-2285-487C-81C1-5CD1FB952735}" srcId="{CCE23F8F-713A-43F7-9BFC-84E57AF21795}" destId="{4054E710-214E-4467-B28B-56E06D992A91}" srcOrd="2" destOrd="0" parTransId="{53BBD338-25B0-43EA-A1B0-97B027834754}" sibTransId="{F973AEE3-0BB9-4B32-A934-F617C08895F0}"/>
    <dgm:cxn modelId="{4FEB37D0-F5E4-4156-9359-030EA2DE90F1}" srcId="{A700AF83-CC0A-4985-97E6-FB4378AD002E}" destId="{15034276-5C6A-4E41-A32A-22EE2A034A04}" srcOrd="0" destOrd="0" parTransId="{82B79B09-1245-4C0D-B8FA-EDD66230E9D8}" sibTransId="{95DA61AA-67EB-4F2A-859A-932E2E64AA22}"/>
    <dgm:cxn modelId="{D5ECCAE7-20DB-4066-9B35-EA95C20D0A68}" type="presOf" srcId="{4054E710-214E-4467-B28B-56E06D992A91}" destId="{29A30426-8413-4642-B266-F09EEC55F79A}" srcOrd="0" destOrd="0" presId="urn:microsoft.com/office/officeart/2005/8/layout/vList5"/>
    <dgm:cxn modelId="{21D295FD-722E-42FC-8C01-875CCF6F303D}" srcId="{4054E710-214E-4467-B28B-56E06D992A91}" destId="{8525FF43-194D-46BD-8C3D-85DED15EF0BA}" srcOrd="0" destOrd="0" parTransId="{A3B3386A-F9E7-4936-85A1-C36F88D2F659}" sibTransId="{66B6FF15-A951-481B-88CE-623044EB86A8}"/>
    <dgm:cxn modelId="{C8F9991B-8E81-4185-BDFD-03630EC70DEB}" type="presParOf" srcId="{6B1282E7-CF1C-44F1-8DAC-2856C77AFCBD}" destId="{4F975797-630F-48C1-B97E-F80A9944C93B}" srcOrd="0" destOrd="0" presId="urn:microsoft.com/office/officeart/2005/8/layout/vList5"/>
    <dgm:cxn modelId="{4C35438B-3B31-4D15-838E-417C4143CE4B}" type="presParOf" srcId="{4F975797-630F-48C1-B97E-F80A9944C93B}" destId="{5C57B769-99F5-456F-BBE2-40D90FC45C13}" srcOrd="0" destOrd="0" presId="urn:microsoft.com/office/officeart/2005/8/layout/vList5"/>
    <dgm:cxn modelId="{FCDFB383-84E6-4D99-8D59-C88A58F2A0DB}" type="presParOf" srcId="{4F975797-630F-48C1-B97E-F80A9944C93B}" destId="{9E9901AD-79E2-4E3B-9C0A-89496DE07287}" srcOrd="1" destOrd="0" presId="urn:microsoft.com/office/officeart/2005/8/layout/vList5"/>
    <dgm:cxn modelId="{0A9EE11A-F88E-413F-BB16-212C700172EA}" type="presParOf" srcId="{6B1282E7-CF1C-44F1-8DAC-2856C77AFCBD}" destId="{17DFB173-9424-4CA3-8387-A15738B7054E}" srcOrd="1" destOrd="0" presId="urn:microsoft.com/office/officeart/2005/8/layout/vList5"/>
    <dgm:cxn modelId="{39530335-A2B9-4382-9E79-809EACECBC4B}" type="presParOf" srcId="{6B1282E7-CF1C-44F1-8DAC-2856C77AFCBD}" destId="{DE9A14F0-F8F9-47A9-957A-E7E8AB7A8071}" srcOrd="2" destOrd="0" presId="urn:microsoft.com/office/officeart/2005/8/layout/vList5"/>
    <dgm:cxn modelId="{B3D55802-0E74-4B37-A51B-0CA4E75AADB4}" type="presParOf" srcId="{DE9A14F0-F8F9-47A9-957A-E7E8AB7A8071}" destId="{94687C53-A4FE-4A53-98A4-61389842F483}" srcOrd="0" destOrd="0" presId="urn:microsoft.com/office/officeart/2005/8/layout/vList5"/>
    <dgm:cxn modelId="{7B9286F1-859E-415F-83A4-B62DDDDCA38B}" type="presParOf" srcId="{DE9A14F0-F8F9-47A9-957A-E7E8AB7A8071}" destId="{BE905366-59E9-4FF4-843E-4DB02EE34312}" srcOrd="1" destOrd="0" presId="urn:microsoft.com/office/officeart/2005/8/layout/vList5"/>
    <dgm:cxn modelId="{1C10A59B-936F-4ABF-9B54-9521E26E44DF}" type="presParOf" srcId="{6B1282E7-CF1C-44F1-8DAC-2856C77AFCBD}" destId="{48DF5CAC-9A4E-490B-BFCF-49B3F03085B6}" srcOrd="3" destOrd="0" presId="urn:microsoft.com/office/officeart/2005/8/layout/vList5"/>
    <dgm:cxn modelId="{D1923FB3-5BC1-4DBB-8F51-36B87622F38D}" type="presParOf" srcId="{6B1282E7-CF1C-44F1-8DAC-2856C77AFCBD}" destId="{824F4590-7B5C-4CF3-B738-8608440DDF11}" srcOrd="4" destOrd="0" presId="urn:microsoft.com/office/officeart/2005/8/layout/vList5"/>
    <dgm:cxn modelId="{F7BA2F43-48EB-42FD-AA82-2E828FA1A2E4}" type="presParOf" srcId="{824F4590-7B5C-4CF3-B738-8608440DDF11}" destId="{29A30426-8413-4642-B266-F09EEC55F79A}" srcOrd="0" destOrd="0" presId="urn:microsoft.com/office/officeart/2005/8/layout/vList5"/>
    <dgm:cxn modelId="{67E87B8E-4616-45F8-A134-A37BCA4A9DEA}" type="presParOf" srcId="{824F4590-7B5C-4CF3-B738-8608440DDF11}" destId="{EAA7F66F-523E-4D51-AD41-C2D84741FF2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D757C9-33DD-4068-B3CC-F8A6419794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D27520-55B8-4550-99EA-D2E2193D47CF}">
      <dgm:prSet/>
      <dgm:spPr/>
      <dgm:t>
        <a:bodyPr/>
        <a:lstStyle/>
        <a:p>
          <a:r>
            <a:rPr lang="en-GB"/>
            <a:t>Data is a group of facts that can take many different forms, such as numbers, pictures, words, videos, observations, and more. </a:t>
          </a:r>
          <a:endParaRPr lang="en-US"/>
        </a:p>
      </dgm:t>
    </dgm:pt>
    <dgm:pt modelId="{AAABF265-87DE-4E3E-B8A9-ED66696558E7}" type="parTrans" cxnId="{D151A3B0-A03A-451B-B84F-638F6533C369}">
      <dgm:prSet/>
      <dgm:spPr/>
      <dgm:t>
        <a:bodyPr/>
        <a:lstStyle/>
        <a:p>
          <a:endParaRPr lang="en-US"/>
        </a:p>
      </dgm:t>
    </dgm:pt>
    <dgm:pt modelId="{CFEFF645-41C9-43E3-AB9E-715BCACEA144}" type="sibTrans" cxnId="{D151A3B0-A03A-451B-B84F-638F6533C369}">
      <dgm:prSet/>
      <dgm:spPr/>
      <dgm:t>
        <a:bodyPr/>
        <a:lstStyle/>
        <a:p>
          <a:endParaRPr lang="en-US"/>
        </a:p>
      </dgm:t>
    </dgm:pt>
    <dgm:pt modelId="{30236F96-F3EB-41D3-B9B5-410E78CAD2E9}">
      <dgm:prSet/>
      <dgm:spPr/>
      <dgm:t>
        <a:bodyPr/>
        <a:lstStyle/>
        <a:p>
          <a:r>
            <a:rPr lang="en-GB"/>
            <a:t>We use and create data everyday, like when we stream a show or song or post on social media.</a:t>
          </a:r>
          <a:endParaRPr lang="en-US"/>
        </a:p>
      </dgm:t>
    </dgm:pt>
    <dgm:pt modelId="{1C124E43-AD33-4656-A8BE-E6980BD3585D}" type="parTrans" cxnId="{FFC64EFC-8B0F-4FC2-9725-C4851DAC3E03}">
      <dgm:prSet/>
      <dgm:spPr/>
      <dgm:t>
        <a:bodyPr/>
        <a:lstStyle/>
        <a:p>
          <a:endParaRPr lang="en-US"/>
        </a:p>
      </dgm:t>
    </dgm:pt>
    <dgm:pt modelId="{0C9DB60B-F3DC-4058-9C67-CBAF7F19855E}" type="sibTrans" cxnId="{FFC64EFC-8B0F-4FC2-9725-C4851DAC3E03}">
      <dgm:prSet/>
      <dgm:spPr/>
      <dgm:t>
        <a:bodyPr/>
        <a:lstStyle/>
        <a:p>
          <a:endParaRPr lang="en-US"/>
        </a:p>
      </dgm:t>
    </dgm:pt>
    <dgm:pt modelId="{59B76304-A00D-4DC8-BD3B-B874773D9E17}" type="pres">
      <dgm:prSet presAssocID="{3ED757C9-33DD-4068-B3CC-F8A6419794FC}" presName="linear" presStyleCnt="0">
        <dgm:presLayoutVars>
          <dgm:animLvl val="lvl"/>
          <dgm:resizeHandles val="exact"/>
        </dgm:presLayoutVars>
      </dgm:prSet>
      <dgm:spPr/>
    </dgm:pt>
    <dgm:pt modelId="{3D2A58C2-CEA7-4113-B1F8-F155DA97D297}" type="pres">
      <dgm:prSet presAssocID="{7CD27520-55B8-4550-99EA-D2E2193D47CF}" presName="parentText" presStyleLbl="node1" presStyleIdx="0" presStyleCnt="2" custLinFactY="-1478" custLinFactNeighborX="-3304" custLinFactNeighborY="-100000">
        <dgm:presLayoutVars>
          <dgm:chMax val="0"/>
          <dgm:bulletEnabled val="1"/>
        </dgm:presLayoutVars>
      </dgm:prSet>
      <dgm:spPr/>
    </dgm:pt>
    <dgm:pt modelId="{B89E32FA-EF65-4E1C-99CE-0286229683CF}" type="pres">
      <dgm:prSet presAssocID="{CFEFF645-41C9-43E3-AB9E-715BCACEA144}" presName="spacer" presStyleCnt="0"/>
      <dgm:spPr/>
    </dgm:pt>
    <dgm:pt modelId="{D983A4B3-12DC-47BA-8121-030A1CC60E34}" type="pres">
      <dgm:prSet presAssocID="{30236F96-F3EB-41D3-B9B5-410E78CAD2E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151A3B0-A03A-451B-B84F-638F6533C369}" srcId="{3ED757C9-33DD-4068-B3CC-F8A6419794FC}" destId="{7CD27520-55B8-4550-99EA-D2E2193D47CF}" srcOrd="0" destOrd="0" parTransId="{AAABF265-87DE-4E3E-B8A9-ED66696558E7}" sibTransId="{CFEFF645-41C9-43E3-AB9E-715BCACEA144}"/>
    <dgm:cxn modelId="{42BEC4DB-5011-44D3-8E4C-EA03B4146110}" type="presOf" srcId="{7CD27520-55B8-4550-99EA-D2E2193D47CF}" destId="{3D2A58C2-CEA7-4113-B1F8-F155DA97D297}" srcOrd="0" destOrd="0" presId="urn:microsoft.com/office/officeart/2005/8/layout/vList2"/>
    <dgm:cxn modelId="{4A8AFCDB-C362-4F69-A9C0-E559FE224725}" type="presOf" srcId="{3ED757C9-33DD-4068-B3CC-F8A6419794FC}" destId="{59B76304-A00D-4DC8-BD3B-B874773D9E17}" srcOrd="0" destOrd="0" presId="urn:microsoft.com/office/officeart/2005/8/layout/vList2"/>
    <dgm:cxn modelId="{6D7A91E8-6947-4DBA-96C7-D735CB4ABA57}" type="presOf" srcId="{30236F96-F3EB-41D3-B9B5-410E78CAD2E9}" destId="{D983A4B3-12DC-47BA-8121-030A1CC60E34}" srcOrd="0" destOrd="0" presId="urn:microsoft.com/office/officeart/2005/8/layout/vList2"/>
    <dgm:cxn modelId="{FFC64EFC-8B0F-4FC2-9725-C4851DAC3E03}" srcId="{3ED757C9-33DD-4068-B3CC-F8A6419794FC}" destId="{30236F96-F3EB-41D3-B9B5-410E78CAD2E9}" srcOrd="1" destOrd="0" parTransId="{1C124E43-AD33-4656-A8BE-E6980BD3585D}" sibTransId="{0C9DB60B-F3DC-4058-9C67-CBAF7F19855E}"/>
    <dgm:cxn modelId="{2D290E6A-098F-420C-B92B-B5EE17FD948D}" type="presParOf" srcId="{59B76304-A00D-4DC8-BD3B-B874773D9E17}" destId="{3D2A58C2-CEA7-4113-B1F8-F155DA97D297}" srcOrd="0" destOrd="0" presId="urn:microsoft.com/office/officeart/2005/8/layout/vList2"/>
    <dgm:cxn modelId="{D5A04DE3-DA66-4BB6-8F66-7FBC4022AD8D}" type="presParOf" srcId="{59B76304-A00D-4DC8-BD3B-B874773D9E17}" destId="{B89E32FA-EF65-4E1C-99CE-0286229683CF}" srcOrd="1" destOrd="0" presId="urn:microsoft.com/office/officeart/2005/8/layout/vList2"/>
    <dgm:cxn modelId="{EAD0B535-2A68-4F91-941A-88AC76AA411F}" type="presParOf" srcId="{59B76304-A00D-4DC8-BD3B-B874773D9E17}" destId="{D983A4B3-12DC-47BA-8121-030A1CC60E3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4D196C-AA20-4A1A-B0ED-F74AC58CCB51}" type="doc">
      <dgm:prSet loTypeId="urn:microsoft.com/office/officeart/2005/8/layout/matrix2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7304D51-84FF-4194-AF89-80AD628E8E63}">
      <dgm:prSet custT="1"/>
      <dgm:spPr/>
      <dgm:t>
        <a:bodyPr/>
        <a:lstStyle/>
        <a:p>
          <a:r>
            <a:rPr lang="en-GB" sz="1800">
              <a:solidFill>
                <a:schemeClr val="tx1"/>
              </a:solidFill>
            </a:rPr>
            <a:t>Definition : </a:t>
          </a:r>
          <a:endParaRPr lang="en-US" sz="1800">
            <a:solidFill>
              <a:schemeClr val="tx1"/>
            </a:solidFill>
          </a:endParaRPr>
        </a:p>
      </dgm:t>
    </dgm:pt>
    <dgm:pt modelId="{A7419A82-69A4-460C-8A4A-EAC97D29E1A5}" type="parTrans" cxnId="{34A2F0DE-AFDE-4645-9D3E-74778DE584EE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92FC4F9C-619C-45BC-A855-50B1FE8B36F7}" type="sibTrans" cxnId="{34A2F0DE-AFDE-4645-9D3E-74778DE584EE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9BDEE8EA-F9F5-4554-8D19-B143D77D925A}">
      <dgm:prSet custT="1"/>
      <dgm:spPr/>
      <dgm:t>
        <a:bodyPr/>
        <a:lstStyle/>
        <a:p>
          <a:r>
            <a:rPr lang="en-GB" sz="1800" dirty="0">
              <a:solidFill>
                <a:schemeClr val="tx1"/>
              </a:solidFill>
            </a:rPr>
            <a:t>Process of turning raw data into useful insights.</a:t>
          </a:r>
          <a:endParaRPr lang="en-US" sz="1800" dirty="0">
            <a:solidFill>
              <a:schemeClr val="tx1"/>
            </a:solidFill>
          </a:endParaRPr>
        </a:p>
      </dgm:t>
    </dgm:pt>
    <dgm:pt modelId="{4AFA5D34-9983-4A43-BF8A-70A809D60F9E}" type="parTrans" cxnId="{EBAA0EE2-74A2-408D-9A0A-93BD02639685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9BD09808-C945-4291-B74B-0563F6D9ACDD}" type="sibTrans" cxnId="{EBAA0EE2-74A2-408D-9A0A-93BD02639685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B81EA7C1-BC85-414F-9AA6-16686DCB9448}">
      <dgm:prSet custT="1"/>
      <dgm:spPr/>
      <dgm:t>
        <a:bodyPr/>
        <a:lstStyle/>
        <a:p>
          <a:r>
            <a:rPr lang="en-GB" sz="1800">
              <a:solidFill>
                <a:schemeClr val="tx1"/>
              </a:solidFill>
            </a:rPr>
            <a:t>Example: </a:t>
          </a:r>
          <a:endParaRPr lang="en-US" sz="1800">
            <a:solidFill>
              <a:schemeClr val="tx1"/>
            </a:solidFill>
          </a:endParaRPr>
        </a:p>
      </dgm:t>
    </dgm:pt>
    <dgm:pt modelId="{D0516FA8-6A26-4522-B308-81DD12384EE4}" type="parTrans" cxnId="{71D09A22-74B0-4FF8-97D5-3526D3946EC4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312DC951-F39D-4B7F-B0C3-E161A3ED2D5F}" type="sibTrans" cxnId="{71D09A22-74B0-4FF8-97D5-3526D3946EC4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95B3FDCE-2D16-447B-A233-C97074523A71}">
      <dgm:prSet custT="1"/>
      <dgm:spPr/>
      <dgm:t>
        <a:bodyPr/>
        <a:lstStyle/>
        <a:p>
          <a:r>
            <a:rPr lang="en-GB" sz="1800">
              <a:solidFill>
                <a:schemeClr val="tx1"/>
              </a:solidFill>
            </a:rPr>
            <a:t>Analyzing your monthly expenses to find out where most of your money goes.</a:t>
          </a:r>
          <a:endParaRPr lang="en-US" sz="1800">
            <a:solidFill>
              <a:schemeClr val="tx1"/>
            </a:solidFill>
          </a:endParaRPr>
        </a:p>
      </dgm:t>
    </dgm:pt>
    <dgm:pt modelId="{9F634A29-67B4-4C2C-9D5F-81269B4CF444}" type="parTrans" cxnId="{30E14535-B26D-4715-8257-E0C6DAD6AB25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A5B024E8-74FB-4500-9A42-0306E6E99704}" type="sibTrans" cxnId="{30E14535-B26D-4715-8257-E0C6DAD6AB25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0BAEE73A-78D9-45F0-AB73-B752DA724D46}" type="pres">
      <dgm:prSet presAssocID="{6C4D196C-AA20-4A1A-B0ED-F74AC58CCB51}" presName="matrix" presStyleCnt="0">
        <dgm:presLayoutVars>
          <dgm:chMax val="1"/>
          <dgm:dir/>
          <dgm:resizeHandles val="exact"/>
        </dgm:presLayoutVars>
      </dgm:prSet>
      <dgm:spPr/>
    </dgm:pt>
    <dgm:pt modelId="{F6B9FF49-FAA0-4815-B711-990D632D6F63}" type="pres">
      <dgm:prSet presAssocID="{6C4D196C-AA20-4A1A-B0ED-F74AC58CCB51}" presName="axisShape" presStyleLbl="bgShp" presStyleIdx="0" presStyleCnt="1"/>
      <dgm:spPr/>
    </dgm:pt>
    <dgm:pt modelId="{A4BB3094-EE7A-48E9-8DF7-05AE2273FA63}" type="pres">
      <dgm:prSet presAssocID="{6C4D196C-AA20-4A1A-B0ED-F74AC58CCB51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1EBB19F-8BA8-4D32-B523-431CDF3EA05F}" type="pres">
      <dgm:prSet presAssocID="{6C4D196C-AA20-4A1A-B0ED-F74AC58CCB51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CA76EE-2099-4D3B-A499-8C64B7A8D4BF}" type="pres">
      <dgm:prSet presAssocID="{6C4D196C-AA20-4A1A-B0ED-F74AC58CCB51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7CECDF0-BC5C-4851-BE86-2D0BDD71DB3A}" type="pres">
      <dgm:prSet presAssocID="{6C4D196C-AA20-4A1A-B0ED-F74AC58CCB51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2028508-9E95-40F2-92FE-2695CEEE997F}" type="presOf" srcId="{C7304D51-84FF-4194-AF89-80AD628E8E63}" destId="{A4BB3094-EE7A-48E9-8DF7-05AE2273FA63}" srcOrd="0" destOrd="0" presId="urn:microsoft.com/office/officeart/2005/8/layout/matrix2"/>
    <dgm:cxn modelId="{71D09A22-74B0-4FF8-97D5-3526D3946EC4}" srcId="{6C4D196C-AA20-4A1A-B0ED-F74AC58CCB51}" destId="{B81EA7C1-BC85-414F-9AA6-16686DCB9448}" srcOrd="2" destOrd="0" parTransId="{D0516FA8-6A26-4522-B308-81DD12384EE4}" sibTransId="{312DC951-F39D-4B7F-B0C3-E161A3ED2D5F}"/>
    <dgm:cxn modelId="{4F083526-0BBB-4EA8-93B6-9D10FDF33565}" type="presOf" srcId="{6C4D196C-AA20-4A1A-B0ED-F74AC58CCB51}" destId="{0BAEE73A-78D9-45F0-AB73-B752DA724D46}" srcOrd="0" destOrd="0" presId="urn:microsoft.com/office/officeart/2005/8/layout/matrix2"/>
    <dgm:cxn modelId="{30E14535-B26D-4715-8257-E0C6DAD6AB25}" srcId="{6C4D196C-AA20-4A1A-B0ED-F74AC58CCB51}" destId="{95B3FDCE-2D16-447B-A233-C97074523A71}" srcOrd="3" destOrd="0" parTransId="{9F634A29-67B4-4C2C-9D5F-81269B4CF444}" sibTransId="{A5B024E8-74FB-4500-9A42-0306E6E99704}"/>
    <dgm:cxn modelId="{0AE93849-D525-43CE-862F-0AE30824DE07}" type="presOf" srcId="{95B3FDCE-2D16-447B-A233-C97074523A71}" destId="{97CECDF0-BC5C-4851-BE86-2D0BDD71DB3A}" srcOrd="0" destOrd="0" presId="urn:microsoft.com/office/officeart/2005/8/layout/matrix2"/>
    <dgm:cxn modelId="{49062B77-E3B0-4FF5-A7A4-A6D5E98EBC9B}" type="presOf" srcId="{9BDEE8EA-F9F5-4554-8D19-B143D77D925A}" destId="{A1EBB19F-8BA8-4D32-B523-431CDF3EA05F}" srcOrd="0" destOrd="0" presId="urn:microsoft.com/office/officeart/2005/8/layout/matrix2"/>
    <dgm:cxn modelId="{34A2F0DE-AFDE-4645-9D3E-74778DE584EE}" srcId="{6C4D196C-AA20-4A1A-B0ED-F74AC58CCB51}" destId="{C7304D51-84FF-4194-AF89-80AD628E8E63}" srcOrd="0" destOrd="0" parTransId="{A7419A82-69A4-460C-8A4A-EAC97D29E1A5}" sibTransId="{92FC4F9C-619C-45BC-A855-50B1FE8B36F7}"/>
    <dgm:cxn modelId="{EBAA0EE2-74A2-408D-9A0A-93BD02639685}" srcId="{6C4D196C-AA20-4A1A-B0ED-F74AC58CCB51}" destId="{9BDEE8EA-F9F5-4554-8D19-B143D77D925A}" srcOrd="1" destOrd="0" parTransId="{4AFA5D34-9983-4A43-BF8A-70A809D60F9E}" sibTransId="{9BD09808-C945-4291-B74B-0563F6D9ACDD}"/>
    <dgm:cxn modelId="{9F28DCE3-90FB-416C-879B-CFAAEB71D187}" type="presOf" srcId="{B81EA7C1-BC85-414F-9AA6-16686DCB9448}" destId="{7ECA76EE-2099-4D3B-A499-8C64B7A8D4BF}" srcOrd="0" destOrd="0" presId="urn:microsoft.com/office/officeart/2005/8/layout/matrix2"/>
    <dgm:cxn modelId="{7207FADF-5EC7-46B4-A0CE-5DA0F59FAB43}" type="presParOf" srcId="{0BAEE73A-78D9-45F0-AB73-B752DA724D46}" destId="{F6B9FF49-FAA0-4815-B711-990D632D6F63}" srcOrd="0" destOrd="0" presId="urn:microsoft.com/office/officeart/2005/8/layout/matrix2"/>
    <dgm:cxn modelId="{32262259-0BEA-40E3-AB77-F1E785E3F30A}" type="presParOf" srcId="{0BAEE73A-78D9-45F0-AB73-B752DA724D46}" destId="{A4BB3094-EE7A-48E9-8DF7-05AE2273FA63}" srcOrd="1" destOrd="0" presId="urn:microsoft.com/office/officeart/2005/8/layout/matrix2"/>
    <dgm:cxn modelId="{91C0A1C3-71E1-4E02-A211-E58DDD2ED3BD}" type="presParOf" srcId="{0BAEE73A-78D9-45F0-AB73-B752DA724D46}" destId="{A1EBB19F-8BA8-4D32-B523-431CDF3EA05F}" srcOrd="2" destOrd="0" presId="urn:microsoft.com/office/officeart/2005/8/layout/matrix2"/>
    <dgm:cxn modelId="{004119C3-A080-4FCF-B37B-DD4030F381D7}" type="presParOf" srcId="{0BAEE73A-78D9-45F0-AB73-B752DA724D46}" destId="{7ECA76EE-2099-4D3B-A499-8C64B7A8D4BF}" srcOrd="3" destOrd="0" presId="urn:microsoft.com/office/officeart/2005/8/layout/matrix2"/>
    <dgm:cxn modelId="{E9063FF4-A0F4-43AB-A879-6FB434375956}" type="presParOf" srcId="{0BAEE73A-78D9-45F0-AB73-B752DA724D46}" destId="{97CECDF0-BC5C-4851-BE86-2D0BDD71DB3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22D73B-98F9-4F79-8620-150B39B7C07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3DC733-3AA2-4D6E-B850-4FE11DCAA864}">
      <dgm:prSet/>
      <dgm:spPr/>
      <dgm:t>
        <a:bodyPr/>
        <a:lstStyle/>
        <a:p>
          <a:r>
            <a:rPr lang="en-US"/>
            <a:t>Every click, swipe, and view generates data.</a:t>
          </a:r>
        </a:p>
      </dgm:t>
    </dgm:pt>
    <dgm:pt modelId="{66DDCD03-691C-4AF7-B4E9-20C2E3CE8390}" type="parTrans" cxnId="{329310CB-6AEB-4BE9-B7AD-3917FDF88EB0}">
      <dgm:prSet/>
      <dgm:spPr/>
      <dgm:t>
        <a:bodyPr/>
        <a:lstStyle/>
        <a:p>
          <a:endParaRPr lang="en-US"/>
        </a:p>
      </dgm:t>
    </dgm:pt>
    <dgm:pt modelId="{8125AF1A-5BEE-4756-8004-7BF35669667E}" type="sibTrans" cxnId="{329310CB-6AEB-4BE9-B7AD-3917FDF88EB0}">
      <dgm:prSet/>
      <dgm:spPr/>
      <dgm:t>
        <a:bodyPr/>
        <a:lstStyle/>
        <a:p>
          <a:endParaRPr lang="en-US"/>
        </a:p>
      </dgm:t>
    </dgm:pt>
    <dgm:pt modelId="{EB6746CC-089F-4643-9888-8DF6197CA258}">
      <dgm:prSet/>
      <dgm:spPr/>
      <dgm:t>
        <a:bodyPr/>
        <a:lstStyle/>
        <a:p>
          <a:r>
            <a:rPr lang="en-US"/>
            <a:t>Businesses, governments, and individuals use data to make smarter decisions.</a:t>
          </a:r>
        </a:p>
      </dgm:t>
    </dgm:pt>
    <dgm:pt modelId="{AA02D21C-A18C-4416-9605-4F0C8BFCE5F5}" type="parTrans" cxnId="{D28DCA64-9A98-4766-B839-AE61BF3E29D4}">
      <dgm:prSet/>
      <dgm:spPr/>
      <dgm:t>
        <a:bodyPr/>
        <a:lstStyle/>
        <a:p>
          <a:endParaRPr lang="en-US"/>
        </a:p>
      </dgm:t>
    </dgm:pt>
    <dgm:pt modelId="{BB8C9077-1BCC-4FD9-B633-06C196BCB4C6}" type="sibTrans" cxnId="{D28DCA64-9A98-4766-B839-AE61BF3E29D4}">
      <dgm:prSet/>
      <dgm:spPr/>
      <dgm:t>
        <a:bodyPr/>
        <a:lstStyle/>
        <a:p>
          <a:endParaRPr lang="en-US"/>
        </a:p>
      </dgm:t>
    </dgm:pt>
    <dgm:pt modelId="{0BE57D93-50C5-4012-8A72-064C0B5A639F}">
      <dgm:prSet/>
      <dgm:spPr/>
      <dgm:t>
        <a:bodyPr/>
        <a:lstStyle/>
        <a:p>
          <a:r>
            <a:rPr lang="en-US"/>
            <a:t>Engineers, doctors, and even farmers rely on analytics daily.</a:t>
          </a:r>
        </a:p>
      </dgm:t>
    </dgm:pt>
    <dgm:pt modelId="{353B8733-5D6A-4513-AF38-D1943C2247B3}" type="parTrans" cxnId="{A58DCD26-D60A-41E6-A56F-EA71E6F9B8F6}">
      <dgm:prSet/>
      <dgm:spPr/>
      <dgm:t>
        <a:bodyPr/>
        <a:lstStyle/>
        <a:p>
          <a:endParaRPr lang="en-US"/>
        </a:p>
      </dgm:t>
    </dgm:pt>
    <dgm:pt modelId="{EF57B8B1-FCCF-40EF-9601-9809AC41FDA5}" type="sibTrans" cxnId="{A58DCD26-D60A-41E6-A56F-EA71E6F9B8F6}">
      <dgm:prSet/>
      <dgm:spPr/>
      <dgm:t>
        <a:bodyPr/>
        <a:lstStyle/>
        <a:p>
          <a:endParaRPr lang="en-US"/>
        </a:p>
      </dgm:t>
    </dgm:pt>
    <dgm:pt modelId="{509A1F15-C00C-40DE-94EB-9C56AF2C0B97}" type="pres">
      <dgm:prSet presAssocID="{8222D73B-98F9-4F79-8620-150B39B7C070}" presName="linear" presStyleCnt="0">
        <dgm:presLayoutVars>
          <dgm:animLvl val="lvl"/>
          <dgm:resizeHandles val="exact"/>
        </dgm:presLayoutVars>
      </dgm:prSet>
      <dgm:spPr/>
    </dgm:pt>
    <dgm:pt modelId="{ACF711DF-20B2-4924-8B8F-792AFA349D6C}" type="pres">
      <dgm:prSet presAssocID="{493DC733-3AA2-4D6E-B850-4FE11DCAA86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3B5C0BF-FC31-4C2E-BBE7-0A8FD07C98E0}" type="pres">
      <dgm:prSet presAssocID="{8125AF1A-5BEE-4756-8004-7BF35669667E}" presName="spacer" presStyleCnt="0"/>
      <dgm:spPr/>
    </dgm:pt>
    <dgm:pt modelId="{1B46A784-6A28-4E30-842A-461E80398806}" type="pres">
      <dgm:prSet presAssocID="{EB6746CC-089F-4643-9888-8DF6197CA2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B23C6BD-EAD8-42FC-A732-AB7FA3A6DBD1}" type="pres">
      <dgm:prSet presAssocID="{BB8C9077-1BCC-4FD9-B633-06C196BCB4C6}" presName="spacer" presStyleCnt="0"/>
      <dgm:spPr/>
    </dgm:pt>
    <dgm:pt modelId="{4110B597-8068-462F-A9E6-FF5EE6E3EE7B}" type="pres">
      <dgm:prSet presAssocID="{0BE57D93-50C5-4012-8A72-064C0B5A63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43731D-175C-4A4D-9B8A-B5804E163CEC}" type="presOf" srcId="{493DC733-3AA2-4D6E-B850-4FE11DCAA864}" destId="{ACF711DF-20B2-4924-8B8F-792AFA349D6C}" srcOrd="0" destOrd="0" presId="urn:microsoft.com/office/officeart/2005/8/layout/vList2"/>
    <dgm:cxn modelId="{A58DCD26-D60A-41E6-A56F-EA71E6F9B8F6}" srcId="{8222D73B-98F9-4F79-8620-150B39B7C070}" destId="{0BE57D93-50C5-4012-8A72-064C0B5A639F}" srcOrd="2" destOrd="0" parTransId="{353B8733-5D6A-4513-AF38-D1943C2247B3}" sibTransId="{EF57B8B1-FCCF-40EF-9601-9809AC41FDA5}"/>
    <dgm:cxn modelId="{D28DCA64-9A98-4766-B839-AE61BF3E29D4}" srcId="{8222D73B-98F9-4F79-8620-150B39B7C070}" destId="{EB6746CC-089F-4643-9888-8DF6197CA258}" srcOrd="1" destOrd="0" parTransId="{AA02D21C-A18C-4416-9605-4F0C8BFCE5F5}" sibTransId="{BB8C9077-1BCC-4FD9-B633-06C196BCB4C6}"/>
    <dgm:cxn modelId="{E71E4C73-5F5C-4F4E-B195-A785389183A5}" type="presOf" srcId="{EB6746CC-089F-4643-9888-8DF6197CA258}" destId="{1B46A784-6A28-4E30-842A-461E80398806}" srcOrd="0" destOrd="0" presId="urn:microsoft.com/office/officeart/2005/8/layout/vList2"/>
    <dgm:cxn modelId="{329310CB-6AEB-4BE9-B7AD-3917FDF88EB0}" srcId="{8222D73B-98F9-4F79-8620-150B39B7C070}" destId="{493DC733-3AA2-4D6E-B850-4FE11DCAA864}" srcOrd="0" destOrd="0" parTransId="{66DDCD03-691C-4AF7-B4E9-20C2E3CE8390}" sibTransId="{8125AF1A-5BEE-4756-8004-7BF35669667E}"/>
    <dgm:cxn modelId="{5A0DB0F1-1155-4E32-9515-C586B380153E}" type="presOf" srcId="{0BE57D93-50C5-4012-8A72-064C0B5A639F}" destId="{4110B597-8068-462F-A9E6-FF5EE6E3EE7B}" srcOrd="0" destOrd="0" presId="urn:microsoft.com/office/officeart/2005/8/layout/vList2"/>
    <dgm:cxn modelId="{5C41C9FB-242B-4EFC-A1AC-98F242C1A878}" type="presOf" srcId="{8222D73B-98F9-4F79-8620-150B39B7C070}" destId="{509A1F15-C00C-40DE-94EB-9C56AF2C0B97}" srcOrd="0" destOrd="0" presId="urn:microsoft.com/office/officeart/2005/8/layout/vList2"/>
    <dgm:cxn modelId="{2E7A718F-AB21-4195-A479-4EE1CFF8D09E}" type="presParOf" srcId="{509A1F15-C00C-40DE-94EB-9C56AF2C0B97}" destId="{ACF711DF-20B2-4924-8B8F-792AFA349D6C}" srcOrd="0" destOrd="0" presId="urn:microsoft.com/office/officeart/2005/8/layout/vList2"/>
    <dgm:cxn modelId="{34AC56F2-C49B-4071-90B9-FDE3AF9F9AA1}" type="presParOf" srcId="{509A1F15-C00C-40DE-94EB-9C56AF2C0B97}" destId="{C3B5C0BF-FC31-4C2E-BBE7-0A8FD07C98E0}" srcOrd="1" destOrd="0" presId="urn:microsoft.com/office/officeart/2005/8/layout/vList2"/>
    <dgm:cxn modelId="{45E1A1CA-AD10-4B69-9B57-0DE513E32B6F}" type="presParOf" srcId="{509A1F15-C00C-40DE-94EB-9C56AF2C0B97}" destId="{1B46A784-6A28-4E30-842A-461E80398806}" srcOrd="2" destOrd="0" presId="urn:microsoft.com/office/officeart/2005/8/layout/vList2"/>
    <dgm:cxn modelId="{2F64C4B5-DC08-4EA1-BD0C-951D2EF4C9A6}" type="presParOf" srcId="{509A1F15-C00C-40DE-94EB-9C56AF2C0B97}" destId="{3B23C6BD-EAD8-42FC-A732-AB7FA3A6DBD1}" srcOrd="3" destOrd="0" presId="urn:microsoft.com/office/officeart/2005/8/layout/vList2"/>
    <dgm:cxn modelId="{2881EDF9-B876-4C2D-920F-B8CDAB3A5647}" type="presParOf" srcId="{509A1F15-C00C-40DE-94EB-9C56AF2C0B97}" destId="{4110B597-8068-462F-A9E6-FF5EE6E3EE7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D461F0-78D5-4718-B170-B5131D6247C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A12522A-AB79-4F9A-B335-E152BD5591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Weather Forecasting – analyzing past temperature and rainfall.</a:t>
          </a:r>
        </a:p>
      </dgm:t>
    </dgm:pt>
    <dgm:pt modelId="{AAE7C18F-E543-46B0-B408-97BD10898369}" type="parTrans" cxnId="{D0368F8B-15B7-455B-BBA4-6577BCABD734}">
      <dgm:prSet/>
      <dgm:spPr/>
      <dgm:t>
        <a:bodyPr/>
        <a:lstStyle/>
        <a:p>
          <a:endParaRPr lang="en-US" sz="3200"/>
        </a:p>
      </dgm:t>
    </dgm:pt>
    <dgm:pt modelId="{A80B7461-BB80-4D50-AB1F-7AC598E274F1}" type="sibTrans" cxnId="{D0368F8B-15B7-455B-BBA4-6577BCABD734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92AE93DC-4A6D-437B-82F3-DF21A859E1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YouTube &amp; Netflix – recommending videos.</a:t>
          </a:r>
        </a:p>
      </dgm:t>
    </dgm:pt>
    <dgm:pt modelId="{CD739F0D-D3C2-459D-948B-4361159B88E9}" type="parTrans" cxnId="{49491A86-9290-4638-BC8C-D7DE3F499E0A}">
      <dgm:prSet/>
      <dgm:spPr/>
      <dgm:t>
        <a:bodyPr/>
        <a:lstStyle/>
        <a:p>
          <a:endParaRPr lang="en-US" sz="3200"/>
        </a:p>
      </dgm:t>
    </dgm:pt>
    <dgm:pt modelId="{2A532B6B-E9D1-4BBA-BA6E-A6BAF2D0BC85}" type="sibTrans" cxnId="{49491A86-9290-4638-BC8C-D7DE3F499E0A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841F0551-4CA0-498B-8F3E-8BC0179362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Google Maps – suggesting fastest routes.</a:t>
          </a:r>
        </a:p>
      </dgm:t>
    </dgm:pt>
    <dgm:pt modelId="{F3C352E6-5F58-4CDC-BB3B-2A6C5FC3F16C}" type="parTrans" cxnId="{4B8AFC01-4ECF-408A-8365-25BAB5D68CA0}">
      <dgm:prSet/>
      <dgm:spPr/>
      <dgm:t>
        <a:bodyPr/>
        <a:lstStyle/>
        <a:p>
          <a:endParaRPr lang="en-US" sz="3200"/>
        </a:p>
      </dgm:t>
    </dgm:pt>
    <dgm:pt modelId="{912894D9-AB63-4577-A3D3-AF7654508290}" type="sibTrans" cxnId="{4B8AFC01-4ECF-408A-8365-25BAB5D68CA0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D4DD5F19-7011-4408-9D0E-098CFAAAE64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Health Apps – tracking steps and calories.</a:t>
          </a:r>
        </a:p>
      </dgm:t>
    </dgm:pt>
    <dgm:pt modelId="{FC787285-5F2E-411F-9D3E-9BC7D406BCFB}" type="parTrans" cxnId="{2DF8BA2B-9721-4308-B9E0-BB3B2F059AD3}">
      <dgm:prSet/>
      <dgm:spPr/>
      <dgm:t>
        <a:bodyPr/>
        <a:lstStyle/>
        <a:p>
          <a:endParaRPr lang="en-US" sz="3200"/>
        </a:p>
      </dgm:t>
    </dgm:pt>
    <dgm:pt modelId="{72519FD1-FB19-44F3-A3CE-D417C24484B7}" type="sibTrans" cxnId="{2DF8BA2B-9721-4308-B9E0-BB3B2F059AD3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243C04F6-5D71-4B19-8037-8F9FCD3EA2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Cricket Analytics – player performance and strategy.</a:t>
          </a:r>
        </a:p>
      </dgm:t>
    </dgm:pt>
    <dgm:pt modelId="{105A9136-827D-4412-96A6-2A830C771A16}" type="parTrans" cxnId="{D67FD71C-B630-45D6-B92A-6D2469C438DD}">
      <dgm:prSet/>
      <dgm:spPr/>
      <dgm:t>
        <a:bodyPr/>
        <a:lstStyle/>
        <a:p>
          <a:endParaRPr lang="en-US" sz="3200"/>
        </a:p>
      </dgm:t>
    </dgm:pt>
    <dgm:pt modelId="{21A5B7D8-0526-4AAE-82F1-29EEFCFDA0EB}" type="sibTrans" cxnId="{D67FD71C-B630-45D6-B92A-6D2469C438DD}">
      <dgm:prSet/>
      <dgm:spPr/>
      <dgm:t>
        <a:bodyPr/>
        <a:lstStyle/>
        <a:p>
          <a:endParaRPr lang="en-US" sz="3200"/>
        </a:p>
      </dgm:t>
    </dgm:pt>
    <dgm:pt modelId="{AFAA493A-9375-483B-81C0-CF2B825C2B7C}" type="pres">
      <dgm:prSet presAssocID="{7BD461F0-78D5-4718-B170-B5131D6247C5}" presName="root" presStyleCnt="0">
        <dgm:presLayoutVars>
          <dgm:dir/>
          <dgm:resizeHandles val="exact"/>
        </dgm:presLayoutVars>
      </dgm:prSet>
      <dgm:spPr/>
    </dgm:pt>
    <dgm:pt modelId="{59346D6D-38C3-46E9-96FF-2503064B8FD9}" type="pres">
      <dgm:prSet presAssocID="{7BD461F0-78D5-4718-B170-B5131D6247C5}" presName="container" presStyleCnt="0">
        <dgm:presLayoutVars>
          <dgm:dir/>
          <dgm:resizeHandles val="exact"/>
        </dgm:presLayoutVars>
      </dgm:prSet>
      <dgm:spPr/>
    </dgm:pt>
    <dgm:pt modelId="{F2AF6AE8-2F32-47E5-B455-1BF239D1D323}" type="pres">
      <dgm:prSet presAssocID="{0A12522A-AB79-4F9A-B335-E152BD559144}" presName="compNode" presStyleCnt="0"/>
      <dgm:spPr/>
    </dgm:pt>
    <dgm:pt modelId="{356A57A1-E261-4E0B-84E6-E02B0B58EF4B}" type="pres">
      <dgm:prSet presAssocID="{0A12522A-AB79-4F9A-B335-E152BD559144}" presName="iconBgRect" presStyleLbl="bgShp" presStyleIdx="0" presStyleCnt="5"/>
      <dgm:spPr/>
    </dgm:pt>
    <dgm:pt modelId="{0D49D408-30A3-4627-A2BD-B662EEE015FB}" type="pres">
      <dgm:prSet presAssocID="{0A12522A-AB79-4F9A-B335-E152BD55914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CB82A004-CD12-4EC6-A651-9B03EDA4B956}" type="pres">
      <dgm:prSet presAssocID="{0A12522A-AB79-4F9A-B335-E152BD559144}" presName="spaceRect" presStyleCnt="0"/>
      <dgm:spPr/>
    </dgm:pt>
    <dgm:pt modelId="{1718AE6A-DFB4-4B5F-A433-39EE7E83DB8F}" type="pres">
      <dgm:prSet presAssocID="{0A12522A-AB79-4F9A-B335-E152BD559144}" presName="textRect" presStyleLbl="revTx" presStyleIdx="0" presStyleCnt="5">
        <dgm:presLayoutVars>
          <dgm:chMax val="1"/>
          <dgm:chPref val="1"/>
        </dgm:presLayoutVars>
      </dgm:prSet>
      <dgm:spPr/>
    </dgm:pt>
    <dgm:pt modelId="{2D1F7528-43AD-4497-9182-F97E4DF5B1A5}" type="pres">
      <dgm:prSet presAssocID="{A80B7461-BB80-4D50-AB1F-7AC598E274F1}" presName="sibTrans" presStyleLbl="sibTrans2D1" presStyleIdx="0" presStyleCnt="0"/>
      <dgm:spPr/>
    </dgm:pt>
    <dgm:pt modelId="{93506D84-917B-48EC-8DF2-8D2871017CFD}" type="pres">
      <dgm:prSet presAssocID="{92AE93DC-4A6D-437B-82F3-DF21A859E16D}" presName="compNode" presStyleCnt="0"/>
      <dgm:spPr/>
    </dgm:pt>
    <dgm:pt modelId="{D4E59132-29C7-4436-8BD9-6686980BD684}" type="pres">
      <dgm:prSet presAssocID="{92AE93DC-4A6D-437B-82F3-DF21A859E16D}" presName="iconBgRect" presStyleLbl="bgShp" presStyleIdx="1" presStyleCnt="5"/>
      <dgm:spPr/>
    </dgm:pt>
    <dgm:pt modelId="{8FAC7223-04A8-4595-BFED-FCD3D1F6D117}" type="pres">
      <dgm:prSet presAssocID="{92AE93DC-4A6D-437B-82F3-DF21A859E16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85CAD6D1-9DB0-46D2-89F2-E82B9DCC0B38}" type="pres">
      <dgm:prSet presAssocID="{92AE93DC-4A6D-437B-82F3-DF21A859E16D}" presName="spaceRect" presStyleCnt="0"/>
      <dgm:spPr/>
    </dgm:pt>
    <dgm:pt modelId="{BE84FDB9-0A68-4FFE-8CA0-B8C29589DC75}" type="pres">
      <dgm:prSet presAssocID="{92AE93DC-4A6D-437B-82F3-DF21A859E16D}" presName="textRect" presStyleLbl="revTx" presStyleIdx="1" presStyleCnt="5">
        <dgm:presLayoutVars>
          <dgm:chMax val="1"/>
          <dgm:chPref val="1"/>
        </dgm:presLayoutVars>
      </dgm:prSet>
      <dgm:spPr/>
    </dgm:pt>
    <dgm:pt modelId="{9982E647-AC45-4709-852D-3897BADBC86F}" type="pres">
      <dgm:prSet presAssocID="{2A532B6B-E9D1-4BBA-BA6E-A6BAF2D0BC85}" presName="sibTrans" presStyleLbl="sibTrans2D1" presStyleIdx="0" presStyleCnt="0"/>
      <dgm:spPr/>
    </dgm:pt>
    <dgm:pt modelId="{C5E43B22-C29C-4C06-8B56-FA4D332AA4C9}" type="pres">
      <dgm:prSet presAssocID="{841F0551-4CA0-498B-8F3E-8BC017936206}" presName="compNode" presStyleCnt="0"/>
      <dgm:spPr/>
    </dgm:pt>
    <dgm:pt modelId="{693E3523-5F2A-43A1-8BC9-43337D1E0E98}" type="pres">
      <dgm:prSet presAssocID="{841F0551-4CA0-498B-8F3E-8BC017936206}" presName="iconBgRect" presStyleLbl="bgShp" presStyleIdx="2" presStyleCnt="5"/>
      <dgm:spPr/>
    </dgm:pt>
    <dgm:pt modelId="{534C9C3A-F3BB-4B5A-BBA0-6946F7F6FE89}" type="pres">
      <dgm:prSet presAssocID="{841F0551-4CA0-498B-8F3E-8BC01793620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B00B7EE3-1D8F-4093-A643-3D9462DFE368}" type="pres">
      <dgm:prSet presAssocID="{841F0551-4CA0-498B-8F3E-8BC017936206}" presName="spaceRect" presStyleCnt="0"/>
      <dgm:spPr/>
    </dgm:pt>
    <dgm:pt modelId="{52D2D602-33E7-407B-BCEE-27D8308104B5}" type="pres">
      <dgm:prSet presAssocID="{841F0551-4CA0-498B-8F3E-8BC017936206}" presName="textRect" presStyleLbl="revTx" presStyleIdx="2" presStyleCnt="5">
        <dgm:presLayoutVars>
          <dgm:chMax val="1"/>
          <dgm:chPref val="1"/>
        </dgm:presLayoutVars>
      </dgm:prSet>
      <dgm:spPr/>
    </dgm:pt>
    <dgm:pt modelId="{6A537B84-4C11-4D91-BD19-C4E4E71A0DAA}" type="pres">
      <dgm:prSet presAssocID="{912894D9-AB63-4577-A3D3-AF7654508290}" presName="sibTrans" presStyleLbl="sibTrans2D1" presStyleIdx="0" presStyleCnt="0"/>
      <dgm:spPr/>
    </dgm:pt>
    <dgm:pt modelId="{2307843F-B4FD-4D19-ABFA-3599E41A9946}" type="pres">
      <dgm:prSet presAssocID="{D4DD5F19-7011-4408-9D0E-098CFAAAE64A}" presName="compNode" presStyleCnt="0"/>
      <dgm:spPr/>
    </dgm:pt>
    <dgm:pt modelId="{F1067822-2769-4F49-94EC-89BB550BA916}" type="pres">
      <dgm:prSet presAssocID="{D4DD5F19-7011-4408-9D0E-098CFAAAE64A}" presName="iconBgRect" presStyleLbl="bgShp" presStyleIdx="3" presStyleCnt="5"/>
      <dgm:spPr/>
    </dgm:pt>
    <dgm:pt modelId="{BFFC7DD4-D651-4217-813C-F6239C380153}" type="pres">
      <dgm:prSet presAssocID="{D4DD5F19-7011-4408-9D0E-098CFAAAE64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8E1F7EBC-A3D6-47BA-B511-01F23A6964C6}" type="pres">
      <dgm:prSet presAssocID="{D4DD5F19-7011-4408-9D0E-098CFAAAE64A}" presName="spaceRect" presStyleCnt="0"/>
      <dgm:spPr/>
    </dgm:pt>
    <dgm:pt modelId="{8F8F2FEE-85E6-468E-A947-9D2FDB3A15B4}" type="pres">
      <dgm:prSet presAssocID="{D4DD5F19-7011-4408-9D0E-098CFAAAE64A}" presName="textRect" presStyleLbl="revTx" presStyleIdx="3" presStyleCnt="5">
        <dgm:presLayoutVars>
          <dgm:chMax val="1"/>
          <dgm:chPref val="1"/>
        </dgm:presLayoutVars>
      </dgm:prSet>
      <dgm:spPr/>
    </dgm:pt>
    <dgm:pt modelId="{8A0B4969-E730-4808-9E72-7082D59BB7F0}" type="pres">
      <dgm:prSet presAssocID="{72519FD1-FB19-44F3-A3CE-D417C24484B7}" presName="sibTrans" presStyleLbl="sibTrans2D1" presStyleIdx="0" presStyleCnt="0"/>
      <dgm:spPr/>
    </dgm:pt>
    <dgm:pt modelId="{D194D580-EEA0-44F8-B82B-A9734C646D16}" type="pres">
      <dgm:prSet presAssocID="{243C04F6-5D71-4B19-8037-8F9FCD3EA2A4}" presName="compNode" presStyleCnt="0"/>
      <dgm:spPr/>
    </dgm:pt>
    <dgm:pt modelId="{CCCFB2A2-1B32-4C88-A057-A145C7EA743A}" type="pres">
      <dgm:prSet presAssocID="{243C04F6-5D71-4B19-8037-8F9FCD3EA2A4}" presName="iconBgRect" presStyleLbl="bgShp" presStyleIdx="4" presStyleCnt="5"/>
      <dgm:spPr/>
    </dgm:pt>
    <dgm:pt modelId="{595C923A-A4DA-46B9-99E8-94946FED1A6A}" type="pres">
      <dgm:prSet presAssocID="{243C04F6-5D71-4B19-8037-8F9FCD3EA2A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F7189B95-CE4C-4460-A7F7-9BF854FB0952}" type="pres">
      <dgm:prSet presAssocID="{243C04F6-5D71-4B19-8037-8F9FCD3EA2A4}" presName="spaceRect" presStyleCnt="0"/>
      <dgm:spPr/>
    </dgm:pt>
    <dgm:pt modelId="{6F544967-02B1-43BD-AE1C-EBF99DB98F41}" type="pres">
      <dgm:prSet presAssocID="{243C04F6-5D71-4B19-8037-8F9FCD3EA2A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B8AFC01-4ECF-408A-8365-25BAB5D68CA0}" srcId="{7BD461F0-78D5-4718-B170-B5131D6247C5}" destId="{841F0551-4CA0-498B-8F3E-8BC017936206}" srcOrd="2" destOrd="0" parTransId="{F3C352E6-5F58-4CDC-BB3B-2A6C5FC3F16C}" sibTransId="{912894D9-AB63-4577-A3D3-AF7654508290}"/>
    <dgm:cxn modelId="{333FD315-0A6D-4EA8-991C-0E29CDC6224B}" type="presOf" srcId="{841F0551-4CA0-498B-8F3E-8BC017936206}" destId="{52D2D602-33E7-407B-BCEE-27D8308104B5}" srcOrd="0" destOrd="0" presId="urn:microsoft.com/office/officeart/2018/2/layout/IconCircleList"/>
    <dgm:cxn modelId="{D67FD71C-B630-45D6-B92A-6D2469C438DD}" srcId="{7BD461F0-78D5-4718-B170-B5131D6247C5}" destId="{243C04F6-5D71-4B19-8037-8F9FCD3EA2A4}" srcOrd="4" destOrd="0" parTransId="{105A9136-827D-4412-96A6-2A830C771A16}" sibTransId="{21A5B7D8-0526-4AAE-82F1-29EEFCFDA0EB}"/>
    <dgm:cxn modelId="{2DF8BA2B-9721-4308-B9E0-BB3B2F059AD3}" srcId="{7BD461F0-78D5-4718-B170-B5131D6247C5}" destId="{D4DD5F19-7011-4408-9D0E-098CFAAAE64A}" srcOrd="3" destOrd="0" parTransId="{FC787285-5F2E-411F-9D3E-9BC7D406BCFB}" sibTransId="{72519FD1-FB19-44F3-A3CE-D417C24484B7}"/>
    <dgm:cxn modelId="{42C14549-1202-4417-AAAC-92CC2023CA96}" type="presOf" srcId="{A80B7461-BB80-4D50-AB1F-7AC598E274F1}" destId="{2D1F7528-43AD-4497-9182-F97E4DF5B1A5}" srcOrd="0" destOrd="0" presId="urn:microsoft.com/office/officeart/2018/2/layout/IconCircleList"/>
    <dgm:cxn modelId="{AE1C1A58-7166-46E8-8A74-64A0028A4A10}" type="presOf" srcId="{D4DD5F19-7011-4408-9D0E-098CFAAAE64A}" destId="{8F8F2FEE-85E6-468E-A947-9D2FDB3A15B4}" srcOrd="0" destOrd="0" presId="urn:microsoft.com/office/officeart/2018/2/layout/IconCircleList"/>
    <dgm:cxn modelId="{49491A86-9290-4638-BC8C-D7DE3F499E0A}" srcId="{7BD461F0-78D5-4718-B170-B5131D6247C5}" destId="{92AE93DC-4A6D-437B-82F3-DF21A859E16D}" srcOrd="1" destOrd="0" parTransId="{CD739F0D-D3C2-459D-948B-4361159B88E9}" sibTransId="{2A532B6B-E9D1-4BBA-BA6E-A6BAF2D0BC85}"/>
    <dgm:cxn modelId="{D0368F8B-15B7-455B-BBA4-6577BCABD734}" srcId="{7BD461F0-78D5-4718-B170-B5131D6247C5}" destId="{0A12522A-AB79-4F9A-B335-E152BD559144}" srcOrd="0" destOrd="0" parTransId="{AAE7C18F-E543-46B0-B408-97BD10898369}" sibTransId="{A80B7461-BB80-4D50-AB1F-7AC598E274F1}"/>
    <dgm:cxn modelId="{E0AD2A91-62BC-49E2-9546-03FDF06FD0A3}" type="presOf" srcId="{7BD461F0-78D5-4718-B170-B5131D6247C5}" destId="{AFAA493A-9375-483B-81C0-CF2B825C2B7C}" srcOrd="0" destOrd="0" presId="urn:microsoft.com/office/officeart/2018/2/layout/IconCircleList"/>
    <dgm:cxn modelId="{742C1DC0-B4D4-4C99-B930-0BD3CCE7D705}" type="presOf" srcId="{2A532B6B-E9D1-4BBA-BA6E-A6BAF2D0BC85}" destId="{9982E647-AC45-4709-852D-3897BADBC86F}" srcOrd="0" destOrd="0" presId="urn:microsoft.com/office/officeart/2018/2/layout/IconCircleList"/>
    <dgm:cxn modelId="{A7B2B2C2-8987-4BFF-8CA3-2FEC2C558EEE}" type="presOf" srcId="{0A12522A-AB79-4F9A-B335-E152BD559144}" destId="{1718AE6A-DFB4-4B5F-A433-39EE7E83DB8F}" srcOrd="0" destOrd="0" presId="urn:microsoft.com/office/officeart/2018/2/layout/IconCircleList"/>
    <dgm:cxn modelId="{C44865F1-97C0-4518-9544-DF883FE6CEC6}" type="presOf" srcId="{72519FD1-FB19-44F3-A3CE-D417C24484B7}" destId="{8A0B4969-E730-4808-9E72-7082D59BB7F0}" srcOrd="0" destOrd="0" presId="urn:microsoft.com/office/officeart/2018/2/layout/IconCircleList"/>
    <dgm:cxn modelId="{806B29F4-E2F9-4E0F-BD67-7A8055740DAA}" type="presOf" srcId="{243C04F6-5D71-4B19-8037-8F9FCD3EA2A4}" destId="{6F544967-02B1-43BD-AE1C-EBF99DB98F41}" srcOrd="0" destOrd="0" presId="urn:microsoft.com/office/officeart/2018/2/layout/IconCircleList"/>
    <dgm:cxn modelId="{C1A86CFB-1E39-469C-95AD-F79935CF7C74}" type="presOf" srcId="{912894D9-AB63-4577-A3D3-AF7654508290}" destId="{6A537B84-4C11-4D91-BD19-C4E4E71A0DAA}" srcOrd="0" destOrd="0" presId="urn:microsoft.com/office/officeart/2018/2/layout/IconCircleList"/>
    <dgm:cxn modelId="{3BC576FC-9BD6-4974-B646-1998BBFAC5A0}" type="presOf" srcId="{92AE93DC-4A6D-437B-82F3-DF21A859E16D}" destId="{BE84FDB9-0A68-4FFE-8CA0-B8C29589DC75}" srcOrd="0" destOrd="0" presId="urn:microsoft.com/office/officeart/2018/2/layout/IconCircleList"/>
    <dgm:cxn modelId="{CECB08CD-F8DE-459D-A802-7F9D1DBCEC5E}" type="presParOf" srcId="{AFAA493A-9375-483B-81C0-CF2B825C2B7C}" destId="{59346D6D-38C3-46E9-96FF-2503064B8FD9}" srcOrd="0" destOrd="0" presId="urn:microsoft.com/office/officeart/2018/2/layout/IconCircleList"/>
    <dgm:cxn modelId="{B08DDEE1-41E7-4A3E-B335-BF3E57970AD2}" type="presParOf" srcId="{59346D6D-38C3-46E9-96FF-2503064B8FD9}" destId="{F2AF6AE8-2F32-47E5-B455-1BF239D1D323}" srcOrd="0" destOrd="0" presId="urn:microsoft.com/office/officeart/2018/2/layout/IconCircleList"/>
    <dgm:cxn modelId="{3417E6DD-0BF2-4B18-B0DE-07FC6C6F3D49}" type="presParOf" srcId="{F2AF6AE8-2F32-47E5-B455-1BF239D1D323}" destId="{356A57A1-E261-4E0B-84E6-E02B0B58EF4B}" srcOrd="0" destOrd="0" presId="urn:microsoft.com/office/officeart/2018/2/layout/IconCircleList"/>
    <dgm:cxn modelId="{5410CC00-9458-4530-A636-6D8326DCBA09}" type="presParOf" srcId="{F2AF6AE8-2F32-47E5-B455-1BF239D1D323}" destId="{0D49D408-30A3-4627-A2BD-B662EEE015FB}" srcOrd="1" destOrd="0" presId="urn:microsoft.com/office/officeart/2018/2/layout/IconCircleList"/>
    <dgm:cxn modelId="{F2102D49-D75B-40E8-8AC2-67EAACE0E81C}" type="presParOf" srcId="{F2AF6AE8-2F32-47E5-B455-1BF239D1D323}" destId="{CB82A004-CD12-4EC6-A651-9B03EDA4B956}" srcOrd="2" destOrd="0" presId="urn:microsoft.com/office/officeart/2018/2/layout/IconCircleList"/>
    <dgm:cxn modelId="{35689799-54A4-4469-8987-DDB9AC461D26}" type="presParOf" srcId="{F2AF6AE8-2F32-47E5-B455-1BF239D1D323}" destId="{1718AE6A-DFB4-4B5F-A433-39EE7E83DB8F}" srcOrd="3" destOrd="0" presId="urn:microsoft.com/office/officeart/2018/2/layout/IconCircleList"/>
    <dgm:cxn modelId="{473543E8-07CE-417B-B3EC-72347A1071F6}" type="presParOf" srcId="{59346D6D-38C3-46E9-96FF-2503064B8FD9}" destId="{2D1F7528-43AD-4497-9182-F97E4DF5B1A5}" srcOrd="1" destOrd="0" presId="urn:microsoft.com/office/officeart/2018/2/layout/IconCircleList"/>
    <dgm:cxn modelId="{855BAFAD-9B4C-472E-813E-8EA2DBE387CD}" type="presParOf" srcId="{59346D6D-38C3-46E9-96FF-2503064B8FD9}" destId="{93506D84-917B-48EC-8DF2-8D2871017CFD}" srcOrd="2" destOrd="0" presId="urn:microsoft.com/office/officeart/2018/2/layout/IconCircleList"/>
    <dgm:cxn modelId="{4C0AF143-8DBA-4621-8749-D095D2EE0E7F}" type="presParOf" srcId="{93506D84-917B-48EC-8DF2-8D2871017CFD}" destId="{D4E59132-29C7-4436-8BD9-6686980BD684}" srcOrd="0" destOrd="0" presId="urn:microsoft.com/office/officeart/2018/2/layout/IconCircleList"/>
    <dgm:cxn modelId="{49F44FE0-1018-4261-B4F9-85820DDA9277}" type="presParOf" srcId="{93506D84-917B-48EC-8DF2-8D2871017CFD}" destId="{8FAC7223-04A8-4595-BFED-FCD3D1F6D117}" srcOrd="1" destOrd="0" presId="urn:microsoft.com/office/officeart/2018/2/layout/IconCircleList"/>
    <dgm:cxn modelId="{B92291B2-6E40-4BE9-8A19-A5FFBD983D52}" type="presParOf" srcId="{93506D84-917B-48EC-8DF2-8D2871017CFD}" destId="{85CAD6D1-9DB0-46D2-89F2-E82B9DCC0B38}" srcOrd="2" destOrd="0" presId="urn:microsoft.com/office/officeart/2018/2/layout/IconCircleList"/>
    <dgm:cxn modelId="{9BE92C00-97A5-4EEF-A31A-97C2B10E20C4}" type="presParOf" srcId="{93506D84-917B-48EC-8DF2-8D2871017CFD}" destId="{BE84FDB9-0A68-4FFE-8CA0-B8C29589DC75}" srcOrd="3" destOrd="0" presId="urn:microsoft.com/office/officeart/2018/2/layout/IconCircleList"/>
    <dgm:cxn modelId="{72401164-FB6C-42FF-B6BE-73690C8692A6}" type="presParOf" srcId="{59346D6D-38C3-46E9-96FF-2503064B8FD9}" destId="{9982E647-AC45-4709-852D-3897BADBC86F}" srcOrd="3" destOrd="0" presId="urn:microsoft.com/office/officeart/2018/2/layout/IconCircleList"/>
    <dgm:cxn modelId="{89CB8C77-1635-4DBE-8BAF-0F787D5A7EDA}" type="presParOf" srcId="{59346D6D-38C3-46E9-96FF-2503064B8FD9}" destId="{C5E43B22-C29C-4C06-8B56-FA4D332AA4C9}" srcOrd="4" destOrd="0" presId="urn:microsoft.com/office/officeart/2018/2/layout/IconCircleList"/>
    <dgm:cxn modelId="{EC1F9C4E-3892-4B0E-BDAB-5560593F5656}" type="presParOf" srcId="{C5E43B22-C29C-4C06-8B56-FA4D332AA4C9}" destId="{693E3523-5F2A-43A1-8BC9-43337D1E0E98}" srcOrd="0" destOrd="0" presId="urn:microsoft.com/office/officeart/2018/2/layout/IconCircleList"/>
    <dgm:cxn modelId="{293E23DC-55CC-4665-8FCB-A96DF976C85F}" type="presParOf" srcId="{C5E43B22-C29C-4C06-8B56-FA4D332AA4C9}" destId="{534C9C3A-F3BB-4B5A-BBA0-6946F7F6FE89}" srcOrd="1" destOrd="0" presId="urn:microsoft.com/office/officeart/2018/2/layout/IconCircleList"/>
    <dgm:cxn modelId="{4DFEC6EA-A85F-4CB9-A165-19D4C92A69E7}" type="presParOf" srcId="{C5E43B22-C29C-4C06-8B56-FA4D332AA4C9}" destId="{B00B7EE3-1D8F-4093-A643-3D9462DFE368}" srcOrd="2" destOrd="0" presId="urn:microsoft.com/office/officeart/2018/2/layout/IconCircleList"/>
    <dgm:cxn modelId="{076BCC3B-105F-4CF9-948D-D6F96E94FDAB}" type="presParOf" srcId="{C5E43B22-C29C-4C06-8B56-FA4D332AA4C9}" destId="{52D2D602-33E7-407B-BCEE-27D8308104B5}" srcOrd="3" destOrd="0" presId="urn:microsoft.com/office/officeart/2018/2/layout/IconCircleList"/>
    <dgm:cxn modelId="{43572F69-93C8-4B25-9431-4CBB5DF4A1B6}" type="presParOf" srcId="{59346D6D-38C3-46E9-96FF-2503064B8FD9}" destId="{6A537B84-4C11-4D91-BD19-C4E4E71A0DAA}" srcOrd="5" destOrd="0" presId="urn:microsoft.com/office/officeart/2018/2/layout/IconCircleList"/>
    <dgm:cxn modelId="{374DDF02-E179-459B-A451-D47B7379176E}" type="presParOf" srcId="{59346D6D-38C3-46E9-96FF-2503064B8FD9}" destId="{2307843F-B4FD-4D19-ABFA-3599E41A9946}" srcOrd="6" destOrd="0" presId="urn:microsoft.com/office/officeart/2018/2/layout/IconCircleList"/>
    <dgm:cxn modelId="{60926867-5123-4D19-AF5D-1D37FF62D04B}" type="presParOf" srcId="{2307843F-B4FD-4D19-ABFA-3599E41A9946}" destId="{F1067822-2769-4F49-94EC-89BB550BA916}" srcOrd="0" destOrd="0" presId="urn:microsoft.com/office/officeart/2018/2/layout/IconCircleList"/>
    <dgm:cxn modelId="{E38AA353-BB5C-432E-9284-ED0CB481CBBB}" type="presParOf" srcId="{2307843F-B4FD-4D19-ABFA-3599E41A9946}" destId="{BFFC7DD4-D651-4217-813C-F6239C380153}" srcOrd="1" destOrd="0" presId="urn:microsoft.com/office/officeart/2018/2/layout/IconCircleList"/>
    <dgm:cxn modelId="{7F2B47CD-8FE0-4E31-ACAB-07BE2CDE52C1}" type="presParOf" srcId="{2307843F-B4FD-4D19-ABFA-3599E41A9946}" destId="{8E1F7EBC-A3D6-47BA-B511-01F23A6964C6}" srcOrd="2" destOrd="0" presId="urn:microsoft.com/office/officeart/2018/2/layout/IconCircleList"/>
    <dgm:cxn modelId="{091C4830-03BB-4BB8-A8C4-6C0B7AD35E05}" type="presParOf" srcId="{2307843F-B4FD-4D19-ABFA-3599E41A9946}" destId="{8F8F2FEE-85E6-468E-A947-9D2FDB3A15B4}" srcOrd="3" destOrd="0" presId="urn:microsoft.com/office/officeart/2018/2/layout/IconCircleList"/>
    <dgm:cxn modelId="{BB8AD47C-F0E3-4688-8590-3F6667994178}" type="presParOf" srcId="{59346D6D-38C3-46E9-96FF-2503064B8FD9}" destId="{8A0B4969-E730-4808-9E72-7082D59BB7F0}" srcOrd="7" destOrd="0" presId="urn:microsoft.com/office/officeart/2018/2/layout/IconCircleList"/>
    <dgm:cxn modelId="{CD0B56B9-2698-4619-8984-4CEF02161555}" type="presParOf" srcId="{59346D6D-38C3-46E9-96FF-2503064B8FD9}" destId="{D194D580-EEA0-44F8-B82B-A9734C646D16}" srcOrd="8" destOrd="0" presId="urn:microsoft.com/office/officeart/2018/2/layout/IconCircleList"/>
    <dgm:cxn modelId="{7438C158-89CE-41A1-B8FD-577BE9EAD327}" type="presParOf" srcId="{D194D580-EEA0-44F8-B82B-A9734C646D16}" destId="{CCCFB2A2-1B32-4C88-A057-A145C7EA743A}" srcOrd="0" destOrd="0" presId="urn:microsoft.com/office/officeart/2018/2/layout/IconCircleList"/>
    <dgm:cxn modelId="{7854CF23-58C9-4482-A290-0F09FCB50580}" type="presParOf" srcId="{D194D580-EEA0-44F8-B82B-A9734C646D16}" destId="{595C923A-A4DA-46B9-99E8-94946FED1A6A}" srcOrd="1" destOrd="0" presId="urn:microsoft.com/office/officeart/2018/2/layout/IconCircleList"/>
    <dgm:cxn modelId="{393FCEF3-4830-4D43-825B-C63E7C51D53F}" type="presParOf" srcId="{D194D580-EEA0-44F8-B82B-A9734C646D16}" destId="{F7189B95-CE4C-4460-A7F7-9BF854FB0952}" srcOrd="2" destOrd="0" presId="urn:microsoft.com/office/officeart/2018/2/layout/IconCircleList"/>
    <dgm:cxn modelId="{C5C9517F-FA88-4B87-9828-68F4FC4D6244}" type="presParOf" srcId="{D194D580-EEA0-44F8-B82B-A9734C646D16}" destId="{6F544967-02B1-43BD-AE1C-EBF99DB98F4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A0128A-D641-4B9F-B2DA-4D134308125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42295B-6000-4010-9A9F-3EE8E5388BA5}">
      <dgm:prSet/>
      <dgm:spPr/>
      <dgm:t>
        <a:bodyPr/>
        <a:lstStyle/>
        <a:p>
          <a:r>
            <a:rPr lang="en-GB"/>
            <a:t>Data analyst</a:t>
          </a:r>
          <a:endParaRPr lang="en-US"/>
        </a:p>
      </dgm:t>
    </dgm:pt>
    <dgm:pt modelId="{3D6A256A-11CE-4C2C-87FE-4C17DC16EAA3}" type="parTrans" cxnId="{2758ACE3-75B4-44DF-951B-5402C3F486E9}">
      <dgm:prSet/>
      <dgm:spPr/>
      <dgm:t>
        <a:bodyPr/>
        <a:lstStyle/>
        <a:p>
          <a:endParaRPr lang="en-US"/>
        </a:p>
      </dgm:t>
    </dgm:pt>
    <dgm:pt modelId="{A4780546-4094-40B2-9DC3-0144B22CC2D1}" type="sibTrans" cxnId="{2758ACE3-75B4-44DF-951B-5402C3F486E9}">
      <dgm:prSet/>
      <dgm:spPr/>
      <dgm:t>
        <a:bodyPr/>
        <a:lstStyle/>
        <a:p>
          <a:endParaRPr lang="en-US"/>
        </a:p>
      </dgm:t>
    </dgm:pt>
    <dgm:pt modelId="{779D92BE-1FCD-420A-8E81-26E62DE92E73}">
      <dgm:prSet/>
      <dgm:spPr/>
      <dgm:t>
        <a:bodyPr/>
        <a:lstStyle/>
        <a:p>
          <a:r>
            <a:rPr lang="en-GB"/>
            <a:t>Operations analyst</a:t>
          </a:r>
          <a:endParaRPr lang="en-US"/>
        </a:p>
      </dgm:t>
    </dgm:pt>
    <dgm:pt modelId="{2E5B1851-B778-4E3C-8EF3-93D814D23F0A}" type="parTrans" cxnId="{4BCB14A7-DFA7-4B8D-BD4A-876F75C12736}">
      <dgm:prSet/>
      <dgm:spPr/>
      <dgm:t>
        <a:bodyPr/>
        <a:lstStyle/>
        <a:p>
          <a:endParaRPr lang="en-US"/>
        </a:p>
      </dgm:t>
    </dgm:pt>
    <dgm:pt modelId="{D0DF95FD-9E06-4025-A1EF-9E3291C9461E}" type="sibTrans" cxnId="{4BCB14A7-DFA7-4B8D-BD4A-876F75C12736}">
      <dgm:prSet/>
      <dgm:spPr/>
      <dgm:t>
        <a:bodyPr/>
        <a:lstStyle/>
        <a:p>
          <a:endParaRPr lang="en-US"/>
        </a:p>
      </dgm:t>
    </dgm:pt>
    <dgm:pt modelId="{5F057DF7-826A-4BF0-A01C-C5F193A4BF59}">
      <dgm:prSet/>
      <dgm:spPr/>
      <dgm:t>
        <a:bodyPr/>
        <a:lstStyle/>
        <a:p>
          <a:r>
            <a:rPr lang="en-GB"/>
            <a:t>Business systems analyst</a:t>
          </a:r>
          <a:endParaRPr lang="en-US"/>
        </a:p>
      </dgm:t>
    </dgm:pt>
    <dgm:pt modelId="{8AA8E507-615E-4BBB-B866-3C6B187CF779}" type="parTrans" cxnId="{AD762E1E-96C8-4336-8799-1877B71C1DB9}">
      <dgm:prSet/>
      <dgm:spPr/>
      <dgm:t>
        <a:bodyPr/>
        <a:lstStyle/>
        <a:p>
          <a:endParaRPr lang="en-US"/>
        </a:p>
      </dgm:t>
    </dgm:pt>
    <dgm:pt modelId="{20F8B25A-0FA3-4139-8B64-FC6DBA816D89}" type="sibTrans" cxnId="{AD762E1E-96C8-4336-8799-1877B71C1DB9}">
      <dgm:prSet/>
      <dgm:spPr/>
      <dgm:t>
        <a:bodyPr/>
        <a:lstStyle/>
        <a:p>
          <a:endParaRPr lang="en-US"/>
        </a:p>
      </dgm:t>
    </dgm:pt>
    <dgm:pt modelId="{00953398-46F7-4559-B78F-E8B6F28081A5}">
      <dgm:prSet/>
      <dgm:spPr/>
      <dgm:t>
        <a:bodyPr/>
        <a:lstStyle/>
        <a:p>
          <a:r>
            <a:rPr lang="en-GB"/>
            <a:t>Data science analyst</a:t>
          </a:r>
          <a:endParaRPr lang="en-US"/>
        </a:p>
      </dgm:t>
    </dgm:pt>
    <dgm:pt modelId="{F9B5BF13-FEC2-4918-800F-BCEB341EB17A}" type="parTrans" cxnId="{41F425C4-A2C9-4FF3-8268-69FC3EC84EE5}">
      <dgm:prSet/>
      <dgm:spPr/>
      <dgm:t>
        <a:bodyPr/>
        <a:lstStyle/>
        <a:p>
          <a:endParaRPr lang="en-US"/>
        </a:p>
      </dgm:t>
    </dgm:pt>
    <dgm:pt modelId="{11425A46-F5CE-4E12-A8EA-B85EDFF75CC0}" type="sibTrans" cxnId="{41F425C4-A2C9-4FF3-8268-69FC3EC84EE5}">
      <dgm:prSet/>
      <dgm:spPr/>
      <dgm:t>
        <a:bodyPr/>
        <a:lstStyle/>
        <a:p>
          <a:endParaRPr lang="en-US"/>
        </a:p>
      </dgm:t>
    </dgm:pt>
    <dgm:pt modelId="{367075E6-8F52-463B-93C6-DCF60678B4B7}">
      <dgm:prSet/>
      <dgm:spPr/>
      <dgm:t>
        <a:bodyPr/>
        <a:lstStyle/>
        <a:p>
          <a:r>
            <a:rPr lang="en-GB"/>
            <a:t>Business intelligence analyst</a:t>
          </a:r>
          <a:endParaRPr lang="en-US"/>
        </a:p>
      </dgm:t>
    </dgm:pt>
    <dgm:pt modelId="{A499BAA4-DD77-40DB-8CF4-F77902FB2FB3}" type="parTrans" cxnId="{0A4A92ED-79EA-4094-A57A-00F7DBE44AFF}">
      <dgm:prSet/>
      <dgm:spPr/>
      <dgm:t>
        <a:bodyPr/>
        <a:lstStyle/>
        <a:p>
          <a:endParaRPr lang="en-US"/>
        </a:p>
      </dgm:t>
    </dgm:pt>
    <dgm:pt modelId="{BEA99764-46A2-475C-8CC8-CA6D67EC34C3}" type="sibTrans" cxnId="{0A4A92ED-79EA-4094-A57A-00F7DBE44AFF}">
      <dgm:prSet/>
      <dgm:spPr/>
      <dgm:t>
        <a:bodyPr/>
        <a:lstStyle/>
        <a:p>
          <a:endParaRPr lang="en-US"/>
        </a:p>
      </dgm:t>
    </dgm:pt>
    <dgm:pt modelId="{F6941599-13F0-46DD-A922-BBEF2C437EFF}">
      <dgm:prSet/>
      <dgm:spPr/>
      <dgm:t>
        <a:bodyPr/>
        <a:lstStyle/>
        <a:p>
          <a:r>
            <a:rPr lang="en-GB"/>
            <a:t>Business intelligence engineer</a:t>
          </a:r>
          <a:endParaRPr lang="en-US"/>
        </a:p>
      </dgm:t>
    </dgm:pt>
    <dgm:pt modelId="{F30B72A2-9096-437E-842E-C781D9DF06BE}" type="parTrans" cxnId="{9F6BD750-166B-44D3-B427-BBA750FC327C}">
      <dgm:prSet/>
      <dgm:spPr/>
      <dgm:t>
        <a:bodyPr/>
        <a:lstStyle/>
        <a:p>
          <a:endParaRPr lang="en-US"/>
        </a:p>
      </dgm:t>
    </dgm:pt>
    <dgm:pt modelId="{B475FF6F-85FA-4A99-97BF-7112927E8037}" type="sibTrans" cxnId="{9F6BD750-166B-44D3-B427-BBA750FC327C}">
      <dgm:prSet/>
      <dgm:spPr/>
      <dgm:t>
        <a:bodyPr/>
        <a:lstStyle/>
        <a:p>
          <a:endParaRPr lang="en-US"/>
        </a:p>
      </dgm:t>
    </dgm:pt>
    <dgm:pt modelId="{6005C479-A901-42E6-928B-0E4334ADF530}">
      <dgm:prSet/>
      <dgm:spPr/>
      <dgm:t>
        <a:bodyPr/>
        <a:lstStyle/>
        <a:p>
          <a:r>
            <a:rPr lang="en-GB"/>
            <a:t>Business intelligence developer</a:t>
          </a:r>
          <a:endParaRPr lang="en-US"/>
        </a:p>
      </dgm:t>
    </dgm:pt>
    <dgm:pt modelId="{FFEFF2F0-5E36-416B-BB76-39F1A65F2425}" type="parTrans" cxnId="{EAB3B508-7FF0-4EB4-8D6E-932D733CDBFC}">
      <dgm:prSet/>
      <dgm:spPr/>
      <dgm:t>
        <a:bodyPr/>
        <a:lstStyle/>
        <a:p>
          <a:endParaRPr lang="en-US"/>
        </a:p>
      </dgm:t>
    </dgm:pt>
    <dgm:pt modelId="{D659B31D-D67B-4A1E-A17E-FC85362AD18E}" type="sibTrans" cxnId="{EAB3B508-7FF0-4EB4-8D6E-932D733CDBFC}">
      <dgm:prSet/>
      <dgm:spPr/>
      <dgm:t>
        <a:bodyPr/>
        <a:lstStyle/>
        <a:p>
          <a:endParaRPr lang="en-US"/>
        </a:p>
      </dgm:t>
    </dgm:pt>
    <dgm:pt modelId="{EC620782-D7F4-47E7-A1E5-8FDF57F3101A}" type="pres">
      <dgm:prSet presAssocID="{2EA0128A-D641-4B9F-B2DA-4D1343081256}" presName="diagram" presStyleCnt="0">
        <dgm:presLayoutVars>
          <dgm:dir/>
          <dgm:resizeHandles val="exact"/>
        </dgm:presLayoutVars>
      </dgm:prSet>
      <dgm:spPr/>
    </dgm:pt>
    <dgm:pt modelId="{71B0D83F-080C-43BD-BB82-0B5D289372D9}" type="pres">
      <dgm:prSet presAssocID="{7A42295B-6000-4010-9A9F-3EE8E5388BA5}" presName="node" presStyleLbl="node1" presStyleIdx="0" presStyleCnt="7">
        <dgm:presLayoutVars>
          <dgm:bulletEnabled val="1"/>
        </dgm:presLayoutVars>
      </dgm:prSet>
      <dgm:spPr/>
    </dgm:pt>
    <dgm:pt modelId="{B632C34A-8684-436E-8F6E-D3D027E659F0}" type="pres">
      <dgm:prSet presAssocID="{A4780546-4094-40B2-9DC3-0144B22CC2D1}" presName="sibTrans" presStyleCnt="0"/>
      <dgm:spPr/>
    </dgm:pt>
    <dgm:pt modelId="{21CC01D6-BDD1-470C-8C45-6379AA23EA90}" type="pres">
      <dgm:prSet presAssocID="{779D92BE-1FCD-420A-8E81-26E62DE92E73}" presName="node" presStyleLbl="node1" presStyleIdx="1" presStyleCnt="7">
        <dgm:presLayoutVars>
          <dgm:bulletEnabled val="1"/>
        </dgm:presLayoutVars>
      </dgm:prSet>
      <dgm:spPr/>
    </dgm:pt>
    <dgm:pt modelId="{08A280FF-6111-4ECE-BACE-1B28FDC68710}" type="pres">
      <dgm:prSet presAssocID="{D0DF95FD-9E06-4025-A1EF-9E3291C9461E}" presName="sibTrans" presStyleCnt="0"/>
      <dgm:spPr/>
    </dgm:pt>
    <dgm:pt modelId="{E734D84E-B79A-47E5-8807-93FF05A6DA13}" type="pres">
      <dgm:prSet presAssocID="{5F057DF7-826A-4BF0-A01C-C5F193A4BF59}" presName="node" presStyleLbl="node1" presStyleIdx="2" presStyleCnt="7">
        <dgm:presLayoutVars>
          <dgm:bulletEnabled val="1"/>
        </dgm:presLayoutVars>
      </dgm:prSet>
      <dgm:spPr/>
    </dgm:pt>
    <dgm:pt modelId="{40CC3730-2FAF-4C98-BE5C-D2515EC1C682}" type="pres">
      <dgm:prSet presAssocID="{20F8B25A-0FA3-4139-8B64-FC6DBA816D89}" presName="sibTrans" presStyleCnt="0"/>
      <dgm:spPr/>
    </dgm:pt>
    <dgm:pt modelId="{6176E663-9B42-49C9-AE1E-CA24FE78D74D}" type="pres">
      <dgm:prSet presAssocID="{00953398-46F7-4559-B78F-E8B6F28081A5}" presName="node" presStyleLbl="node1" presStyleIdx="3" presStyleCnt="7">
        <dgm:presLayoutVars>
          <dgm:bulletEnabled val="1"/>
        </dgm:presLayoutVars>
      </dgm:prSet>
      <dgm:spPr/>
    </dgm:pt>
    <dgm:pt modelId="{6D87E8A2-0B35-4FD2-A24C-EB72C27D3B63}" type="pres">
      <dgm:prSet presAssocID="{11425A46-F5CE-4E12-A8EA-B85EDFF75CC0}" presName="sibTrans" presStyleCnt="0"/>
      <dgm:spPr/>
    </dgm:pt>
    <dgm:pt modelId="{CDB66E74-0177-4CAB-AFC9-53D0A9093DDA}" type="pres">
      <dgm:prSet presAssocID="{367075E6-8F52-463B-93C6-DCF60678B4B7}" presName="node" presStyleLbl="node1" presStyleIdx="4" presStyleCnt="7">
        <dgm:presLayoutVars>
          <dgm:bulletEnabled val="1"/>
        </dgm:presLayoutVars>
      </dgm:prSet>
      <dgm:spPr/>
    </dgm:pt>
    <dgm:pt modelId="{4C0592FE-5AC8-49AF-82BD-E1A3E334058F}" type="pres">
      <dgm:prSet presAssocID="{BEA99764-46A2-475C-8CC8-CA6D67EC34C3}" presName="sibTrans" presStyleCnt="0"/>
      <dgm:spPr/>
    </dgm:pt>
    <dgm:pt modelId="{EABD648B-2272-4A68-A870-B2A283B5BD42}" type="pres">
      <dgm:prSet presAssocID="{F6941599-13F0-46DD-A922-BBEF2C437EFF}" presName="node" presStyleLbl="node1" presStyleIdx="5" presStyleCnt="7">
        <dgm:presLayoutVars>
          <dgm:bulletEnabled val="1"/>
        </dgm:presLayoutVars>
      </dgm:prSet>
      <dgm:spPr/>
    </dgm:pt>
    <dgm:pt modelId="{6D636456-7966-4240-A9D5-EAADEAD1C67C}" type="pres">
      <dgm:prSet presAssocID="{B475FF6F-85FA-4A99-97BF-7112927E8037}" presName="sibTrans" presStyleCnt="0"/>
      <dgm:spPr/>
    </dgm:pt>
    <dgm:pt modelId="{5836D335-7D4A-4F18-9FB8-BB378D55BC18}" type="pres">
      <dgm:prSet presAssocID="{6005C479-A901-42E6-928B-0E4334ADF530}" presName="node" presStyleLbl="node1" presStyleIdx="6" presStyleCnt="7">
        <dgm:presLayoutVars>
          <dgm:bulletEnabled val="1"/>
        </dgm:presLayoutVars>
      </dgm:prSet>
      <dgm:spPr/>
    </dgm:pt>
  </dgm:ptLst>
  <dgm:cxnLst>
    <dgm:cxn modelId="{B64BAB01-5C94-4134-9B3D-88877B475A06}" type="presOf" srcId="{7A42295B-6000-4010-9A9F-3EE8E5388BA5}" destId="{71B0D83F-080C-43BD-BB82-0B5D289372D9}" srcOrd="0" destOrd="0" presId="urn:microsoft.com/office/officeart/2005/8/layout/default"/>
    <dgm:cxn modelId="{BE6C4103-4BF2-473B-BBD4-70737B748F3B}" type="presOf" srcId="{6005C479-A901-42E6-928B-0E4334ADF530}" destId="{5836D335-7D4A-4F18-9FB8-BB378D55BC18}" srcOrd="0" destOrd="0" presId="urn:microsoft.com/office/officeart/2005/8/layout/default"/>
    <dgm:cxn modelId="{F849D303-A712-4EC4-947F-1DE02DEDC3FF}" type="presOf" srcId="{2EA0128A-D641-4B9F-B2DA-4D1343081256}" destId="{EC620782-D7F4-47E7-A1E5-8FDF57F3101A}" srcOrd="0" destOrd="0" presId="urn:microsoft.com/office/officeart/2005/8/layout/default"/>
    <dgm:cxn modelId="{EAB3B508-7FF0-4EB4-8D6E-932D733CDBFC}" srcId="{2EA0128A-D641-4B9F-B2DA-4D1343081256}" destId="{6005C479-A901-42E6-928B-0E4334ADF530}" srcOrd="6" destOrd="0" parTransId="{FFEFF2F0-5E36-416B-BB76-39F1A65F2425}" sibTransId="{D659B31D-D67B-4A1E-A17E-FC85362AD18E}"/>
    <dgm:cxn modelId="{4D2D9D1A-E7F4-43F7-B30D-3F49C04E90DA}" type="presOf" srcId="{779D92BE-1FCD-420A-8E81-26E62DE92E73}" destId="{21CC01D6-BDD1-470C-8C45-6379AA23EA90}" srcOrd="0" destOrd="0" presId="urn:microsoft.com/office/officeart/2005/8/layout/default"/>
    <dgm:cxn modelId="{AD762E1E-96C8-4336-8799-1877B71C1DB9}" srcId="{2EA0128A-D641-4B9F-B2DA-4D1343081256}" destId="{5F057DF7-826A-4BF0-A01C-C5F193A4BF59}" srcOrd="2" destOrd="0" parTransId="{8AA8E507-615E-4BBB-B866-3C6B187CF779}" sibTransId="{20F8B25A-0FA3-4139-8B64-FC6DBA816D89}"/>
    <dgm:cxn modelId="{B536AF32-ED41-4B95-8652-0F82776E62A8}" type="presOf" srcId="{5F057DF7-826A-4BF0-A01C-C5F193A4BF59}" destId="{E734D84E-B79A-47E5-8807-93FF05A6DA13}" srcOrd="0" destOrd="0" presId="urn:microsoft.com/office/officeart/2005/8/layout/default"/>
    <dgm:cxn modelId="{9F6BD750-166B-44D3-B427-BBA750FC327C}" srcId="{2EA0128A-D641-4B9F-B2DA-4D1343081256}" destId="{F6941599-13F0-46DD-A922-BBEF2C437EFF}" srcOrd="5" destOrd="0" parTransId="{F30B72A2-9096-437E-842E-C781D9DF06BE}" sibTransId="{B475FF6F-85FA-4A99-97BF-7112927E8037}"/>
    <dgm:cxn modelId="{4BCB14A7-DFA7-4B8D-BD4A-876F75C12736}" srcId="{2EA0128A-D641-4B9F-B2DA-4D1343081256}" destId="{779D92BE-1FCD-420A-8E81-26E62DE92E73}" srcOrd="1" destOrd="0" parTransId="{2E5B1851-B778-4E3C-8EF3-93D814D23F0A}" sibTransId="{D0DF95FD-9E06-4025-A1EF-9E3291C9461E}"/>
    <dgm:cxn modelId="{960AE1B9-FA2E-48B6-94F3-03B8FE2EF7DC}" type="presOf" srcId="{367075E6-8F52-463B-93C6-DCF60678B4B7}" destId="{CDB66E74-0177-4CAB-AFC9-53D0A9093DDA}" srcOrd="0" destOrd="0" presId="urn:microsoft.com/office/officeart/2005/8/layout/default"/>
    <dgm:cxn modelId="{41F425C4-A2C9-4FF3-8268-69FC3EC84EE5}" srcId="{2EA0128A-D641-4B9F-B2DA-4D1343081256}" destId="{00953398-46F7-4559-B78F-E8B6F28081A5}" srcOrd="3" destOrd="0" parTransId="{F9B5BF13-FEC2-4918-800F-BCEB341EB17A}" sibTransId="{11425A46-F5CE-4E12-A8EA-B85EDFF75CC0}"/>
    <dgm:cxn modelId="{7646F7C7-25B6-493C-B2A5-3D0FA92E7837}" type="presOf" srcId="{F6941599-13F0-46DD-A922-BBEF2C437EFF}" destId="{EABD648B-2272-4A68-A870-B2A283B5BD42}" srcOrd="0" destOrd="0" presId="urn:microsoft.com/office/officeart/2005/8/layout/default"/>
    <dgm:cxn modelId="{D42EE4E1-FF69-479C-83A5-14F8DDDFBF12}" type="presOf" srcId="{00953398-46F7-4559-B78F-E8B6F28081A5}" destId="{6176E663-9B42-49C9-AE1E-CA24FE78D74D}" srcOrd="0" destOrd="0" presId="urn:microsoft.com/office/officeart/2005/8/layout/default"/>
    <dgm:cxn modelId="{2758ACE3-75B4-44DF-951B-5402C3F486E9}" srcId="{2EA0128A-D641-4B9F-B2DA-4D1343081256}" destId="{7A42295B-6000-4010-9A9F-3EE8E5388BA5}" srcOrd="0" destOrd="0" parTransId="{3D6A256A-11CE-4C2C-87FE-4C17DC16EAA3}" sibTransId="{A4780546-4094-40B2-9DC3-0144B22CC2D1}"/>
    <dgm:cxn modelId="{0A4A92ED-79EA-4094-A57A-00F7DBE44AFF}" srcId="{2EA0128A-D641-4B9F-B2DA-4D1343081256}" destId="{367075E6-8F52-463B-93C6-DCF60678B4B7}" srcOrd="4" destOrd="0" parTransId="{A499BAA4-DD77-40DB-8CF4-F77902FB2FB3}" sibTransId="{BEA99764-46A2-475C-8CC8-CA6D67EC34C3}"/>
    <dgm:cxn modelId="{194012A0-A973-4039-9262-8481445F1E92}" type="presParOf" srcId="{EC620782-D7F4-47E7-A1E5-8FDF57F3101A}" destId="{71B0D83F-080C-43BD-BB82-0B5D289372D9}" srcOrd="0" destOrd="0" presId="urn:microsoft.com/office/officeart/2005/8/layout/default"/>
    <dgm:cxn modelId="{672EB1E4-A43F-461D-836B-D74639A46622}" type="presParOf" srcId="{EC620782-D7F4-47E7-A1E5-8FDF57F3101A}" destId="{B632C34A-8684-436E-8F6E-D3D027E659F0}" srcOrd="1" destOrd="0" presId="urn:microsoft.com/office/officeart/2005/8/layout/default"/>
    <dgm:cxn modelId="{824B0B9B-958A-41CC-AB3B-B777042CC0B6}" type="presParOf" srcId="{EC620782-D7F4-47E7-A1E5-8FDF57F3101A}" destId="{21CC01D6-BDD1-470C-8C45-6379AA23EA90}" srcOrd="2" destOrd="0" presId="urn:microsoft.com/office/officeart/2005/8/layout/default"/>
    <dgm:cxn modelId="{ABC17E3B-EE71-434C-862D-A483E1059115}" type="presParOf" srcId="{EC620782-D7F4-47E7-A1E5-8FDF57F3101A}" destId="{08A280FF-6111-4ECE-BACE-1B28FDC68710}" srcOrd="3" destOrd="0" presId="urn:microsoft.com/office/officeart/2005/8/layout/default"/>
    <dgm:cxn modelId="{BCFF5541-20D4-4C7E-A395-5A8257F1C559}" type="presParOf" srcId="{EC620782-D7F4-47E7-A1E5-8FDF57F3101A}" destId="{E734D84E-B79A-47E5-8807-93FF05A6DA13}" srcOrd="4" destOrd="0" presId="urn:microsoft.com/office/officeart/2005/8/layout/default"/>
    <dgm:cxn modelId="{E31FBE17-D92D-4C7D-90B5-92E74B1E8701}" type="presParOf" srcId="{EC620782-D7F4-47E7-A1E5-8FDF57F3101A}" destId="{40CC3730-2FAF-4C98-BE5C-D2515EC1C682}" srcOrd="5" destOrd="0" presId="urn:microsoft.com/office/officeart/2005/8/layout/default"/>
    <dgm:cxn modelId="{761D0A0A-4DD7-41B7-801E-00B09A81CDEF}" type="presParOf" srcId="{EC620782-D7F4-47E7-A1E5-8FDF57F3101A}" destId="{6176E663-9B42-49C9-AE1E-CA24FE78D74D}" srcOrd="6" destOrd="0" presId="urn:microsoft.com/office/officeart/2005/8/layout/default"/>
    <dgm:cxn modelId="{2766EDA9-1D69-4AF9-A2A2-5FC8D49968C9}" type="presParOf" srcId="{EC620782-D7F4-47E7-A1E5-8FDF57F3101A}" destId="{6D87E8A2-0B35-4FD2-A24C-EB72C27D3B63}" srcOrd="7" destOrd="0" presId="urn:microsoft.com/office/officeart/2005/8/layout/default"/>
    <dgm:cxn modelId="{B3FBDC16-AD6A-4B85-9D22-F961CF25C772}" type="presParOf" srcId="{EC620782-D7F4-47E7-A1E5-8FDF57F3101A}" destId="{CDB66E74-0177-4CAB-AFC9-53D0A9093DDA}" srcOrd="8" destOrd="0" presId="urn:microsoft.com/office/officeart/2005/8/layout/default"/>
    <dgm:cxn modelId="{CBE6BD60-2953-485F-89A0-05ED309993EC}" type="presParOf" srcId="{EC620782-D7F4-47E7-A1E5-8FDF57F3101A}" destId="{4C0592FE-5AC8-49AF-82BD-E1A3E334058F}" srcOrd="9" destOrd="0" presId="urn:microsoft.com/office/officeart/2005/8/layout/default"/>
    <dgm:cxn modelId="{0E52E432-2F30-42C9-94FB-81CE40644A50}" type="presParOf" srcId="{EC620782-D7F4-47E7-A1E5-8FDF57F3101A}" destId="{EABD648B-2272-4A68-A870-B2A283B5BD42}" srcOrd="10" destOrd="0" presId="urn:microsoft.com/office/officeart/2005/8/layout/default"/>
    <dgm:cxn modelId="{7C19ED4D-EF19-4B28-91C5-D53F9F56E66D}" type="presParOf" srcId="{EC620782-D7F4-47E7-A1E5-8FDF57F3101A}" destId="{6D636456-7966-4240-A9D5-EAADEAD1C67C}" srcOrd="11" destOrd="0" presId="urn:microsoft.com/office/officeart/2005/8/layout/default"/>
    <dgm:cxn modelId="{33F1D759-9F6A-4F6E-A87D-D570879A9FE9}" type="presParOf" srcId="{EC620782-D7F4-47E7-A1E5-8FDF57F3101A}" destId="{5836D335-7D4A-4F18-9FB8-BB378D55BC1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E89C57-11E9-4B68-9C4D-8C16B835C2D6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F6B3A7-5B93-4542-B9D7-6EDDA1E3E0F7}">
      <dgm:prSet/>
      <dgm:spPr/>
      <dgm:t>
        <a:bodyPr/>
        <a:lstStyle/>
        <a:p>
          <a:r>
            <a:rPr lang="en-US"/>
            <a:t>Collect Data</a:t>
          </a:r>
        </a:p>
      </dgm:t>
    </dgm:pt>
    <dgm:pt modelId="{CC14A7CE-2179-4ACC-B0A6-3DA5C140C5EC}" type="parTrans" cxnId="{C02CE1E8-5110-44E0-A77F-11691EC483B5}">
      <dgm:prSet/>
      <dgm:spPr/>
      <dgm:t>
        <a:bodyPr/>
        <a:lstStyle/>
        <a:p>
          <a:endParaRPr lang="en-US" sz="3200"/>
        </a:p>
      </dgm:t>
    </dgm:pt>
    <dgm:pt modelId="{D88628DA-1934-4F1C-92F7-DDBEFB48C4CE}" type="sibTrans" cxnId="{C02CE1E8-5110-44E0-A77F-11691EC483B5}">
      <dgm:prSet/>
      <dgm:spPr/>
      <dgm:t>
        <a:bodyPr/>
        <a:lstStyle/>
        <a:p>
          <a:endParaRPr lang="en-US"/>
        </a:p>
      </dgm:t>
    </dgm:pt>
    <dgm:pt modelId="{ECB1E689-A842-42FA-AF88-DD1A5C1B0AD3}">
      <dgm:prSet/>
      <dgm:spPr/>
      <dgm:t>
        <a:bodyPr/>
        <a:lstStyle/>
        <a:p>
          <a:r>
            <a:rPr lang="en-US"/>
            <a:t>Clean &amp; Prepare Data</a:t>
          </a:r>
        </a:p>
      </dgm:t>
    </dgm:pt>
    <dgm:pt modelId="{679A97D7-9DF0-431D-9D6A-316F13449625}" type="parTrans" cxnId="{8F846FDD-339E-4784-877A-F011630C9AD8}">
      <dgm:prSet/>
      <dgm:spPr/>
      <dgm:t>
        <a:bodyPr/>
        <a:lstStyle/>
        <a:p>
          <a:endParaRPr lang="en-US" sz="3200"/>
        </a:p>
      </dgm:t>
    </dgm:pt>
    <dgm:pt modelId="{F6F7A84C-37A9-4D6F-AFF1-75F7E4DFD2D5}" type="sibTrans" cxnId="{8F846FDD-339E-4784-877A-F011630C9AD8}">
      <dgm:prSet/>
      <dgm:spPr/>
      <dgm:t>
        <a:bodyPr/>
        <a:lstStyle/>
        <a:p>
          <a:endParaRPr lang="en-US"/>
        </a:p>
      </dgm:t>
    </dgm:pt>
    <dgm:pt modelId="{0A410855-07E3-435B-A535-969D9E9CEF2C}">
      <dgm:prSet/>
      <dgm:spPr/>
      <dgm:t>
        <a:bodyPr/>
        <a:lstStyle/>
        <a:p>
          <a:r>
            <a:rPr lang="en-US"/>
            <a:t>Analyze &amp; Interpret</a:t>
          </a:r>
        </a:p>
      </dgm:t>
    </dgm:pt>
    <dgm:pt modelId="{0366E1DB-3C24-4691-8FFB-8C8C1B3C338F}" type="parTrans" cxnId="{D1184686-F8E4-475B-BD21-00C473B88BC6}">
      <dgm:prSet/>
      <dgm:spPr/>
      <dgm:t>
        <a:bodyPr/>
        <a:lstStyle/>
        <a:p>
          <a:endParaRPr lang="en-US" sz="3200"/>
        </a:p>
      </dgm:t>
    </dgm:pt>
    <dgm:pt modelId="{9D643629-82B8-43CC-85D3-C78D391C416B}" type="sibTrans" cxnId="{D1184686-F8E4-475B-BD21-00C473B88BC6}">
      <dgm:prSet/>
      <dgm:spPr/>
      <dgm:t>
        <a:bodyPr/>
        <a:lstStyle/>
        <a:p>
          <a:endParaRPr lang="en-US"/>
        </a:p>
      </dgm:t>
    </dgm:pt>
    <dgm:pt modelId="{62B71389-962D-4A5D-959E-AD161F6F2A3E}">
      <dgm:prSet/>
      <dgm:spPr/>
      <dgm:t>
        <a:bodyPr/>
        <a:lstStyle/>
        <a:p>
          <a:r>
            <a:rPr lang="en-US"/>
            <a:t>Visualize Results</a:t>
          </a:r>
        </a:p>
      </dgm:t>
    </dgm:pt>
    <dgm:pt modelId="{4BB6F7A8-C3AF-4BD4-BE1C-04571243D307}" type="parTrans" cxnId="{999E6621-144C-4656-AF6F-15109023786F}">
      <dgm:prSet/>
      <dgm:spPr/>
      <dgm:t>
        <a:bodyPr/>
        <a:lstStyle/>
        <a:p>
          <a:endParaRPr lang="en-US" sz="3200"/>
        </a:p>
      </dgm:t>
    </dgm:pt>
    <dgm:pt modelId="{E38FDF61-3CAC-44AC-8C2E-6A207D68E24D}" type="sibTrans" cxnId="{999E6621-144C-4656-AF6F-15109023786F}">
      <dgm:prSet/>
      <dgm:spPr/>
      <dgm:t>
        <a:bodyPr/>
        <a:lstStyle/>
        <a:p>
          <a:endParaRPr lang="en-US"/>
        </a:p>
      </dgm:t>
    </dgm:pt>
    <dgm:pt modelId="{D63758C8-BFD3-42C7-8DE9-2B8173AB4413}">
      <dgm:prSet/>
      <dgm:spPr/>
      <dgm:t>
        <a:bodyPr/>
        <a:lstStyle/>
        <a:p>
          <a:r>
            <a:rPr lang="en-US"/>
            <a:t>Make Decisions</a:t>
          </a:r>
        </a:p>
      </dgm:t>
    </dgm:pt>
    <dgm:pt modelId="{5FC7458C-1FBA-4172-9633-27E2C80913F8}" type="parTrans" cxnId="{2D60C8DC-64D8-4105-BC97-224F741AFE67}">
      <dgm:prSet/>
      <dgm:spPr/>
      <dgm:t>
        <a:bodyPr/>
        <a:lstStyle/>
        <a:p>
          <a:endParaRPr lang="en-US" sz="3200"/>
        </a:p>
      </dgm:t>
    </dgm:pt>
    <dgm:pt modelId="{1F60F75C-89BF-4D2B-B416-4C9B8081CD62}" type="sibTrans" cxnId="{2D60C8DC-64D8-4105-BC97-224F741AFE67}">
      <dgm:prSet/>
      <dgm:spPr/>
      <dgm:t>
        <a:bodyPr/>
        <a:lstStyle/>
        <a:p>
          <a:endParaRPr lang="en-US"/>
        </a:p>
      </dgm:t>
    </dgm:pt>
    <dgm:pt modelId="{59081E6A-3C0B-4F50-B87E-6487E63D9C5E}" type="pres">
      <dgm:prSet presAssocID="{4AE89C57-11E9-4B68-9C4D-8C16B835C2D6}" presName="Name0" presStyleCnt="0">
        <dgm:presLayoutVars>
          <dgm:dir/>
          <dgm:animLvl val="lvl"/>
          <dgm:resizeHandles val="exact"/>
        </dgm:presLayoutVars>
      </dgm:prSet>
      <dgm:spPr/>
    </dgm:pt>
    <dgm:pt modelId="{697ECE31-10D2-4ED8-AE87-AD1C66586601}" type="pres">
      <dgm:prSet presAssocID="{4BF6B3A7-5B93-4542-B9D7-6EDDA1E3E0F7}" presName="linNode" presStyleCnt="0"/>
      <dgm:spPr/>
    </dgm:pt>
    <dgm:pt modelId="{E87B0B72-280D-473E-870C-F0AAD0B07707}" type="pres">
      <dgm:prSet presAssocID="{4BF6B3A7-5B93-4542-B9D7-6EDDA1E3E0F7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1A66FF8-74E4-4E95-9813-F32FF5DC87A5}" type="pres">
      <dgm:prSet presAssocID="{D88628DA-1934-4F1C-92F7-DDBEFB48C4CE}" presName="sp" presStyleCnt="0"/>
      <dgm:spPr/>
    </dgm:pt>
    <dgm:pt modelId="{3572C357-5EDA-440A-8D24-A42E54365F8E}" type="pres">
      <dgm:prSet presAssocID="{ECB1E689-A842-42FA-AF88-DD1A5C1B0AD3}" presName="linNode" presStyleCnt="0"/>
      <dgm:spPr/>
    </dgm:pt>
    <dgm:pt modelId="{4EE9A040-F692-4791-AE09-1A4981E99A92}" type="pres">
      <dgm:prSet presAssocID="{ECB1E689-A842-42FA-AF88-DD1A5C1B0AD3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97C8A5E3-FE05-4C73-979B-2C0E3B6921B7}" type="pres">
      <dgm:prSet presAssocID="{F6F7A84C-37A9-4D6F-AFF1-75F7E4DFD2D5}" presName="sp" presStyleCnt="0"/>
      <dgm:spPr/>
    </dgm:pt>
    <dgm:pt modelId="{96D8C913-D09C-4515-8DC6-0EC6EFE1DF02}" type="pres">
      <dgm:prSet presAssocID="{0A410855-07E3-435B-A535-969D9E9CEF2C}" presName="linNode" presStyleCnt="0"/>
      <dgm:spPr/>
    </dgm:pt>
    <dgm:pt modelId="{8FEA54FF-C035-49FF-8161-1043FAE32645}" type="pres">
      <dgm:prSet presAssocID="{0A410855-07E3-435B-A535-969D9E9CEF2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61CF3BBF-0278-4D56-A1F0-96987E5E518C}" type="pres">
      <dgm:prSet presAssocID="{9D643629-82B8-43CC-85D3-C78D391C416B}" presName="sp" presStyleCnt="0"/>
      <dgm:spPr/>
    </dgm:pt>
    <dgm:pt modelId="{740288CD-EF2F-443C-9036-AA8A1A955831}" type="pres">
      <dgm:prSet presAssocID="{62B71389-962D-4A5D-959E-AD161F6F2A3E}" presName="linNode" presStyleCnt="0"/>
      <dgm:spPr/>
    </dgm:pt>
    <dgm:pt modelId="{266B2B29-46F1-402C-805E-368470651333}" type="pres">
      <dgm:prSet presAssocID="{62B71389-962D-4A5D-959E-AD161F6F2A3E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3B77BD22-AD87-4768-B47E-03B569EE0A73}" type="pres">
      <dgm:prSet presAssocID="{E38FDF61-3CAC-44AC-8C2E-6A207D68E24D}" presName="sp" presStyleCnt="0"/>
      <dgm:spPr/>
    </dgm:pt>
    <dgm:pt modelId="{1E8BDF36-DABB-45D2-925B-92D51167E3E3}" type="pres">
      <dgm:prSet presAssocID="{D63758C8-BFD3-42C7-8DE9-2B8173AB4413}" presName="linNode" presStyleCnt="0"/>
      <dgm:spPr/>
    </dgm:pt>
    <dgm:pt modelId="{4A62DA5E-9E2C-482C-B43D-33038A61B831}" type="pres">
      <dgm:prSet presAssocID="{D63758C8-BFD3-42C7-8DE9-2B8173AB4413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973450D-9F30-432C-817E-317F8F572F61}" type="presOf" srcId="{ECB1E689-A842-42FA-AF88-DD1A5C1B0AD3}" destId="{4EE9A040-F692-4791-AE09-1A4981E99A92}" srcOrd="0" destOrd="0" presId="urn:microsoft.com/office/officeart/2005/8/layout/vList5"/>
    <dgm:cxn modelId="{999E6621-144C-4656-AF6F-15109023786F}" srcId="{4AE89C57-11E9-4B68-9C4D-8C16B835C2D6}" destId="{62B71389-962D-4A5D-959E-AD161F6F2A3E}" srcOrd="3" destOrd="0" parTransId="{4BB6F7A8-C3AF-4BD4-BE1C-04571243D307}" sibTransId="{E38FDF61-3CAC-44AC-8C2E-6A207D68E24D}"/>
    <dgm:cxn modelId="{A923FB61-38C7-4EB3-8214-3775F059EA18}" type="presOf" srcId="{4BF6B3A7-5B93-4542-B9D7-6EDDA1E3E0F7}" destId="{E87B0B72-280D-473E-870C-F0AAD0B07707}" srcOrd="0" destOrd="0" presId="urn:microsoft.com/office/officeart/2005/8/layout/vList5"/>
    <dgm:cxn modelId="{A9E1414B-637B-4586-B836-96BA1E994C3B}" type="presOf" srcId="{0A410855-07E3-435B-A535-969D9E9CEF2C}" destId="{8FEA54FF-C035-49FF-8161-1043FAE32645}" srcOrd="0" destOrd="0" presId="urn:microsoft.com/office/officeart/2005/8/layout/vList5"/>
    <dgm:cxn modelId="{A78D8F73-9002-43F3-A51B-FD0542EE7DB7}" type="presOf" srcId="{62B71389-962D-4A5D-959E-AD161F6F2A3E}" destId="{266B2B29-46F1-402C-805E-368470651333}" srcOrd="0" destOrd="0" presId="urn:microsoft.com/office/officeart/2005/8/layout/vList5"/>
    <dgm:cxn modelId="{D1184686-F8E4-475B-BD21-00C473B88BC6}" srcId="{4AE89C57-11E9-4B68-9C4D-8C16B835C2D6}" destId="{0A410855-07E3-435B-A535-969D9E9CEF2C}" srcOrd="2" destOrd="0" parTransId="{0366E1DB-3C24-4691-8FFB-8C8C1B3C338F}" sibTransId="{9D643629-82B8-43CC-85D3-C78D391C416B}"/>
    <dgm:cxn modelId="{2D60C8DC-64D8-4105-BC97-224F741AFE67}" srcId="{4AE89C57-11E9-4B68-9C4D-8C16B835C2D6}" destId="{D63758C8-BFD3-42C7-8DE9-2B8173AB4413}" srcOrd="4" destOrd="0" parTransId="{5FC7458C-1FBA-4172-9633-27E2C80913F8}" sibTransId="{1F60F75C-89BF-4D2B-B416-4C9B8081CD62}"/>
    <dgm:cxn modelId="{8F846FDD-339E-4784-877A-F011630C9AD8}" srcId="{4AE89C57-11E9-4B68-9C4D-8C16B835C2D6}" destId="{ECB1E689-A842-42FA-AF88-DD1A5C1B0AD3}" srcOrd="1" destOrd="0" parTransId="{679A97D7-9DF0-431D-9D6A-316F13449625}" sibTransId="{F6F7A84C-37A9-4D6F-AFF1-75F7E4DFD2D5}"/>
    <dgm:cxn modelId="{C02CE1E8-5110-44E0-A77F-11691EC483B5}" srcId="{4AE89C57-11E9-4B68-9C4D-8C16B835C2D6}" destId="{4BF6B3A7-5B93-4542-B9D7-6EDDA1E3E0F7}" srcOrd="0" destOrd="0" parTransId="{CC14A7CE-2179-4ACC-B0A6-3DA5C140C5EC}" sibTransId="{D88628DA-1934-4F1C-92F7-DDBEFB48C4CE}"/>
    <dgm:cxn modelId="{3080ECE9-DBB7-4015-807A-18058A0802DD}" type="presOf" srcId="{D63758C8-BFD3-42C7-8DE9-2B8173AB4413}" destId="{4A62DA5E-9E2C-482C-B43D-33038A61B831}" srcOrd="0" destOrd="0" presId="urn:microsoft.com/office/officeart/2005/8/layout/vList5"/>
    <dgm:cxn modelId="{A2B373ED-C19B-46AD-A552-4068305D11EC}" type="presOf" srcId="{4AE89C57-11E9-4B68-9C4D-8C16B835C2D6}" destId="{59081E6A-3C0B-4F50-B87E-6487E63D9C5E}" srcOrd="0" destOrd="0" presId="urn:microsoft.com/office/officeart/2005/8/layout/vList5"/>
    <dgm:cxn modelId="{52430E3E-1781-4388-9D68-67994A375180}" type="presParOf" srcId="{59081E6A-3C0B-4F50-B87E-6487E63D9C5E}" destId="{697ECE31-10D2-4ED8-AE87-AD1C66586601}" srcOrd="0" destOrd="0" presId="urn:microsoft.com/office/officeart/2005/8/layout/vList5"/>
    <dgm:cxn modelId="{6A8FF0B5-2BAC-47F7-A008-94D2C715BEEC}" type="presParOf" srcId="{697ECE31-10D2-4ED8-AE87-AD1C66586601}" destId="{E87B0B72-280D-473E-870C-F0AAD0B07707}" srcOrd="0" destOrd="0" presId="urn:microsoft.com/office/officeart/2005/8/layout/vList5"/>
    <dgm:cxn modelId="{FEA62CE4-872F-43DE-9048-D136EB1402FE}" type="presParOf" srcId="{59081E6A-3C0B-4F50-B87E-6487E63D9C5E}" destId="{E1A66FF8-74E4-4E95-9813-F32FF5DC87A5}" srcOrd="1" destOrd="0" presId="urn:microsoft.com/office/officeart/2005/8/layout/vList5"/>
    <dgm:cxn modelId="{62185B45-F489-4B2F-875D-B42A3C66FBBA}" type="presParOf" srcId="{59081E6A-3C0B-4F50-B87E-6487E63D9C5E}" destId="{3572C357-5EDA-440A-8D24-A42E54365F8E}" srcOrd="2" destOrd="0" presId="urn:microsoft.com/office/officeart/2005/8/layout/vList5"/>
    <dgm:cxn modelId="{52E8DF26-50ED-496F-919D-A4F066A92E72}" type="presParOf" srcId="{3572C357-5EDA-440A-8D24-A42E54365F8E}" destId="{4EE9A040-F692-4791-AE09-1A4981E99A92}" srcOrd="0" destOrd="0" presId="urn:microsoft.com/office/officeart/2005/8/layout/vList5"/>
    <dgm:cxn modelId="{EA36CF73-E0CC-4D8D-8ABA-9A46F3B9757F}" type="presParOf" srcId="{59081E6A-3C0B-4F50-B87E-6487E63D9C5E}" destId="{97C8A5E3-FE05-4C73-979B-2C0E3B6921B7}" srcOrd="3" destOrd="0" presId="urn:microsoft.com/office/officeart/2005/8/layout/vList5"/>
    <dgm:cxn modelId="{5C687F88-BFA0-4293-B82F-9477A69BFF19}" type="presParOf" srcId="{59081E6A-3C0B-4F50-B87E-6487E63D9C5E}" destId="{96D8C913-D09C-4515-8DC6-0EC6EFE1DF02}" srcOrd="4" destOrd="0" presId="urn:microsoft.com/office/officeart/2005/8/layout/vList5"/>
    <dgm:cxn modelId="{810C3221-0DAE-441E-958F-9B9127CAF876}" type="presParOf" srcId="{96D8C913-D09C-4515-8DC6-0EC6EFE1DF02}" destId="{8FEA54FF-C035-49FF-8161-1043FAE32645}" srcOrd="0" destOrd="0" presId="urn:microsoft.com/office/officeart/2005/8/layout/vList5"/>
    <dgm:cxn modelId="{46CB5D2D-CF51-4C8E-AEC7-A95878DB9F3F}" type="presParOf" srcId="{59081E6A-3C0B-4F50-B87E-6487E63D9C5E}" destId="{61CF3BBF-0278-4D56-A1F0-96987E5E518C}" srcOrd="5" destOrd="0" presId="urn:microsoft.com/office/officeart/2005/8/layout/vList5"/>
    <dgm:cxn modelId="{50B635D5-B892-4113-9013-57FA5C9487CB}" type="presParOf" srcId="{59081E6A-3C0B-4F50-B87E-6487E63D9C5E}" destId="{740288CD-EF2F-443C-9036-AA8A1A955831}" srcOrd="6" destOrd="0" presId="urn:microsoft.com/office/officeart/2005/8/layout/vList5"/>
    <dgm:cxn modelId="{B17BC4DF-27D8-4868-A095-DE5737CCB2D2}" type="presParOf" srcId="{740288CD-EF2F-443C-9036-AA8A1A955831}" destId="{266B2B29-46F1-402C-805E-368470651333}" srcOrd="0" destOrd="0" presId="urn:microsoft.com/office/officeart/2005/8/layout/vList5"/>
    <dgm:cxn modelId="{0D9899FA-A62E-456A-BE53-566DA5C48114}" type="presParOf" srcId="{59081E6A-3C0B-4F50-B87E-6487E63D9C5E}" destId="{3B77BD22-AD87-4768-B47E-03B569EE0A73}" srcOrd="7" destOrd="0" presId="urn:microsoft.com/office/officeart/2005/8/layout/vList5"/>
    <dgm:cxn modelId="{A4CE5898-11C1-4F5C-9A1E-D4DD42574C8A}" type="presParOf" srcId="{59081E6A-3C0B-4F50-B87E-6487E63D9C5E}" destId="{1E8BDF36-DABB-45D2-925B-92D51167E3E3}" srcOrd="8" destOrd="0" presId="urn:microsoft.com/office/officeart/2005/8/layout/vList5"/>
    <dgm:cxn modelId="{37E2C1C9-4A70-49F5-BD6B-E821E4CB0B9A}" type="presParOf" srcId="{1E8BDF36-DABB-45D2-925B-92D51167E3E3}" destId="{4A62DA5E-9E2C-482C-B43D-33038A61B83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FCE249-5113-45FF-A3AE-F2AE2904D1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CE1D22-C31B-4B4B-80E0-60477DAEAF1E}">
      <dgm:prSet/>
      <dgm:spPr/>
      <dgm:t>
        <a:bodyPr/>
        <a:lstStyle/>
        <a:p>
          <a:r>
            <a:rPr lang="en-GB"/>
            <a:t>Descriptive (What happened in the past)</a:t>
          </a:r>
          <a:endParaRPr lang="en-US"/>
        </a:p>
      </dgm:t>
    </dgm:pt>
    <dgm:pt modelId="{9A4FE49C-D329-4315-83C1-E1A92ABA35EE}" type="parTrans" cxnId="{70BA6E64-774E-4BD6-AFEC-79481D13EF74}">
      <dgm:prSet/>
      <dgm:spPr/>
      <dgm:t>
        <a:bodyPr/>
        <a:lstStyle/>
        <a:p>
          <a:endParaRPr lang="en-US"/>
        </a:p>
      </dgm:t>
    </dgm:pt>
    <dgm:pt modelId="{0AE149CB-49AF-4BFF-82AE-FC3D6C4DE260}" type="sibTrans" cxnId="{70BA6E64-774E-4BD6-AFEC-79481D13EF74}">
      <dgm:prSet/>
      <dgm:spPr/>
      <dgm:t>
        <a:bodyPr/>
        <a:lstStyle/>
        <a:p>
          <a:endParaRPr lang="en-US"/>
        </a:p>
      </dgm:t>
    </dgm:pt>
    <dgm:pt modelId="{0D67A285-67E2-4482-BB6D-C443700E3FAD}">
      <dgm:prSet/>
      <dgm:spPr/>
      <dgm:t>
        <a:bodyPr/>
        <a:lstStyle/>
        <a:p>
          <a:r>
            <a:rPr lang="en-GB"/>
            <a:t>Diagnostic (Why did it happened)</a:t>
          </a:r>
          <a:endParaRPr lang="en-US"/>
        </a:p>
      </dgm:t>
    </dgm:pt>
    <dgm:pt modelId="{2D243249-34B5-427F-921F-492B85D44989}" type="parTrans" cxnId="{0C54CA04-76A1-481C-BC21-63D8990BC45A}">
      <dgm:prSet/>
      <dgm:spPr/>
      <dgm:t>
        <a:bodyPr/>
        <a:lstStyle/>
        <a:p>
          <a:endParaRPr lang="en-US"/>
        </a:p>
      </dgm:t>
    </dgm:pt>
    <dgm:pt modelId="{B6F9F604-7EA3-4A4A-9E7D-AA8E5621749D}" type="sibTrans" cxnId="{0C54CA04-76A1-481C-BC21-63D8990BC45A}">
      <dgm:prSet/>
      <dgm:spPr/>
      <dgm:t>
        <a:bodyPr/>
        <a:lstStyle/>
        <a:p>
          <a:endParaRPr lang="en-US"/>
        </a:p>
      </dgm:t>
    </dgm:pt>
    <dgm:pt modelId="{D32C1214-B936-4968-AABB-64977E7D4983}">
      <dgm:prSet/>
      <dgm:spPr/>
      <dgm:t>
        <a:bodyPr/>
        <a:lstStyle/>
        <a:p>
          <a:r>
            <a:rPr lang="en-GB"/>
            <a:t>Predictive (How can we make it happen)</a:t>
          </a:r>
          <a:endParaRPr lang="en-US"/>
        </a:p>
      </dgm:t>
    </dgm:pt>
    <dgm:pt modelId="{A37C9537-F1E4-461D-94EB-FF3DF746B3E0}" type="parTrans" cxnId="{DF3683A0-B55A-4B65-9C84-645867A10D27}">
      <dgm:prSet/>
      <dgm:spPr/>
      <dgm:t>
        <a:bodyPr/>
        <a:lstStyle/>
        <a:p>
          <a:endParaRPr lang="en-US"/>
        </a:p>
      </dgm:t>
    </dgm:pt>
    <dgm:pt modelId="{DF1A0511-E2DD-4ED2-8E24-3AC438CAF112}" type="sibTrans" cxnId="{DF3683A0-B55A-4B65-9C84-645867A10D27}">
      <dgm:prSet/>
      <dgm:spPr/>
      <dgm:t>
        <a:bodyPr/>
        <a:lstStyle/>
        <a:p>
          <a:endParaRPr lang="en-US"/>
        </a:p>
      </dgm:t>
    </dgm:pt>
    <dgm:pt modelId="{57856812-41ED-4EF9-8248-18E9FA7A700B}">
      <dgm:prSet/>
      <dgm:spPr/>
      <dgm:t>
        <a:bodyPr/>
        <a:lstStyle/>
        <a:p>
          <a:r>
            <a:rPr lang="en-GB"/>
            <a:t>Prescriptive (What will happen)</a:t>
          </a:r>
          <a:endParaRPr lang="en-US"/>
        </a:p>
      </dgm:t>
    </dgm:pt>
    <dgm:pt modelId="{99B0D72A-7BF0-40BD-9BB1-DB25BFD05FA9}" type="parTrans" cxnId="{C4101A18-B5B1-44EE-81D0-EA0107816A12}">
      <dgm:prSet/>
      <dgm:spPr/>
      <dgm:t>
        <a:bodyPr/>
        <a:lstStyle/>
        <a:p>
          <a:endParaRPr lang="en-US"/>
        </a:p>
      </dgm:t>
    </dgm:pt>
    <dgm:pt modelId="{0F5A84CC-FF05-4260-A39E-8D5A476722B5}" type="sibTrans" cxnId="{C4101A18-B5B1-44EE-81D0-EA0107816A12}">
      <dgm:prSet/>
      <dgm:spPr/>
      <dgm:t>
        <a:bodyPr/>
        <a:lstStyle/>
        <a:p>
          <a:endParaRPr lang="en-US"/>
        </a:p>
      </dgm:t>
    </dgm:pt>
    <dgm:pt modelId="{8F744288-AFC6-4093-B525-4BAD93E9BFE9}" type="pres">
      <dgm:prSet presAssocID="{8FFCE249-5113-45FF-A3AE-F2AE2904D10F}" presName="root" presStyleCnt="0">
        <dgm:presLayoutVars>
          <dgm:dir/>
          <dgm:resizeHandles val="exact"/>
        </dgm:presLayoutVars>
      </dgm:prSet>
      <dgm:spPr/>
    </dgm:pt>
    <dgm:pt modelId="{F30C41F8-D40D-4CE9-96DE-0FF9E309D9EA}" type="pres">
      <dgm:prSet presAssocID="{68CE1D22-C31B-4B4B-80E0-60477DAEAF1E}" presName="compNode" presStyleCnt="0"/>
      <dgm:spPr/>
    </dgm:pt>
    <dgm:pt modelId="{76C83369-099C-4BBE-8048-9FFDFF8F699E}" type="pres">
      <dgm:prSet presAssocID="{68CE1D22-C31B-4B4B-80E0-60477DAEAF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C4F8EF0-73E9-4818-8C0B-F0913377F0EA}" type="pres">
      <dgm:prSet presAssocID="{68CE1D22-C31B-4B4B-80E0-60477DAEAF1E}" presName="spaceRect" presStyleCnt="0"/>
      <dgm:spPr/>
    </dgm:pt>
    <dgm:pt modelId="{3F2AE4AB-1FD8-456E-9E6B-652BB8784A4D}" type="pres">
      <dgm:prSet presAssocID="{68CE1D22-C31B-4B4B-80E0-60477DAEAF1E}" presName="textRect" presStyleLbl="revTx" presStyleIdx="0" presStyleCnt="4">
        <dgm:presLayoutVars>
          <dgm:chMax val="1"/>
          <dgm:chPref val="1"/>
        </dgm:presLayoutVars>
      </dgm:prSet>
      <dgm:spPr/>
    </dgm:pt>
    <dgm:pt modelId="{5C2DB13D-5834-4E03-8A21-0672552EE61A}" type="pres">
      <dgm:prSet presAssocID="{0AE149CB-49AF-4BFF-82AE-FC3D6C4DE260}" presName="sibTrans" presStyleCnt="0"/>
      <dgm:spPr/>
    </dgm:pt>
    <dgm:pt modelId="{C6DE7C81-4B19-4939-A771-94D8F4D2F68D}" type="pres">
      <dgm:prSet presAssocID="{0D67A285-67E2-4482-BB6D-C443700E3FAD}" presName="compNode" presStyleCnt="0"/>
      <dgm:spPr/>
    </dgm:pt>
    <dgm:pt modelId="{D8BBD030-96D6-4813-8DF8-DC4D5C74DF68}" type="pres">
      <dgm:prSet presAssocID="{0D67A285-67E2-4482-BB6D-C443700E3F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8C12110-E411-42E9-BAE3-E1A92E46D6A6}" type="pres">
      <dgm:prSet presAssocID="{0D67A285-67E2-4482-BB6D-C443700E3FAD}" presName="spaceRect" presStyleCnt="0"/>
      <dgm:spPr/>
    </dgm:pt>
    <dgm:pt modelId="{30B4E29E-5007-4E34-A4A0-545850897BEB}" type="pres">
      <dgm:prSet presAssocID="{0D67A285-67E2-4482-BB6D-C443700E3FAD}" presName="textRect" presStyleLbl="revTx" presStyleIdx="1" presStyleCnt="4">
        <dgm:presLayoutVars>
          <dgm:chMax val="1"/>
          <dgm:chPref val="1"/>
        </dgm:presLayoutVars>
      </dgm:prSet>
      <dgm:spPr/>
    </dgm:pt>
    <dgm:pt modelId="{099D7E5F-BB8C-4DCE-8B40-1C87627D7550}" type="pres">
      <dgm:prSet presAssocID="{B6F9F604-7EA3-4A4A-9E7D-AA8E5621749D}" presName="sibTrans" presStyleCnt="0"/>
      <dgm:spPr/>
    </dgm:pt>
    <dgm:pt modelId="{40FA135A-86CB-4716-A88C-7138B7B4F04D}" type="pres">
      <dgm:prSet presAssocID="{D32C1214-B936-4968-AABB-64977E7D4983}" presName="compNode" presStyleCnt="0"/>
      <dgm:spPr/>
    </dgm:pt>
    <dgm:pt modelId="{FEA06CA2-E1C7-4672-9893-17CB2BC46D6A}" type="pres">
      <dgm:prSet presAssocID="{D32C1214-B936-4968-AABB-64977E7D498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023450A6-684F-4726-A795-CABA1B8F8688}" type="pres">
      <dgm:prSet presAssocID="{D32C1214-B936-4968-AABB-64977E7D4983}" presName="spaceRect" presStyleCnt="0"/>
      <dgm:spPr/>
    </dgm:pt>
    <dgm:pt modelId="{F4302174-A24E-414A-8C89-F27F0B174E15}" type="pres">
      <dgm:prSet presAssocID="{D32C1214-B936-4968-AABB-64977E7D4983}" presName="textRect" presStyleLbl="revTx" presStyleIdx="2" presStyleCnt="4">
        <dgm:presLayoutVars>
          <dgm:chMax val="1"/>
          <dgm:chPref val="1"/>
        </dgm:presLayoutVars>
      </dgm:prSet>
      <dgm:spPr/>
    </dgm:pt>
    <dgm:pt modelId="{A09E4BFE-746E-4FB7-8B25-D70F85023F37}" type="pres">
      <dgm:prSet presAssocID="{DF1A0511-E2DD-4ED2-8E24-3AC438CAF112}" presName="sibTrans" presStyleCnt="0"/>
      <dgm:spPr/>
    </dgm:pt>
    <dgm:pt modelId="{A9E25DC0-2976-419B-8693-7E1AFD0C1DE2}" type="pres">
      <dgm:prSet presAssocID="{57856812-41ED-4EF9-8248-18E9FA7A700B}" presName="compNode" presStyleCnt="0"/>
      <dgm:spPr/>
    </dgm:pt>
    <dgm:pt modelId="{396DB6B7-F7C1-4E45-AAD0-B8419473CF01}" type="pres">
      <dgm:prSet presAssocID="{57856812-41ED-4EF9-8248-18E9FA7A70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B59B41DB-45C0-4C53-9AAE-F46570DB2836}" type="pres">
      <dgm:prSet presAssocID="{57856812-41ED-4EF9-8248-18E9FA7A700B}" presName="spaceRect" presStyleCnt="0"/>
      <dgm:spPr/>
    </dgm:pt>
    <dgm:pt modelId="{734DA99B-3DAF-4F3A-8273-15FDF22AFBFA}" type="pres">
      <dgm:prSet presAssocID="{57856812-41ED-4EF9-8248-18E9FA7A70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C54CA04-76A1-481C-BC21-63D8990BC45A}" srcId="{8FFCE249-5113-45FF-A3AE-F2AE2904D10F}" destId="{0D67A285-67E2-4482-BB6D-C443700E3FAD}" srcOrd="1" destOrd="0" parTransId="{2D243249-34B5-427F-921F-492B85D44989}" sibTransId="{B6F9F604-7EA3-4A4A-9E7D-AA8E5621749D}"/>
    <dgm:cxn modelId="{C4101A18-B5B1-44EE-81D0-EA0107816A12}" srcId="{8FFCE249-5113-45FF-A3AE-F2AE2904D10F}" destId="{57856812-41ED-4EF9-8248-18E9FA7A700B}" srcOrd="3" destOrd="0" parTransId="{99B0D72A-7BF0-40BD-9BB1-DB25BFD05FA9}" sibTransId="{0F5A84CC-FF05-4260-A39E-8D5A476722B5}"/>
    <dgm:cxn modelId="{78888A18-51B8-4D2E-8DDC-4F8F49913DE8}" type="presOf" srcId="{57856812-41ED-4EF9-8248-18E9FA7A700B}" destId="{734DA99B-3DAF-4F3A-8273-15FDF22AFBFA}" srcOrd="0" destOrd="0" presId="urn:microsoft.com/office/officeart/2018/2/layout/IconLabelList"/>
    <dgm:cxn modelId="{42D4E840-1BB5-4A0C-96AA-F702D687D8AB}" type="presOf" srcId="{0D67A285-67E2-4482-BB6D-C443700E3FAD}" destId="{30B4E29E-5007-4E34-A4A0-545850897BEB}" srcOrd="0" destOrd="0" presId="urn:microsoft.com/office/officeart/2018/2/layout/IconLabelList"/>
    <dgm:cxn modelId="{206AF860-8916-475D-B705-EFDC1B5941E2}" type="presOf" srcId="{68CE1D22-C31B-4B4B-80E0-60477DAEAF1E}" destId="{3F2AE4AB-1FD8-456E-9E6B-652BB8784A4D}" srcOrd="0" destOrd="0" presId="urn:microsoft.com/office/officeart/2018/2/layout/IconLabelList"/>
    <dgm:cxn modelId="{04F4E341-EF14-44BD-A1AE-59EDA6D24068}" type="presOf" srcId="{D32C1214-B936-4968-AABB-64977E7D4983}" destId="{F4302174-A24E-414A-8C89-F27F0B174E15}" srcOrd="0" destOrd="0" presId="urn:microsoft.com/office/officeart/2018/2/layout/IconLabelList"/>
    <dgm:cxn modelId="{70BA6E64-774E-4BD6-AFEC-79481D13EF74}" srcId="{8FFCE249-5113-45FF-A3AE-F2AE2904D10F}" destId="{68CE1D22-C31B-4B4B-80E0-60477DAEAF1E}" srcOrd="0" destOrd="0" parTransId="{9A4FE49C-D329-4315-83C1-E1A92ABA35EE}" sibTransId="{0AE149CB-49AF-4BFF-82AE-FC3D6C4DE260}"/>
    <dgm:cxn modelId="{F3643072-4048-41C3-9491-61A8E18C392D}" type="presOf" srcId="{8FFCE249-5113-45FF-A3AE-F2AE2904D10F}" destId="{8F744288-AFC6-4093-B525-4BAD93E9BFE9}" srcOrd="0" destOrd="0" presId="urn:microsoft.com/office/officeart/2018/2/layout/IconLabelList"/>
    <dgm:cxn modelId="{DF3683A0-B55A-4B65-9C84-645867A10D27}" srcId="{8FFCE249-5113-45FF-A3AE-F2AE2904D10F}" destId="{D32C1214-B936-4968-AABB-64977E7D4983}" srcOrd="2" destOrd="0" parTransId="{A37C9537-F1E4-461D-94EB-FF3DF746B3E0}" sibTransId="{DF1A0511-E2DD-4ED2-8E24-3AC438CAF112}"/>
    <dgm:cxn modelId="{B361CB50-7069-415E-93EB-AAA11B96486E}" type="presParOf" srcId="{8F744288-AFC6-4093-B525-4BAD93E9BFE9}" destId="{F30C41F8-D40D-4CE9-96DE-0FF9E309D9EA}" srcOrd="0" destOrd="0" presId="urn:microsoft.com/office/officeart/2018/2/layout/IconLabelList"/>
    <dgm:cxn modelId="{D5F56BAC-BBA9-4463-8739-32B1FF8F89F6}" type="presParOf" srcId="{F30C41F8-D40D-4CE9-96DE-0FF9E309D9EA}" destId="{76C83369-099C-4BBE-8048-9FFDFF8F699E}" srcOrd="0" destOrd="0" presId="urn:microsoft.com/office/officeart/2018/2/layout/IconLabelList"/>
    <dgm:cxn modelId="{8E8F655F-A3DE-427A-9731-9C7C926B8BB6}" type="presParOf" srcId="{F30C41F8-D40D-4CE9-96DE-0FF9E309D9EA}" destId="{9C4F8EF0-73E9-4818-8C0B-F0913377F0EA}" srcOrd="1" destOrd="0" presId="urn:microsoft.com/office/officeart/2018/2/layout/IconLabelList"/>
    <dgm:cxn modelId="{C56F6321-C1C2-49D2-B8CE-AF25C4C5BFF3}" type="presParOf" srcId="{F30C41F8-D40D-4CE9-96DE-0FF9E309D9EA}" destId="{3F2AE4AB-1FD8-456E-9E6B-652BB8784A4D}" srcOrd="2" destOrd="0" presId="urn:microsoft.com/office/officeart/2018/2/layout/IconLabelList"/>
    <dgm:cxn modelId="{7708667C-550D-4998-8676-C6AF3584706F}" type="presParOf" srcId="{8F744288-AFC6-4093-B525-4BAD93E9BFE9}" destId="{5C2DB13D-5834-4E03-8A21-0672552EE61A}" srcOrd="1" destOrd="0" presId="urn:microsoft.com/office/officeart/2018/2/layout/IconLabelList"/>
    <dgm:cxn modelId="{A37E2023-8C0E-4A6A-8ED1-43554DECDD49}" type="presParOf" srcId="{8F744288-AFC6-4093-B525-4BAD93E9BFE9}" destId="{C6DE7C81-4B19-4939-A771-94D8F4D2F68D}" srcOrd="2" destOrd="0" presId="urn:microsoft.com/office/officeart/2018/2/layout/IconLabelList"/>
    <dgm:cxn modelId="{E2B4948F-DF0B-449B-854A-135F45CA7DA9}" type="presParOf" srcId="{C6DE7C81-4B19-4939-A771-94D8F4D2F68D}" destId="{D8BBD030-96D6-4813-8DF8-DC4D5C74DF68}" srcOrd="0" destOrd="0" presId="urn:microsoft.com/office/officeart/2018/2/layout/IconLabelList"/>
    <dgm:cxn modelId="{B0A0D29E-C700-4DA2-AED7-1E3B5383E0B0}" type="presParOf" srcId="{C6DE7C81-4B19-4939-A771-94D8F4D2F68D}" destId="{88C12110-E411-42E9-BAE3-E1A92E46D6A6}" srcOrd="1" destOrd="0" presId="urn:microsoft.com/office/officeart/2018/2/layout/IconLabelList"/>
    <dgm:cxn modelId="{6B964926-7AEC-4BAF-980B-1C3986594608}" type="presParOf" srcId="{C6DE7C81-4B19-4939-A771-94D8F4D2F68D}" destId="{30B4E29E-5007-4E34-A4A0-545850897BEB}" srcOrd="2" destOrd="0" presId="urn:microsoft.com/office/officeart/2018/2/layout/IconLabelList"/>
    <dgm:cxn modelId="{51A51561-A67A-4F9F-9EDF-7F46807A9562}" type="presParOf" srcId="{8F744288-AFC6-4093-B525-4BAD93E9BFE9}" destId="{099D7E5F-BB8C-4DCE-8B40-1C87627D7550}" srcOrd="3" destOrd="0" presId="urn:microsoft.com/office/officeart/2018/2/layout/IconLabelList"/>
    <dgm:cxn modelId="{FEEF83FC-8F36-4233-8DF1-5B4DCBEA05F2}" type="presParOf" srcId="{8F744288-AFC6-4093-B525-4BAD93E9BFE9}" destId="{40FA135A-86CB-4716-A88C-7138B7B4F04D}" srcOrd="4" destOrd="0" presId="urn:microsoft.com/office/officeart/2018/2/layout/IconLabelList"/>
    <dgm:cxn modelId="{F973314C-9F25-4D35-BDEA-2128E116DF5F}" type="presParOf" srcId="{40FA135A-86CB-4716-A88C-7138B7B4F04D}" destId="{FEA06CA2-E1C7-4672-9893-17CB2BC46D6A}" srcOrd="0" destOrd="0" presId="urn:microsoft.com/office/officeart/2018/2/layout/IconLabelList"/>
    <dgm:cxn modelId="{ED69980E-543D-4DA5-ADAF-9C8AE354B4A8}" type="presParOf" srcId="{40FA135A-86CB-4716-A88C-7138B7B4F04D}" destId="{023450A6-684F-4726-A795-CABA1B8F8688}" srcOrd="1" destOrd="0" presId="urn:microsoft.com/office/officeart/2018/2/layout/IconLabelList"/>
    <dgm:cxn modelId="{5AE33E47-6F76-4F63-A1F0-D6C2082C7F95}" type="presParOf" srcId="{40FA135A-86CB-4716-A88C-7138B7B4F04D}" destId="{F4302174-A24E-414A-8C89-F27F0B174E15}" srcOrd="2" destOrd="0" presId="urn:microsoft.com/office/officeart/2018/2/layout/IconLabelList"/>
    <dgm:cxn modelId="{4A88EBD9-E8AF-4CCC-8EFA-3BFD93149C72}" type="presParOf" srcId="{8F744288-AFC6-4093-B525-4BAD93E9BFE9}" destId="{A09E4BFE-746E-4FB7-8B25-D70F85023F37}" srcOrd="5" destOrd="0" presId="urn:microsoft.com/office/officeart/2018/2/layout/IconLabelList"/>
    <dgm:cxn modelId="{228811F7-FE5E-4C67-B743-DB06B4FA332B}" type="presParOf" srcId="{8F744288-AFC6-4093-B525-4BAD93E9BFE9}" destId="{A9E25DC0-2976-419B-8693-7E1AFD0C1DE2}" srcOrd="6" destOrd="0" presId="urn:microsoft.com/office/officeart/2018/2/layout/IconLabelList"/>
    <dgm:cxn modelId="{487ECEC8-E85B-4F32-9802-48052F3A26CB}" type="presParOf" srcId="{A9E25DC0-2976-419B-8693-7E1AFD0C1DE2}" destId="{396DB6B7-F7C1-4E45-AAD0-B8419473CF01}" srcOrd="0" destOrd="0" presId="urn:microsoft.com/office/officeart/2018/2/layout/IconLabelList"/>
    <dgm:cxn modelId="{CFF8C46C-0B21-45C9-A964-0DB68C9B93C3}" type="presParOf" srcId="{A9E25DC0-2976-419B-8693-7E1AFD0C1DE2}" destId="{B59B41DB-45C0-4C53-9AAE-F46570DB2836}" srcOrd="1" destOrd="0" presId="urn:microsoft.com/office/officeart/2018/2/layout/IconLabelList"/>
    <dgm:cxn modelId="{8D88A31F-CBD7-4691-9A6B-83DD18CAA2E4}" type="presParOf" srcId="{A9E25DC0-2976-419B-8693-7E1AFD0C1DE2}" destId="{734DA99B-3DAF-4F3A-8273-15FDF22AFB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B12B23F-0516-41D1-8898-21CFF3E78B7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46D22F9-0464-43C2-979F-3C74E78021DC}">
      <dgm:prSet/>
      <dgm:spPr/>
      <dgm:t>
        <a:bodyPr/>
        <a:lstStyle/>
        <a:p>
          <a:r>
            <a:rPr lang="en-US"/>
            <a:t>Numerical Data – measurable (e.g., age, temperature)</a:t>
          </a:r>
        </a:p>
      </dgm:t>
    </dgm:pt>
    <dgm:pt modelId="{CE60C9EA-1E97-4899-96B3-139C6469E3C3}" type="parTrans" cxnId="{1DD97110-67E2-4577-A334-FD0426BBD812}">
      <dgm:prSet/>
      <dgm:spPr/>
      <dgm:t>
        <a:bodyPr/>
        <a:lstStyle/>
        <a:p>
          <a:endParaRPr lang="en-US" sz="3600"/>
        </a:p>
      </dgm:t>
    </dgm:pt>
    <dgm:pt modelId="{CAC2EB15-FAC3-4E9C-A916-E1FC9D3CFBDE}" type="sibTrans" cxnId="{1DD97110-67E2-4577-A334-FD0426BBD812}">
      <dgm:prSet/>
      <dgm:spPr/>
      <dgm:t>
        <a:bodyPr/>
        <a:lstStyle/>
        <a:p>
          <a:endParaRPr lang="en-US"/>
        </a:p>
      </dgm:t>
    </dgm:pt>
    <dgm:pt modelId="{1FE72821-B64C-436D-A5AF-E6B5CC031195}">
      <dgm:prSet/>
      <dgm:spPr/>
      <dgm:t>
        <a:bodyPr/>
        <a:lstStyle/>
        <a:p>
          <a:r>
            <a:rPr lang="en-US"/>
            <a:t>Categorical Data – labels (e.g., gender, city)</a:t>
          </a:r>
        </a:p>
      </dgm:t>
    </dgm:pt>
    <dgm:pt modelId="{CD296E36-CA94-4E05-B740-FC12E4F4ECFA}" type="parTrans" cxnId="{76CC9D2E-F04B-447B-8F82-E27521D99EEE}">
      <dgm:prSet/>
      <dgm:spPr/>
      <dgm:t>
        <a:bodyPr/>
        <a:lstStyle/>
        <a:p>
          <a:endParaRPr lang="en-US" sz="3600"/>
        </a:p>
      </dgm:t>
    </dgm:pt>
    <dgm:pt modelId="{2D767B14-E707-4D4A-8430-35D3EB27A127}" type="sibTrans" cxnId="{76CC9D2E-F04B-447B-8F82-E27521D99EEE}">
      <dgm:prSet/>
      <dgm:spPr/>
      <dgm:t>
        <a:bodyPr/>
        <a:lstStyle/>
        <a:p>
          <a:endParaRPr lang="en-US"/>
        </a:p>
      </dgm:t>
    </dgm:pt>
    <dgm:pt modelId="{B79DD6D6-9282-4F72-874C-5CC142C773BC}">
      <dgm:prSet/>
      <dgm:spPr/>
      <dgm:t>
        <a:bodyPr/>
        <a:lstStyle/>
        <a:p>
          <a:r>
            <a:rPr lang="en-US"/>
            <a:t>Time Series – values over time (e.g., daily rainfall)</a:t>
          </a:r>
        </a:p>
      </dgm:t>
    </dgm:pt>
    <dgm:pt modelId="{06EA15C6-3161-465A-9FDD-69DFCDB4AB78}" type="parTrans" cxnId="{DB2B56CD-AFD9-49E8-93B9-1CC7CA7F2BDC}">
      <dgm:prSet/>
      <dgm:spPr/>
      <dgm:t>
        <a:bodyPr/>
        <a:lstStyle/>
        <a:p>
          <a:endParaRPr lang="en-US" sz="3600"/>
        </a:p>
      </dgm:t>
    </dgm:pt>
    <dgm:pt modelId="{4F291280-EBCD-426D-985E-13706662FF48}" type="sibTrans" cxnId="{DB2B56CD-AFD9-49E8-93B9-1CC7CA7F2BDC}">
      <dgm:prSet/>
      <dgm:spPr/>
      <dgm:t>
        <a:bodyPr/>
        <a:lstStyle/>
        <a:p>
          <a:endParaRPr lang="en-US"/>
        </a:p>
      </dgm:t>
    </dgm:pt>
    <dgm:pt modelId="{6F5B9A5A-B16D-44FB-AAD3-7CC39173336A}">
      <dgm:prSet/>
      <dgm:spPr/>
      <dgm:t>
        <a:bodyPr/>
        <a:lstStyle/>
        <a:p>
          <a:r>
            <a:rPr lang="en-US"/>
            <a:t>Textual Data – words (e.g., tweets, reviews)</a:t>
          </a:r>
        </a:p>
      </dgm:t>
    </dgm:pt>
    <dgm:pt modelId="{90705596-0145-493B-A2F8-1126F37C36FC}" type="parTrans" cxnId="{08040F79-22DD-45FD-A237-E606346DEB15}">
      <dgm:prSet/>
      <dgm:spPr/>
      <dgm:t>
        <a:bodyPr/>
        <a:lstStyle/>
        <a:p>
          <a:endParaRPr lang="en-US" sz="3600"/>
        </a:p>
      </dgm:t>
    </dgm:pt>
    <dgm:pt modelId="{D77468B7-5FCF-41A8-9549-96A06CA3B074}" type="sibTrans" cxnId="{08040F79-22DD-45FD-A237-E606346DEB15}">
      <dgm:prSet/>
      <dgm:spPr/>
      <dgm:t>
        <a:bodyPr/>
        <a:lstStyle/>
        <a:p>
          <a:endParaRPr lang="en-US"/>
        </a:p>
      </dgm:t>
    </dgm:pt>
    <dgm:pt modelId="{F836C192-7CBE-4767-BAF7-3A08708FF3C4}" type="pres">
      <dgm:prSet presAssocID="{5B12B23F-0516-41D1-8898-21CFF3E78B7B}" presName="diagram" presStyleCnt="0">
        <dgm:presLayoutVars>
          <dgm:dir/>
          <dgm:resizeHandles val="exact"/>
        </dgm:presLayoutVars>
      </dgm:prSet>
      <dgm:spPr/>
    </dgm:pt>
    <dgm:pt modelId="{7FC90BF0-6226-401C-8DE4-911235BC0CE3}" type="pres">
      <dgm:prSet presAssocID="{746D22F9-0464-43C2-979F-3C74E78021DC}" presName="node" presStyleLbl="node1" presStyleIdx="0" presStyleCnt="4">
        <dgm:presLayoutVars>
          <dgm:bulletEnabled val="1"/>
        </dgm:presLayoutVars>
      </dgm:prSet>
      <dgm:spPr/>
    </dgm:pt>
    <dgm:pt modelId="{F431B187-D6CB-4EA6-B2AB-53835809217A}" type="pres">
      <dgm:prSet presAssocID="{CAC2EB15-FAC3-4E9C-A916-E1FC9D3CFBDE}" presName="sibTrans" presStyleCnt="0"/>
      <dgm:spPr/>
    </dgm:pt>
    <dgm:pt modelId="{67EE3CFF-3AAE-447C-BA26-C54695548714}" type="pres">
      <dgm:prSet presAssocID="{1FE72821-B64C-436D-A5AF-E6B5CC031195}" presName="node" presStyleLbl="node1" presStyleIdx="1" presStyleCnt="4">
        <dgm:presLayoutVars>
          <dgm:bulletEnabled val="1"/>
        </dgm:presLayoutVars>
      </dgm:prSet>
      <dgm:spPr/>
    </dgm:pt>
    <dgm:pt modelId="{B695F2BD-7390-4307-B0B8-2CDF7E1F98D1}" type="pres">
      <dgm:prSet presAssocID="{2D767B14-E707-4D4A-8430-35D3EB27A127}" presName="sibTrans" presStyleCnt="0"/>
      <dgm:spPr/>
    </dgm:pt>
    <dgm:pt modelId="{0C854BF7-7B0D-4550-927B-1786C9A1CFFC}" type="pres">
      <dgm:prSet presAssocID="{B79DD6D6-9282-4F72-874C-5CC142C773BC}" presName="node" presStyleLbl="node1" presStyleIdx="2" presStyleCnt="4">
        <dgm:presLayoutVars>
          <dgm:bulletEnabled val="1"/>
        </dgm:presLayoutVars>
      </dgm:prSet>
      <dgm:spPr/>
    </dgm:pt>
    <dgm:pt modelId="{D7E34769-45DB-4F8E-8C04-240C74195C14}" type="pres">
      <dgm:prSet presAssocID="{4F291280-EBCD-426D-985E-13706662FF48}" presName="sibTrans" presStyleCnt="0"/>
      <dgm:spPr/>
    </dgm:pt>
    <dgm:pt modelId="{DC2A51E5-038F-4CA1-8A93-DD87FD2244F8}" type="pres">
      <dgm:prSet presAssocID="{6F5B9A5A-B16D-44FB-AAD3-7CC39173336A}" presName="node" presStyleLbl="node1" presStyleIdx="3" presStyleCnt="4">
        <dgm:presLayoutVars>
          <dgm:bulletEnabled val="1"/>
        </dgm:presLayoutVars>
      </dgm:prSet>
      <dgm:spPr/>
    </dgm:pt>
  </dgm:ptLst>
  <dgm:cxnLst>
    <dgm:cxn modelId="{1DD97110-67E2-4577-A334-FD0426BBD812}" srcId="{5B12B23F-0516-41D1-8898-21CFF3E78B7B}" destId="{746D22F9-0464-43C2-979F-3C74E78021DC}" srcOrd="0" destOrd="0" parTransId="{CE60C9EA-1E97-4899-96B3-139C6469E3C3}" sibTransId="{CAC2EB15-FAC3-4E9C-A916-E1FC9D3CFBDE}"/>
    <dgm:cxn modelId="{FD2AA323-45A9-4EEF-84B7-A1C0D4D84077}" type="presOf" srcId="{6F5B9A5A-B16D-44FB-AAD3-7CC39173336A}" destId="{DC2A51E5-038F-4CA1-8A93-DD87FD2244F8}" srcOrd="0" destOrd="0" presId="urn:microsoft.com/office/officeart/2005/8/layout/default"/>
    <dgm:cxn modelId="{76CC9D2E-F04B-447B-8F82-E27521D99EEE}" srcId="{5B12B23F-0516-41D1-8898-21CFF3E78B7B}" destId="{1FE72821-B64C-436D-A5AF-E6B5CC031195}" srcOrd="1" destOrd="0" parTransId="{CD296E36-CA94-4E05-B740-FC12E4F4ECFA}" sibTransId="{2D767B14-E707-4D4A-8430-35D3EB27A127}"/>
    <dgm:cxn modelId="{FC654A5D-BBB2-44F2-82E5-BAD23BC026F0}" type="presOf" srcId="{5B12B23F-0516-41D1-8898-21CFF3E78B7B}" destId="{F836C192-7CBE-4767-BAF7-3A08708FF3C4}" srcOrd="0" destOrd="0" presId="urn:microsoft.com/office/officeart/2005/8/layout/default"/>
    <dgm:cxn modelId="{EAED7E5D-4E17-4073-996B-9F27FAD167A5}" type="presOf" srcId="{B79DD6D6-9282-4F72-874C-5CC142C773BC}" destId="{0C854BF7-7B0D-4550-927B-1786C9A1CFFC}" srcOrd="0" destOrd="0" presId="urn:microsoft.com/office/officeart/2005/8/layout/default"/>
    <dgm:cxn modelId="{17D3694B-CA67-4DEA-AD53-FEA707C1ED3A}" type="presOf" srcId="{746D22F9-0464-43C2-979F-3C74E78021DC}" destId="{7FC90BF0-6226-401C-8DE4-911235BC0CE3}" srcOrd="0" destOrd="0" presId="urn:microsoft.com/office/officeart/2005/8/layout/default"/>
    <dgm:cxn modelId="{000E8A4D-F5DB-41E4-BEBB-2E2B5CE4F571}" type="presOf" srcId="{1FE72821-B64C-436D-A5AF-E6B5CC031195}" destId="{67EE3CFF-3AAE-447C-BA26-C54695548714}" srcOrd="0" destOrd="0" presId="urn:microsoft.com/office/officeart/2005/8/layout/default"/>
    <dgm:cxn modelId="{08040F79-22DD-45FD-A237-E606346DEB15}" srcId="{5B12B23F-0516-41D1-8898-21CFF3E78B7B}" destId="{6F5B9A5A-B16D-44FB-AAD3-7CC39173336A}" srcOrd="3" destOrd="0" parTransId="{90705596-0145-493B-A2F8-1126F37C36FC}" sibTransId="{D77468B7-5FCF-41A8-9549-96A06CA3B074}"/>
    <dgm:cxn modelId="{DB2B56CD-AFD9-49E8-93B9-1CC7CA7F2BDC}" srcId="{5B12B23F-0516-41D1-8898-21CFF3E78B7B}" destId="{B79DD6D6-9282-4F72-874C-5CC142C773BC}" srcOrd="2" destOrd="0" parTransId="{06EA15C6-3161-465A-9FDD-69DFCDB4AB78}" sibTransId="{4F291280-EBCD-426D-985E-13706662FF48}"/>
    <dgm:cxn modelId="{E73BEA90-EF61-46CE-842E-C327B8FAA38F}" type="presParOf" srcId="{F836C192-7CBE-4767-BAF7-3A08708FF3C4}" destId="{7FC90BF0-6226-401C-8DE4-911235BC0CE3}" srcOrd="0" destOrd="0" presId="urn:microsoft.com/office/officeart/2005/8/layout/default"/>
    <dgm:cxn modelId="{FB78D55C-8A30-4582-9D8F-6DE6001EC0FE}" type="presParOf" srcId="{F836C192-7CBE-4767-BAF7-3A08708FF3C4}" destId="{F431B187-D6CB-4EA6-B2AB-53835809217A}" srcOrd="1" destOrd="0" presId="urn:microsoft.com/office/officeart/2005/8/layout/default"/>
    <dgm:cxn modelId="{1CBDD890-3556-4461-8E47-3E300D85F412}" type="presParOf" srcId="{F836C192-7CBE-4767-BAF7-3A08708FF3C4}" destId="{67EE3CFF-3AAE-447C-BA26-C54695548714}" srcOrd="2" destOrd="0" presId="urn:microsoft.com/office/officeart/2005/8/layout/default"/>
    <dgm:cxn modelId="{078BE12F-26E6-4368-A914-471B8EB9D44B}" type="presParOf" srcId="{F836C192-7CBE-4767-BAF7-3A08708FF3C4}" destId="{B695F2BD-7390-4307-B0B8-2CDF7E1F98D1}" srcOrd="3" destOrd="0" presId="urn:microsoft.com/office/officeart/2005/8/layout/default"/>
    <dgm:cxn modelId="{ADA0A7D5-5F5D-4231-B5FC-889AB6D6CB35}" type="presParOf" srcId="{F836C192-7CBE-4767-BAF7-3A08708FF3C4}" destId="{0C854BF7-7B0D-4550-927B-1786C9A1CFFC}" srcOrd="4" destOrd="0" presId="urn:microsoft.com/office/officeart/2005/8/layout/default"/>
    <dgm:cxn modelId="{2D6FBF71-5497-450F-B6D6-B298686B45B5}" type="presParOf" srcId="{F836C192-7CBE-4767-BAF7-3A08708FF3C4}" destId="{D7E34769-45DB-4F8E-8C04-240C74195C14}" srcOrd="5" destOrd="0" presId="urn:microsoft.com/office/officeart/2005/8/layout/default"/>
    <dgm:cxn modelId="{F4FAAA20-A425-4FBE-947C-8364CA54DD82}" type="presParOf" srcId="{F836C192-7CBE-4767-BAF7-3A08708FF3C4}" destId="{DC2A51E5-038F-4CA1-8A93-DD87FD2244F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BAB002D-440E-46DC-87F5-A6D186A64B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75727C19-EBB8-42DC-A748-57B5402674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Independent – cause (hours studied)</a:t>
          </a:r>
        </a:p>
      </dgm:t>
    </dgm:pt>
    <dgm:pt modelId="{BCDAB553-32D0-43A2-8D2D-2682D66A5BD5}" type="parTrans" cxnId="{64A67961-1627-444B-A22E-5F9C9C67C5E0}">
      <dgm:prSet/>
      <dgm:spPr/>
      <dgm:t>
        <a:bodyPr/>
        <a:lstStyle/>
        <a:p>
          <a:endParaRPr lang="en-US"/>
        </a:p>
      </dgm:t>
    </dgm:pt>
    <dgm:pt modelId="{D1A34446-66CE-4A45-9782-296BD62896CC}" type="sibTrans" cxnId="{64A67961-1627-444B-A22E-5F9C9C67C5E0}">
      <dgm:prSet/>
      <dgm:spPr/>
      <dgm:t>
        <a:bodyPr/>
        <a:lstStyle/>
        <a:p>
          <a:endParaRPr lang="en-US"/>
        </a:p>
      </dgm:t>
    </dgm:pt>
    <dgm:pt modelId="{10740253-589F-42D8-9817-13F74795C8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Dependent – effect (exam score)</a:t>
          </a:r>
        </a:p>
      </dgm:t>
    </dgm:pt>
    <dgm:pt modelId="{F3F276B9-EAC9-4DD2-A40D-9D31DF9DDD40}" type="parTrans" cxnId="{83AE7A07-7561-404A-BD2C-0703F3CE0EF9}">
      <dgm:prSet/>
      <dgm:spPr/>
      <dgm:t>
        <a:bodyPr/>
        <a:lstStyle/>
        <a:p>
          <a:endParaRPr lang="en-US"/>
        </a:p>
      </dgm:t>
    </dgm:pt>
    <dgm:pt modelId="{51794FED-D092-4FC9-A2AB-B5385193FA94}" type="sibTrans" cxnId="{83AE7A07-7561-404A-BD2C-0703F3CE0EF9}">
      <dgm:prSet/>
      <dgm:spPr/>
      <dgm:t>
        <a:bodyPr/>
        <a:lstStyle/>
        <a:p>
          <a:endParaRPr lang="en-US"/>
        </a:p>
      </dgm:t>
    </dgm:pt>
    <dgm:pt modelId="{350FCBA4-2BF7-4E4E-A2A8-DCC9F6ADF4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Continuous – can take any value (temperature)</a:t>
          </a:r>
        </a:p>
      </dgm:t>
    </dgm:pt>
    <dgm:pt modelId="{30548ED6-17DF-42C8-811F-A467E9C02BB8}" type="parTrans" cxnId="{44668122-EA69-4BDB-810A-38A19C8A1326}">
      <dgm:prSet/>
      <dgm:spPr/>
      <dgm:t>
        <a:bodyPr/>
        <a:lstStyle/>
        <a:p>
          <a:endParaRPr lang="en-US"/>
        </a:p>
      </dgm:t>
    </dgm:pt>
    <dgm:pt modelId="{DA4804C2-1587-4096-A44B-596FC296B20C}" type="sibTrans" cxnId="{44668122-EA69-4BDB-810A-38A19C8A1326}">
      <dgm:prSet/>
      <dgm:spPr/>
      <dgm:t>
        <a:bodyPr/>
        <a:lstStyle/>
        <a:p>
          <a:endParaRPr lang="en-US"/>
        </a:p>
      </dgm:t>
    </dgm:pt>
    <dgm:pt modelId="{CE435285-3087-401C-9093-F18B8BF970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Discrete – countable (number of subjects passed)</a:t>
          </a:r>
        </a:p>
      </dgm:t>
    </dgm:pt>
    <dgm:pt modelId="{4C12AC8A-AF4E-464F-AB19-ED0B60F7053F}" type="parTrans" cxnId="{B3F3DB85-12E5-4EEC-A31E-0A04D8976DDB}">
      <dgm:prSet/>
      <dgm:spPr/>
      <dgm:t>
        <a:bodyPr/>
        <a:lstStyle/>
        <a:p>
          <a:endParaRPr lang="en-US"/>
        </a:p>
      </dgm:t>
    </dgm:pt>
    <dgm:pt modelId="{D7AA6FFF-D42C-4B00-A1EB-4C139CCCF175}" type="sibTrans" cxnId="{B3F3DB85-12E5-4EEC-A31E-0A04D8976DDB}">
      <dgm:prSet/>
      <dgm:spPr/>
      <dgm:t>
        <a:bodyPr/>
        <a:lstStyle/>
        <a:p>
          <a:endParaRPr lang="en-US"/>
        </a:p>
      </dgm:t>
    </dgm:pt>
    <dgm:pt modelId="{A45C10C0-A964-4C00-B6C1-F2A4332625E6}" type="pres">
      <dgm:prSet presAssocID="{4BAB002D-440E-46DC-87F5-A6D186A64B8B}" presName="root" presStyleCnt="0">
        <dgm:presLayoutVars>
          <dgm:dir/>
          <dgm:resizeHandles val="exact"/>
        </dgm:presLayoutVars>
      </dgm:prSet>
      <dgm:spPr/>
    </dgm:pt>
    <dgm:pt modelId="{1CCA621A-A581-48B6-8A34-514BCDC89EF1}" type="pres">
      <dgm:prSet presAssocID="{75727C19-EBB8-42DC-A748-57B5402674F2}" presName="compNode" presStyleCnt="0"/>
      <dgm:spPr/>
    </dgm:pt>
    <dgm:pt modelId="{C58A4F8B-A487-4C15-BFA7-62B35FFBE456}" type="pres">
      <dgm:prSet presAssocID="{75727C19-EBB8-42DC-A748-57B5402674F2}" presName="bgRect" presStyleLbl="bgShp" presStyleIdx="0" presStyleCnt="4"/>
      <dgm:spPr/>
    </dgm:pt>
    <dgm:pt modelId="{A97D1DE0-8675-4AC2-8621-E451BF65BF3E}" type="pres">
      <dgm:prSet presAssocID="{75727C19-EBB8-42DC-A748-57B5402674F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32594019-0A3B-4BA0-B1DF-3CD3928C2FFA}" type="pres">
      <dgm:prSet presAssocID="{75727C19-EBB8-42DC-A748-57B5402674F2}" presName="spaceRect" presStyleCnt="0"/>
      <dgm:spPr/>
    </dgm:pt>
    <dgm:pt modelId="{7A08B728-B1EA-42A5-AA50-090F03A709F8}" type="pres">
      <dgm:prSet presAssocID="{75727C19-EBB8-42DC-A748-57B5402674F2}" presName="parTx" presStyleLbl="revTx" presStyleIdx="0" presStyleCnt="4">
        <dgm:presLayoutVars>
          <dgm:chMax val="0"/>
          <dgm:chPref val="0"/>
        </dgm:presLayoutVars>
      </dgm:prSet>
      <dgm:spPr/>
    </dgm:pt>
    <dgm:pt modelId="{BF3A4956-6F61-492B-A679-A76E66C43C51}" type="pres">
      <dgm:prSet presAssocID="{D1A34446-66CE-4A45-9782-296BD62896CC}" presName="sibTrans" presStyleCnt="0"/>
      <dgm:spPr/>
    </dgm:pt>
    <dgm:pt modelId="{B1A6DEAE-BFD5-4E24-99DE-81B5E62BB262}" type="pres">
      <dgm:prSet presAssocID="{10740253-589F-42D8-9817-13F74795C874}" presName="compNode" presStyleCnt="0"/>
      <dgm:spPr/>
    </dgm:pt>
    <dgm:pt modelId="{085E8092-0244-4D05-88CC-D37EEA343404}" type="pres">
      <dgm:prSet presAssocID="{10740253-589F-42D8-9817-13F74795C874}" presName="bgRect" presStyleLbl="bgShp" presStyleIdx="1" presStyleCnt="4"/>
      <dgm:spPr/>
    </dgm:pt>
    <dgm:pt modelId="{1B120A61-9E8C-4C0A-BAC4-02A124D5D55B}" type="pres">
      <dgm:prSet presAssocID="{10740253-589F-42D8-9817-13F74795C87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DFF75B00-CAE5-4174-BD21-0A24C31F31F3}" type="pres">
      <dgm:prSet presAssocID="{10740253-589F-42D8-9817-13F74795C874}" presName="spaceRect" presStyleCnt="0"/>
      <dgm:spPr/>
    </dgm:pt>
    <dgm:pt modelId="{896FE2A6-BA85-4D82-8DEA-06251AB6793C}" type="pres">
      <dgm:prSet presAssocID="{10740253-589F-42D8-9817-13F74795C874}" presName="parTx" presStyleLbl="revTx" presStyleIdx="1" presStyleCnt="4">
        <dgm:presLayoutVars>
          <dgm:chMax val="0"/>
          <dgm:chPref val="0"/>
        </dgm:presLayoutVars>
      </dgm:prSet>
      <dgm:spPr/>
    </dgm:pt>
    <dgm:pt modelId="{E296CF72-D1A3-4B4D-94DB-D12DC393EBB2}" type="pres">
      <dgm:prSet presAssocID="{51794FED-D092-4FC9-A2AB-B5385193FA94}" presName="sibTrans" presStyleCnt="0"/>
      <dgm:spPr/>
    </dgm:pt>
    <dgm:pt modelId="{E3E1AE26-EA81-438C-AB3C-C94D364F701D}" type="pres">
      <dgm:prSet presAssocID="{350FCBA4-2BF7-4E4E-A2A8-DCC9F6ADF45B}" presName="compNode" presStyleCnt="0"/>
      <dgm:spPr/>
    </dgm:pt>
    <dgm:pt modelId="{DDAA7721-3EC2-4683-B6AA-2E57774EF7AA}" type="pres">
      <dgm:prSet presAssocID="{350FCBA4-2BF7-4E4E-A2A8-DCC9F6ADF45B}" presName="bgRect" presStyleLbl="bgShp" presStyleIdx="2" presStyleCnt="4"/>
      <dgm:spPr/>
    </dgm:pt>
    <dgm:pt modelId="{FF1EF117-D627-4BA8-9581-5B749BBB907A}" type="pres">
      <dgm:prSet presAssocID="{350FCBA4-2BF7-4E4E-A2A8-DCC9F6ADF4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2C69C4C8-19A4-4188-8FD1-4890A6FB6280}" type="pres">
      <dgm:prSet presAssocID="{350FCBA4-2BF7-4E4E-A2A8-DCC9F6ADF45B}" presName="spaceRect" presStyleCnt="0"/>
      <dgm:spPr/>
    </dgm:pt>
    <dgm:pt modelId="{0F0D62A2-0468-4C45-924A-928B27080CE6}" type="pres">
      <dgm:prSet presAssocID="{350FCBA4-2BF7-4E4E-A2A8-DCC9F6ADF45B}" presName="parTx" presStyleLbl="revTx" presStyleIdx="2" presStyleCnt="4">
        <dgm:presLayoutVars>
          <dgm:chMax val="0"/>
          <dgm:chPref val="0"/>
        </dgm:presLayoutVars>
      </dgm:prSet>
      <dgm:spPr/>
    </dgm:pt>
    <dgm:pt modelId="{2C10AAD6-640B-46B8-882D-D0A1B9EFFB1F}" type="pres">
      <dgm:prSet presAssocID="{DA4804C2-1587-4096-A44B-596FC296B20C}" presName="sibTrans" presStyleCnt="0"/>
      <dgm:spPr/>
    </dgm:pt>
    <dgm:pt modelId="{DEC9FB1E-61E8-461F-A60F-9DE4A4A04F1E}" type="pres">
      <dgm:prSet presAssocID="{CE435285-3087-401C-9093-F18B8BF970B2}" presName="compNode" presStyleCnt="0"/>
      <dgm:spPr/>
    </dgm:pt>
    <dgm:pt modelId="{BD0F1778-D124-43FD-9BFB-ACF99DA254A4}" type="pres">
      <dgm:prSet presAssocID="{CE435285-3087-401C-9093-F18B8BF970B2}" presName="bgRect" presStyleLbl="bgShp" presStyleIdx="3" presStyleCnt="4"/>
      <dgm:spPr/>
    </dgm:pt>
    <dgm:pt modelId="{354C380C-C021-4E7D-B5D4-C3D3FA7CF488}" type="pres">
      <dgm:prSet presAssocID="{CE435285-3087-401C-9093-F18B8BF970B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E5904A-854C-4266-99D7-240E6F938B7F}" type="pres">
      <dgm:prSet presAssocID="{CE435285-3087-401C-9093-F18B8BF970B2}" presName="spaceRect" presStyleCnt="0"/>
      <dgm:spPr/>
    </dgm:pt>
    <dgm:pt modelId="{E7801EEF-1153-4131-B17C-1B85A8999395}" type="pres">
      <dgm:prSet presAssocID="{CE435285-3087-401C-9093-F18B8BF970B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8C5E206-0C2E-4FAF-A84B-E794038C9024}" type="presOf" srcId="{10740253-589F-42D8-9817-13F74795C874}" destId="{896FE2A6-BA85-4D82-8DEA-06251AB6793C}" srcOrd="0" destOrd="0" presId="urn:microsoft.com/office/officeart/2018/2/layout/IconVerticalSolidList"/>
    <dgm:cxn modelId="{83AE7A07-7561-404A-BD2C-0703F3CE0EF9}" srcId="{4BAB002D-440E-46DC-87F5-A6D186A64B8B}" destId="{10740253-589F-42D8-9817-13F74795C874}" srcOrd="1" destOrd="0" parTransId="{F3F276B9-EAC9-4DD2-A40D-9D31DF9DDD40}" sibTransId="{51794FED-D092-4FC9-A2AB-B5385193FA94}"/>
    <dgm:cxn modelId="{44668122-EA69-4BDB-810A-38A19C8A1326}" srcId="{4BAB002D-440E-46DC-87F5-A6D186A64B8B}" destId="{350FCBA4-2BF7-4E4E-A2A8-DCC9F6ADF45B}" srcOrd="2" destOrd="0" parTransId="{30548ED6-17DF-42C8-811F-A467E9C02BB8}" sibTransId="{DA4804C2-1587-4096-A44B-596FC296B20C}"/>
    <dgm:cxn modelId="{F4502534-6346-4374-85CE-2CEF51F0926D}" type="presOf" srcId="{4BAB002D-440E-46DC-87F5-A6D186A64B8B}" destId="{A45C10C0-A964-4C00-B6C1-F2A4332625E6}" srcOrd="0" destOrd="0" presId="urn:microsoft.com/office/officeart/2018/2/layout/IconVerticalSolidList"/>
    <dgm:cxn modelId="{64A67961-1627-444B-A22E-5F9C9C67C5E0}" srcId="{4BAB002D-440E-46DC-87F5-A6D186A64B8B}" destId="{75727C19-EBB8-42DC-A748-57B5402674F2}" srcOrd="0" destOrd="0" parTransId="{BCDAB553-32D0-43A2-8D2D-2682D66A5BD5}" sibTransId="{D1A34446-66CE-4A45-9782-296BD62896CC}"/>
    <dgm:cxn modelId="{B3F3DB85-12E5-4EEC-A31E-0A04D8976DDB}" srcId="{4BAB002D-440E-46DC-87F5-A6D186A64B8B}" destId="{CE435285-3087-401C-9093-F18B8BF970B2}" srcOrd="3" destOrd="0" parTransId="{4C12AC8A-AF4E-464F-AB19-ED0B60F7053F}" sibTransId="{D7AA6FFF-D42C-4B00-A1EB-4C139CCCF175}"/>
    <dgm:cxn modelId="{3C022E93-20FC-4CFA-90D5-FC695195E82F}" type="presOf" srcId="{75727C19-EBB8-42DC-A748-57B5402674F2}" destId="{7A08B728-B1EA-42A5-AA50-090F03A709F8}" srcOrd="0" destOrd="0" presId="urn:microsoft.com/office/officeart/2018/2/layout/IconVerticalSolidList"/>
    <dgm:cxn modelId="{8B9447A4-193D-4803-AE60-108099FD5DBD}" type="presOf" srcId="{350FCBA4-2BF7-4E4E-A2A8-DCC9F6ADF45B}" destId="{0F0D62A2-0468-4C45-924A-928B27080CE6}" srcOrd="0" destOrd="0" presId="urn:microsoft.com/office/officeart/2018/2/layout/IconVerticalSolidList"/>
    <dgm:cxn modelId="{139799DE-B572-42C1-B8A2-CE46098C9616}" type="presOf" srcId="{CE435285-3087-401C-9093-F18B8BF970B2}" destId="{E7801EEF-1153-4131-B17C-1B85A8999395}" srcOrd="0" destOrd="0" presId="urn:microsoft.com/office/officeart/2018/2/layout/IconVerticalSolidList"/>
    <dgm:cxn modelId="{0DC1CD3A-9133-4BD4-8B74-A24F7E287602}" type="presParOf" srcId="{A45C10C0-A964-4C00-B6C1-F2A4332625E6}" destId="{1CCA621A-A581-48B6-8A34-514BCDC89EF1}" srcOrd="0" destOrd="0" presId="urn:microsoft.com/office/officeart/2018/2/layout/IconVerticalSolidList"/>
    <dgm:cxn modelId="{0B5A2274-B8B5-49C5-ABC1-0BC5ACA50F6C}" type="presParOf" srcId="{1CCA621A-A581-48B6-8A34-514BCDC89EF1}" destId="{C58A4F8B-A487-4C15-BFA7-62B35FFBE456}" srcOrd="0" destOrd="0" presId="urn:microsoft.com/office/officeart/2018/2/layout/IconVerticalSolidList"/>
    <dgm:cxn modelId="{0A543E97-746C-4F53-AC24-A65C7587EAA4}" type="presParOf" srcId="{1CCA621A-A581-48B6-8A34-514BCDC89EF1}" destId="{A97D1DE0-8675-4AC2-8621-E451BF65BF3E}" srcOrd="1" destOrd="0" presId="urn:microsoft.com/office/officeart/2018/2/layout/IconVerticalSolidList"/>
    <dgm:cxn modelId="{7F0A19F5-B668-48E4-8528-90E797FDB59F}" type="presParOf" srcId="{1CCA621A-A581-48B6-8A34-514BCDC89EF1}" destId="{32594019-0A3B-4BA0-B1DF-3CD3928C2FFA}" srcOrd="2" destOrd="0" presId="urn:microsoft.com/office/officeart/2018/2/layout/IconVerticalSolidList"/>
    <dgm:cxn modelId="{6619E36B-CBCD-43E5-8A21-19D5761AFFBB}" type="presParOf" srcId="{1CCA621A-A581-48B6-8A34-514BCDC89EF1}" destId="{7A08B728-B1EA-42A5-AA50-090F03A709F8}" srcOrd="3" destOrd="0" presId="urn:microsoft.com/office/officeart/2018/2/layout/IconVerticalSolidList"/>
    <dgm:cxn modelId="{E180DC34-580E-4F1C-8B15-02D85947E94D}" type="presParOf" srcId="{A45C10C0-A964-4C00-B6C1-F2A4332625E6}" destId="{BF3A4956-6F61-492B-A679-A76E66C43C51}" srcOrd="1" destOrd="0" presId="urn:microsoft.com/office/officeart/2018/2/layout/IconVerticalSolidList"/>
    <dgm:cxn modelId="{23900925-E09A-4677-A137-03A57D3494CD}" type="presParOf" srcId="{A45C10C0-A964-4C00-B6C1-F2A4332625E6}" destId="{B1A6DEAE-BFD5-4E24-99DE-81B5E62BB262}" srcOrd="2" destOrd="0" presId="urn:microsoft.com/office/officeart/2018/2/layout/IconVerticalSolidList"/>
    <dgm:cxn modelId="{36FA08D4-61D7-44B4-B7C8-B96CCF2DCCED}" type="presParOf" srcId="{B1A6DEAE-BFD5-4E24-99DE-81B5E62BB262}" destId="{085E8092-0244-4D05-88CC-D37EEA343404}" srcOrd="0" destOrd="0" presId="urn:microsoft.com/office/officeart/2018/2/layout/IconVerticalSolidList"/>
    <dgm:cxn modelId="{433E99A7-D7DF-4AE8-8028-67A1F7E4ECA9}" type="presParOf" srcId="{B1A6DEAE-BFD5-4E24-99DE-81B5E62BB262}" destId="{1B120A61-9E8C-4C0A-BAC4-02A124D5D55B}" srcOrd="1" destOrd="0" presId="urn:microsoft.com/office/officeart/2018/2/layout/IconVerticalSolidList"/>
    <dgm:cxn modelId="{3F5FA203-6905-4964-B4CD-2DDABEDD11F1}" type="presParOf" srcId="{B1A6DEAE-BFD5-4E24-99DE-81B5E62BB262}" destId="{DFF75B00-CAE5-4174-BD21-0A24C31F31F3}" srcOrd="2" destOrd="0" presId="urn:microsoft.com/office/officeart/2018/2/layout/IconVerticalSolidList"/>
    <dgm:cxn modelId="{171F5C03-8E59-4045-82CF-BB55E11F1D1B}" type="presParOf" srcId="{B1A6DEAE-BFD5-4E24-99DE-81B5E62BB262}" destId="{896FE2A6-BA85-4D82-8DEA-06251AB6793C}" srcOrd="3" destOrd="0" presId="urn:microsoft.com/office/officeart/2018/2/layout/IconVerticalSolidList"/>
    <dgm:cxn modelId="{C085E5C6-60B3-4F58-83C6-DC7828DE21C2}" type="presParOf" srcId="{A45C10C0-A964-4C00-B6C1-F2A4332625E6}" destId="{E296CF72-D1A3-4B4D-94DB-D12DC393EBB2}" srcOrd="3" destOrd="0" presId="urn:microsoft.com/office/officeart/2018/2/layout/IconVerticalSolidList"/>
    <dgm:cxn modelId="{E2E3EBA0-8E47-4EE9-9EED-F80865E8725A}" type="presParOf" srcId="{A45C10C0-A964-4C00-B6C1-F2A4332625E6}" destId="{E3E1AE26-EA81-438C-AB3C-C94D364F701D}" srcOrd="4" destOrd="0" presId="urn:microsoft.com/office/officeart/2018/2/layout/IconVerticalSolidList"/>
    <dgm:cxn modelId="{0255AEC7-B539-46B4-9641-130EBBDD6DE7}" type="presParOf" srcId="{E3E1AE26-EA81-438C-AB3C-C94D364F701D}" destId="{DDAA7721-3EC2-4683-B6AA-2E57774EF7AA}" srcOrd="0" destOrd="0" presId="urn:microsoft.com/office/officeart/2018/2/layout/IconVerticalSolidList"/>
    <dgm:cxn modelId="{8ED77517-806D-4366-8DEF-9A352971121E}" type="presParOf" srcId="{E3E1AE26-EA81-438C-AB3C-C94D364F701D}" destId="{FF1EF117-D627-4BA8-9581-5B749BBB907A}" srcOrd="1" destOrd="0" presId="urn:microsoft.com/office/officeart/2018/2/layout/IconVerticalSolidList"/>
    <dgm:cxn modelId="{C8043747-5723-4729-8859-0CD7501E09D3}" type="presParOf" srcId="{E3E1AE26-EA81-438C-AB3C-C94D364F701D}" destId="{2C69C4C8-19A4-4188-8FD1-4890A6FB6280}" srcOrd="2" destOrd="0" presId="urn:microsoft.com/office/officeart/2018/2/layout/IconVerticalSolidList"/>
    <dgm:cxn modelId="{BA858595-86B3-4B23-981E-6A282431A524}" type="presParOf" srcId="{E3E1AE26-EA81-438C-AB3C-C94D364F701D}" destId="{0F0D62A2-0468-4C45-924A-928B27080CE6}" srcOrd="3" destOrd="0" presId="urn:microsoft.com/office/officeart/2018/2/layout/IconVerticalSolidList"/>
    <dgm:cxn modelId="{FEEB855E-3C21-44B5-8D60-492D20D88F2A}" type="presParOf" srcId="{A45C10C0-A964-4C00-B6C1-F2A4332625E6}" destId="{2C10AAD6-640B-46B8-882D-D0A1B9EFFB1F}" srcOrd="5" destOrd="0" presId="urn:microsoft.com/office/officeart/2018/2/layout/IconVerticalSolidList"/>
    <dgm:cxn modelId="{C091221F-6FBE-40F7-9BB2-CA620F997F23}" type="presParOf" srcId="{A45C10C0-A964-4C00-B6C1-F2A4332625E6}" destId="{DEC9FB1E-61E8-461F-A60F-9DE4A4A04F1E}" srcOrd="6" destOrd="0" presId="urn:microsoft.com/office/officeart/2018/2/layout/IconVerticalSolidList"/>
    <dgm:cxn modelId="{EF92F7FF-40CE-425F-99FB-5E5B1D759D97}" type="presParOf" srcId="{DEC9FB1E-61E8-461F-A60F-9DE4A4A04F1E}" destId="{BD0F1778-D124-43FD-9BFB-ACF99DA254A4}" srcOrd="0" destOrd="0" presId="urn:microsoft.com/office/officeart/2018/2/layout/IconVerticalSolidList"/>
    <dgm:cxn modelId="{7902BCB1-E0E9-4C89-99F6-4B68075DE50E}" type="presParOf" srcId="{DEC9FB1E-61E8-461F-A60F-9DE4A4A04F1E}" destId="{354C380C-C021-4E7D-B5D4-C3D3FA7CF488}" srcOrd="1" destOrd="0" presId="urn:microsoft.com/office/officeart/2018/2/layout/IconVerticalSolidList"/>
    <dgm:cxn modelId="{427124CB-AA77-4F48-B654-2A7DF8AB77A1}" type="presParOf" srcId="{DEC9FB1E-61E8-461F-A60F-9DE4A4A04F1E}" destId="{80E5904A-854C-4266-99D7-240E6F938B7F}" srcOrd="2" destOrd="0" presId="urn:microsoft.com/office/officeart/2018/2/layout/IconVerticalSolidList"/>
    <dgm:cxn modelId="{C56459D9-2A98-4169-B63B-F1DCF50F35D3}" type="presParOf" srcId="{DEC9FB1E-61E8-461F-A60F-9DE4A4A04F1E}" destId="{E7801EEF-1153-4131-B17C-1B85A89993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2903F5B-1248-4F58-9F2E-D9621DCE4B1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5468164-E4E9-4D9D-9CC1-67C9AD554FE0}">
      <dgm:prSet/>
      <dgm:spPr/>
      <dgm:t>
        <a:bodyPr/>
        <a:lstStyle/>
        <a:p>
          <a:r>
            <a:rPr lang="en-US"/>
            <a:t>Exploration means understanding your data by asking questions:</a:t>
          </a:r>
        </a:p>
      </dgm:t>
    </dgm:pt>
    <dgm:pt modelId="{9805BC70-5DC6-44AD-9008-72CA3AE88F45}" type="parTrans" cxnId="{9FD73D3C-1981-47BD-8603-18827E62B83C}">
      <dgm:prSet/>
      <dgm:spPr/>
      <dgm:t>
        <a:bodyPr/>
        <a:lstStyle/>
        <a:p>
          <a:endParaRPr lang="en-US"/>
        </a:p>
      </dgm:t>
    </dgm:pt>
    <dgm:pt modelId="{1E207C37-99D3-4214-9ADB-117EC60BFD9D}" type="sibTrans" cxnId="{9FD73D3C-1981-47BD-8603-18827E62B83C}">
      <dgm:prSet/>
      <dgm:spPr/>
      <dgm:t>
        <a:bodyPr/>
        <a:lstStyle/>
        <a:p>
          <a:endParaRPr lang="en-US"/>
        </a:p>
      </dgm:t>
    </dgm:pt>
    <dgm:pt modelId="{97627905-EFFE-4850-A684-0DDCF1C449AB}">
      <dgm:prSet/>
      <dgm:spPr/>
      <dgm:t>
        <a:bodyPr/>
        <a:lstStyle/>
        <a:p>
          <a:r>
            <a:rPr lang="en-US"/>
            <a:t>What is the average value?</a:t>
          </a:r>
        </a:p>
      </dgm:t>
    </dgm:pt>
    <dgm:pt modelId="{217273A9-C1A1-496E-9983-D729DBFA5F1E}" type="parTrans" cxnId="{2C692814-7A16-4142-8FDE-C5FDCD0CC563}">
      <dgm:prSet/>
      <dgm:spPr/>
      <dgm:t>
        <a:bodyPr/>
        <a:lstStyle/>
        <a:p>
          <a:endParaRPr lang="en-US"/>
        </a:p>
      </dgm:t>
    </dgm:pt>
    <dgm:pt modelId="{53278A45-21D0-4ACA-A3DB-1E1521C5FF33}" type="sibTrans" cxnId="{2C692814-7A16-4142-8FDE-C5FDCD0CC563}">
      <dgm:prSet/>
      <dgm:spPr/>
      <dgm:t>
        <a:bodyPr/>
        <a:lstStyle/>
        <a:p>
          <a:endParaRPr lang="en-US"/>
        </a:p>
      </dgm:t>
    </dgm:pt>
    <dgm:pt modelId="{6EEFB50D-39C9-40B8-878B-54F1F6364D2F}">
      <dgm:prSet/>
      <dgm:spPr/>
      <dgm:t>
        <a:bodyPr/>
        <a:lstStyle/>
        <a:p>
          <a:r>
            <a:rPr lang="en-US"/>
            <a:t>Are there any missing or odd entries?</a:t>
          </a:r>
        </a:p>
      </dgm:t>
    </dgm:pt>
    <dgm:pt modelId="{0BC975C3-25F4-4C74-A635-735E82AAA9EA}" type="parTrans" cxnId="{3A36D160-2F5B-4599-A50A-4A986A18A6EA}">
      <dgm:prSet/>
      <dgm:spPr/>
      <dgm:t>
        <a:bodyPr/>
        <a:lstStyle/>
        <a:p>
          <a:endParaRPr lang="en-US"/>
        </a:p>
      </dgm:t>
    </dgm:pt>
    <dgm:pt modelId="{1898BE64-BB76-45C1-AAC3-E78E69F225A3}" type="sibTrans" cxnId="{3A36D160-2F5B-4599-A50A-4A986A18A6EA}">
      <dgm:prSet/>
      <dgm:spPr/>
      <dgm:t>
        <a:bodyPr/>
        <a:lstStyle/>
        <a:p>
          <a:endParaRPr lang="en-US"/>
        </a:p>
      </dgm:t>
    </dgm:pt>
    <dgm:pt modelId="{3C9A2A20-5668-40AC-AF03-5AC530153316}">
      <dgm:prSet/>
      <dgm:spPr/>
      <dgm:t>
        <a:bodyPr/>
        <a:lstStyle/>
        <a:p>
          <a:r>
            <a:rPr lang="en-US"/>
            <a:t>What patterns can we see?</a:t>
          </a:r>
        </a:p>
      </dgm:t>
    </dgm:pt>
    <dgm:pt modelId="{429BF216-6D84-4416-880E-B56BC91A3843}" type="parTrans" cxnId="{D87C8C33-F103-485E-8DF6-20E25CC631E6}">
      <dgm:prSet/>
      <dgm:spPr/>
      <dgm:t>
        <a:bodyPr/>
        <a:lstStyle/>
        <a:p>
          <a:endParaRPr lang="en-US"/>
        </a:p>
      </dgm:t>
    </dgm:pt>
    <dgm:pt modelId="{F23A5225-3918-4665-87BE-CD86AA259ED5}" type="sibTrans" cxnId="{D87C8C33-F103-485E-8DF6-20E25CC631E6}">
      <dgm:prSet/>
      <dgm:spPr/>
      <dgm:t>
        <a:bodyPr/>
        <a:lstStyle/>
        <a:p>
          <a:endParaRPr lang="en-US"/>
        </a:p>
      </dgm:t>
    </dgm:pt>
    <dgm:pt modelId="{A733ECC8-BC4A-42AA-90AE-68784595DABE}" type="pres">
      <dgm:prSet presAssocID="{12903F5B-1248-4F58-9F2E-D9621DCE4B1E}" presName="linear" presStyleCnt="0">
        <dgm:presLayoutVars>
          <dgm:animLvl val="lvl"/>
          <dgm:resizeHandles val="exact"/>
        </dgm:presLayoutVars>
      </dgm:prSet>
      <dgm:spPr/>
    </dgm:pt>
    <dgm:pt modelId="{9CEABF8A-E9C1-4154-A714-D8BB79348303}" type="pres">
      <dgm:prSet presAssocID="{F5468164-E4E9-4D9D-9CC1-67C9AD554FE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3F6C48-48F3-49F4-83D7-69999EEDE65A}" type="pres">
      <dgm:prSet presAssocID="{1E207C37-99D3-4214-9ADB-117EC60BFD9D}" presName="spacer" presStyleCnt="0"/>
      <dgm:spPr/>
    </dgm:pt>
    <dgm:pt modelId="{62E74F33-5B99-41A5-A6D8-EF748FD98757}" type="pres">
      <dgm:prSet presAssocID="{97627905-EFFE-4850-A684-0DDCF1C449A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E39C4E-06CE-488D-9758-E43ACEF81EEF}" type="pres">
      <dgm:prSet presAssocID="{53278A45-21D0-4ACA-A3DB-1E1521C5FF33}" presName="spacer" presStyleCnt="0"/>
      <dgm:spPr/>
    </dgm:pt>
    <dgm:pt modelId="{A8D1A396-679C-4554-AE1F-FA595D07C9B2}" type="pres">
      <dgm:prSet presAssocID="{6EEFB50D-39C9-40B8-878B-54F1F6364D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FE41C8-D74A-4DAA-B4C5-CE0BA8F2B31B}" type="pres">
      <dgm:prSet presAssocID="{1898BE64-BB76-45C1-AAC3-E78E69F225A3}" presName="spacer" presStyleCnt="0"/>
      <dgm:spPr/>
    </dgm:pt>
    <dgm:pt modelId="{95B155FF-6151-4F27-ABD7-7A328E72E05D}" type="pres">
      <dgm:prSet presAssocID="{3C9A2A20-5668-40AC-AF03-5AC5301533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C692814-7A16-4142-8FDE-C5FDCD0CC563}" srcId="{12903F5B-1248-4F58-9F2E-D9621DCE4B1E}" destId="{97627905-EFFE-4850-A684-0DDCF1C449AB}" srcOrd="1" destOrd="0" parTransId="{217273A9-C1A1-496E-9983-D729DBFA5F1E}" sibTransId="{53278A45-21D0-4ACA-A3DB-1E1521C5FF33}"/>
    <dgm:cxn modelId="{D87C8C33-F103-485E-8DF6-20E25CC631E6}" srcId="{12903F5B-1248-4F58-9F2E-D9621DCE4B1E}" destId="{3C9A2A20-5668-40AC-AF03-5AC530153316}" srcOrd="3" destOrd="0" parTransId="{429BF216-6D84-4416-880E-B56BC91A3843}" sibTransId="{F23A5225-3918-4665-87BE-CD86AA259ED5}"/>
    <dgm:cxn modelId="{9FD73D3C-1981-47BD-8603-18827E62B83C}" srcId="{12903F5B-1248-4F58-9F2E-D9621DCE4B1E}" destId="{F5468164-E4E9-4D9D-9CC1-67C9AD554FE0}" srcOrd="0" destOrd="0" parTransId="{9805BC70-5DC6-44AD-9008-72CA3AE88F45}" sibTransId="{1E207C37-99D3-4214-9ADB-117EC60BFD9D}"/>
    <dgm:cxn modelId="{3A36D160-2F5B-4599-A50A-4A986A18A6EA}" srcId="{12903F5B-1248-4F58-9F2E-D9621DCE4B1E}" destId="{6EEFB50D-39C9-40B8-878B-54F1F6364D2F}" srcOrd="2" destOrd="0" parTransId="{0BC975C3-25F4-4C74-A635-735E82AAA9EA}" sibTransId="{1898BE64-BB76-45C1-AAC3-E78E69F225A3}"/>
    <dgm:cxn modelId="{39246068-4232-4FBD-9663-BB9AEFDF2EEB}" type="presOf" srcId="{97627905-EFFE-4850-A684-0DDCF1C449AB}" destId="{62E74F33-5B99-41A5-A6D8-EF748FD98757}" srcOrd="0" destOrd="0" presId="urn:microsoft.com/office/officeart/2005/8/layout/vList2"/>
    <dgm:cxn modelId="{C0CFFEA0-9854-4B81-AA17-24BF57947EFC}" type="presOf" srcId="{6EEFB50D-39C9-40B8-878B-54F1F6364D2F}" destId="{A8D1A396-679C-4554-AE1F-FA595D07C9B2}" srcOrd="0" destOrd="0" presId="urn:microsoft.com/office/officeart/2005/8/layout/vList2"/>
    <dgm:cxn modelId="{F4B1DCA3-A78A-41E7-97F3-3FA2F6D5B7BC}" type="presOf" srcId="{3C9A2A20-5668-40AC-AF03-5AC530153316}" destId="{95B155FF-6151-4F27-ABD7-7A328E72E05D}" srcOrd="0" destOrd="0" presId="urn:microsoft.com/office/officeart/2005/8/layout/vList2"/>
    <dgm:cxn modelId="{F1CC60B0-703F-4317-9099-D9358537BE4C}" type="presOf" srcId="{F5468164-E4E9-4D9D-9CC1-67C9AD554FE0}" destId="{9CEABF8A-E9C1-4154-A714-D8BB79348303}" srcOrd="0" destOrd="0" presId="urn:microsoft.com/office/officeart/2005/8/layout/vList2"/>
    <dgm:cxn modelId="{CF9CEFBD-A2FE-4A34-AFEF-EB02EEB43BE7}" type="presOf" srcId="{12903F5B-1248-4F58-9F2E-D9621DCE4B1E}" destId="{A733ECC8-BC4A-42AA-90AE-68784595DABE}" srcOrd="0" destOrd="0" presId="urn:microsoft.com/office/officeart/2005/8/layout/vList2"/>
    <dgm:cxn modelId="{4674B7A8-ACFC-413C-B316-AB81AB5567CD}" type="presParOf" srcId="{A733ECC8-BC4A-42AA-90AE-68784595DABE}" destId="{9CEABF8A-E9C1-4154-A714-D8BB79348303}" srcOrd="0" destOrd="0" presId="urn:microsoft.com/office/officeart/2005/8/layout/vList2"/>
    <dgm:cxn modelId="{66D2446B-3419-4A4B-980B-AC2DE448C755}" type="presParOf" srcId="{A733ECC8-BC4A-42AA-90AE-68784595DABE}" destId="{9D3F6C48-48F3-49F4-83D7-69999EEDE65A}" srcOrd="1" destOrd="0" presId="urn:microsoft.com/office/officeart/2005/8/layout/vList2"/>
    <dgm:cxn modelId="{C230C947-6893-4570-8AA1-6AFC6BE1779F}" type="presParOf" srcId="{A733ECC8-BC4A-42AA-90AE-68784595DABE}" destId="{62E74F33-5B99-41A5-A6D8-EF748FD98757}" srcOrd="2" destOrd="0" presId="urn:microsoft.com/office/officeart/2005/8/layout/vList2"/>
    <dgm:cxn modelId="{6999AF0F-2994-4A20-95FA-DE73898C73C1}" type="presParOf" srcId="{A733ECC8-BC4A-42AA-90AE-68784595DABE}" destId="{4FE39C4E-06CE-488D-9758-E43ACEF81EEF}" srcOrd="3" destOrd="0" presId="urn:microsoft.com/office/officeart/2005/8/layout/vList2"/>
    <dgm:cxn modelId="{093B18F8-F39D-44E9-81E9-DBB9161560F2}" type="presParOf" srcId="{A733ECC8-BC4A-42AA-90AE-68784595DABE}" destId="{A8D1A396-679C-4554-AE1F-FA595D07C9B2}" srcOrd="4" destOrd="0" presId="urn:microsoft.com/office/officeart/2005/8/layout/vList2"/>
    <dgm:cxn modelId="{6B4AF552-CA4A-4582-8166-3D99F079FEAB}" type="presParOf" srcId="{A733ECC8-BC4A-42AA-90AE-68784595DABE}" destId="{78FE41C8-D74A-4DAA-B4C5-CE0BA8F2B31B}" srcOrd="5" destOrd="0" presId="urn:microsoft.com/office/officeart/2005/8/layout/vList2"/>
    <dgm:cxn modelId="{FF63F02D-35ED-4465-97C6-A9128775B430}" type="presParOf" srcId="{A733ECC8-BC4A-42AA-90AE-68784595DABE}" destId="{95B155FF-6151-4F27-ABD7-7A328E72E05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5C32C93-0EC4-44B3-980A-B748FF2FBD7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71B630-2455-4D25-A47C-E93C31D58E1A}">
      <dgm:prSet/>
      <dgm:spPr/>
      <dgm:t>
        <a:bodyPr/>
        <a:lstStyle/>
        <a:p>
          <a:r>
            <a:rPr lang="en-US"/>
            <a:t>Examples:</a:t>
          </a:r>
        </a:p>
      </dgm:t>
    </dgm:pt>
    <dgm:pt modelId="{0B274115-0B09-4F21-85BF-8DD28B538632}" type="parTrans" cxnId="{28E7F1E6-36B5-4FC0-AC30-C7E84BD938EB}">
      <dgm:prSet/>
      <dgm:spPr/>
      <dgm:t>
        <a:bodyPr/>
        <a:lstStyle/>
        <a:p>
          <a:endParaRPr lang="en-US"/>
        </a:p>
      </dgm:t>
    </dgm:pt>
    <dgm:pt modelId="{B85D2A01-AF1B-43BC-B6C1-7769CB92000C}" type="sibTrans" cxnId="{28E7F1E6-36B5-4FC0-AC30-C7E84BD938EB}">
      <dgm:prSet/>
      <dgm:spPr/>
      <dgm:t>
        <a:bodyPr/>
        <a:lstStyle/>
        <a:p>
          <a:endParaRPr lang="en-US"/>
        </a:p>
      </dgm:t>
    </dgm:pt>
    <dgm:pt modelId="{DB50B536-EFF2-4255-A36B-9DEEDF4B658D}">
      <dgm:prSet/>
      <dgm:spPr/>
      <dgm:t>
        <a:bodyPr/>
        <a:lstStyle/>
        <a:p>
          <a:r>
            <a:rPr lang="en-US"/>
            <a:t>Correlation – how study hours affect grades.</a:t>
          </a:r>
        </a:p>
      </dgm:t>
    </dgm:pt>
    <dgm:pt modelId="{F30B0ED9-2012-4511-B01A-46525319F046}" type="parTrans" cxnId="{71ABBF50-9C42-4BE9-8838-0C18ADFF3CAF}">
      <dgm:prSet/>
      <dgm:spPr/>
      <dgm:t>
        <a:bodyPr/>
        <a:lstStyle/>
        <a:p>
          <a:endParaRPr lang="en-US"/>
        </a:p>
      </dgm:t>
    </dgm:pt>
    <dgm:pt modelId="{3E60018B-50DF-43A8-B0C7-B0843296A1DA}" type="sibTrans" cxnId="{71ABBF50-9C42-4BE9-8838-0C18ADFF3CAF}">
      <dgm:prSet/>
      <dgm:spPr/>
      <dgm:t>
        <a:bodyPr/>
        <a:lstStyle/>
        <a:p>
          <a:endParaRPr lang="en-US"/>
        </a:p>
      </dgm:t>
    </dgm:pt>
    <dgm:pt modelId="{5EB503F3-D597-403B-9615-49AA177C8557}">
      <dgm:prSet/>
      <dgm:spPr/>
      <dgm:t>
        <a:bodyPr/>
        <a:lstStyle/>
        <a:p>
          <a:r>
            <a:rPr lang="en-US"/>
            <a:t>Regression – predicting expenses from salary.</a:t>
          </a:r>
        </a:p>
      </dgm:t>
    </dgm:pt>
    <dgm:pt modelId="{84355B51-40D6-49A5-89C5-65DC1E9F1E8A}" type="parTrans" cxnId="{19FC4E07-72F2-4367-B1B0-85DD4019610A}">
      <dgm:prSet/>
      <dgm:spPr/>
      <dgm:t>
        <a:bodyPr/>
        <a:lstStyle/>
        <a:p>
          <a:endParaRPr lang="en-US"/>
        </a:p>
      </dgm:t>
    </dgm:pt>
    <dgm:pt modelId="{439A6A57-9B83-4B79-91A0-E1A35E0E51E7}" type="sibTrans" cxnId="{19FC4E07-72F2-4367-B1B0-85DD4019610A}">
      <dgm:prSet/>
      <dgm:spPr/>
      <dgm:t>
        <a:bodyPr/>
        <a:lstStyle/>
        <a:p>
          <a:endParaRPr lang="en-US"/>
        </a:p>
      </dgm:t>
    </dgm:pt>
    <dgm:pt modelId="{DFE7AAD3-3372-43BB-9956-E83D6A2BC98A}">
      <dgm:prSet/>
      <dgm:spPr/>
      <dgm:t>
        <a:bodyPr/>
        <a:lstStyle/>
        <a:p>
          <a:r>
            <a:rPr lang="en-US"/>
            <a:t>Probability – chance of rain tomorrow.</a:t>
          </a:r>
        </a:p>
      </dgm:t>
    </dgm:pt>
    <dgm:pt modelId="{A4D516CB-233A-4809-B20B-22F6741449D2}" type="parTrans" cxnId="{ED3D7E1C-CC6D-493D-896C-C90465469748}">
      <dgm:prSet/>
      <dgm:spPr/>
      <dgm:t>
        <a:bodyPr/>
        <a:lstStyle/>
        <a:p>
          <a:endParaRPr lang="en-US"/>
        </a:p>
      </dgm:t>
    </dgm:pt>
    <dgm:pt modelId="{4371BD6C-4688-4D0D-B411-EB49DD0CF439}" type="sibTrans" cxnId="{ED3D7E1C-CC6D-493D-896C-C90465469748}">
      <dgm:prSet/>
      <dgm:spPr/>
      <dgm:t>
        <a:bodyPr/>
        <a:lstStyle/>
        <a:p>
          <a:endParaRPr lang="en-US"/>
        </a:p>
      </dgm:t>
    </dgm:pt>
    <dgm:pt modelId="{E7E52CF6-4BB0-40A1-A68F-F7F7240238E2}" type="pres">
      <dgm:prSet presAssocID="{85C32C93-0EC4-44B3-980A-B748FF2FBD7A}" presName="vert0" presStyleCnt="0">
        <dgm:presLayoutVars>
          <dgm:dir/>
          <dgm:animOne val="branch"/>
          <dgm:animLvl val="lvl"/>
        </dgm:presLayoutVars>
      </dgm:prSet>
      <dgm:spPr/>
    </dgm:pt>
    <dgm:pt modelId="{DC7C167D-947B-4225-9092-749276AFA1FC}" type="pres">
      <dgm:prSet presAssocID="{E671B630-2455-4D25-A47C-E93C31D58E1A}" presName="thickLine" presStyleLbl="alignNode1" presStyleIdx="0" presStyleCnt="1"/>
      <dgm:spPr/>
    </dgm:pt>
    <dgm:pt modelId="{274C227D-259C-410D-A498-D9813C10E7D2}" type="pres">
      <dgm:prSet presAssocID="{E671B630-2455-4D25-A47C-E93C31D58E1A}" presName="horz1" presStyleCnt="0"/>
      <dgm:spPr/>
    </dgm:pt>
    <dgm:pt modelId="{5ECA3AEB-267D-45E8-A3B0-19DF9FF50286}" type="pres">
      <dgm:prSet presAssocID="{E671B630-2455-4D25-A47C-E93C31D58E1A}" presName="tx1" presStyleLbl="revTx" presStyleIdx="0" presStyleCnt="4"/>
      <dgm:spPr/>
    </dgm:pt>
    <dgm:pt modelId="{053B96FA-31D6-4CAD-8432-0DCA2EE0FD24}" type="pres">
      <dgm:prSet presAssocID="{E671B630-2455-4D25-A47C-E93C31D58E1A}" presName="vert1" presStyleCnt="0"/>
      <dgm:spPr/>
    </dgm:pt>
    <dgm:pt modelId="{5C334806-359A-441C-B4CE-9325F588AB2D}" type="pres">
      <dgm:prSet presAssocID="{DB50B536-EFF2-4255-A36B-9DEEDF4B658D}" presName="vertSpace2a" presStyleCnt="0"/>
      <dgm:spPr/>
    </dgm:pt>
    <dgm:pt modelId="{584F19BD-EB2C-459E-A9BC-A25F2595BCCA}" type="pres">
      <dgm:prSet presAssocID="{DB50B536-EFF2-4255-A36B-9DEEDF4B658D}" presName="horz2" presStyleCnt="0"/>
      <dgm:spPr/>
    </dgm:pt>
    <dgm:pt modelId="{0A6EF6F0-A9F8-4586-9E08-214BB8598BC0}" type="pres">
      <dgm:prSet presAssocID="{DB50B536-EFF2-4255-A36B-9DEEDF4B658D}" presName="horzSpace2" presStyleCnt="0"/>
      <dgm:spPr/>
    </dgm:pt>
    <dgm:pt modelId="{1C504DEB-0887-48FA-9B3E-14BD08FCCA30}" type="pres">
      <dgm:prSet presAssocID="{DB50B536-EFF2-4255-A36B-9DEEDF4B658D}" presName="tx2" presStyleLbl="revTx" presStyleIdx="1" presStyleCnt="4"/>
      <dgm:spPr/>
    </dgm:pt>
    <dgm:pt modelId="{EDED42CD-0BAB-4494-9C10-8E1D73AB663A}" type="pres">
      <dgm:prSet presAssocID="{DB50B536-EFF2-4255-A36B-9DEEDF4B658D}" presName="vert2" presStyleCnt="0"/>
      <dgm:spPr/>
    </dgm:pt>
    <dgm:pt modelId="{7A2AEBBA-C7B8-41F6-BAAF-3E6FC03ABAB8}" type="pres">
      <dgm:prSet presAssocID="{DB50B536-EFF2-4255-A36B-9DEEDF4B658D}" presName="thinLine2b" presStyleLbl="callout" presStyleIdx="0" presStyleCnt="3"/>
      <dgm:spPr/>
    </dgm:pt>
    <dgm:pt modelId="{00BAC30F-792D-4D03-9EEF-E6EDE94087A4}" type="pres">
      <dgm:prSet presAssocID="{DB50B536-EFF2-4255-A36B-9DEEDF4B658D}" presName="vertSpace2b" presStyleCnt="0"/>
      <dgm:spPr/>
    </dgm:pt>
    <dgm:pt modelId="{1CF9C487-C7CE-4328-9165-86D1B4FFD20C}" type="pres">
      <dgm:prSet presAssocID="{5EB503F3-D597-403B-9615-49AA177C8557}" presName="horz2" presStyleCnt="0"/>
      <dgm:spPr/>
    </dgm:pt>
    <dgm:pt modelId="{D92F23E8-D8E4-40AF-BB2C-170937800F43}" type="pres">
      <dgm:prSet presAssocID="{5EB503F3-D597-403B-9615-49AA177C8557}" presName="horzSpace2" presStyleCnt="0"/>
      <dgm:spPr/>
    </dgm:pt>
    <dgm:pt modelId="{5DF9DADD-8E43-414A-B649-56F037F1F5EE}" type="pres">
      <dgm:prSet presAssocID="{5EB503F3-D597-403B-9615-49AA177C8557}" presName="tx2" presStyleLbl="revTx" presStyleIdx="2" presStyleCnt="4"/>
      <dgm:spPr/>
    </dgm:pt>
    <dgm:pt modelId="{48A4D267-F9C9-4768-8E25-CC3506A141F3}" type="pres">
      <dgm:prSet presAssocID="{5EB503F3-D597-403B-9615-49AA177C8557}" presName="vert2" presStyleCnt="0"/>
      <dgm:spPr/>
    </dgm:pt>
    <dgm:pt modelId="{ACDEF1B7-1260-45EC-A591-C9F5AE207ACF}" type="pres">
      <dgm:prSet presAssocID="{5EB503F3-D597-403B-9615-49AA177C8557}" presName="thinLine2b" presStyleLbl="callout" presStyleIdx="1" presStyleCnt="3"/>
      <dgm:spPr/>
    </dgm:pt>
    <dgm:pt modelId="{618D4AEB-F3AD-4925-B4B9-E57DFF3F6E8D}" type="pres">
      <dgm:prSet presAssocID="{5EB503F3-D597-403B-9615-49AA177C8557}" presName="vertSpace2b" presStyleCnt="0"/>
      <dgm:spPr/>
    </dgm:pt>
    <dgm:pt modelId="{F69DEEA9-C58C-485A-8602-FD9A3AED531B}" type="pres">
      <dgm:prSet presAssocID="{DFE7AAD3-3372-43BB-9956-E83D6A2BC98A}" presName="horz2" presStyleCnt="0"/>
      <dgm:spPr/>
    </dgm:pt>
    <dgm:pt modelId="{90F976AF-EBC5-489C-A78B-9BABBB317AD1}" type="pres">
      <dgm:prSet presAssocID="{DFE7AAD3-3372-43BB-9956-E83D6A2BC98A}" presName="horzSpace2" presStyleCnt="0"/>
      <dgm:spPr/>
    </dgm:pt>
    <dgm:pt modelId="{BA98A5CD-7EB2-40A0-B4ED-526809F4CCB0}" type="pres">
      <dgm:prSet presAssocID="{DFE7AAD3-3372-43BB-9956-E83D6A2BC98A}" presName="tx2" presStyleLbl="revTx" presStyleIdx="3" presStyleCnt="4"/>
      <dgm:spPr/>
    </dgm:pt>
    <dgm:pt modelId="{451E8952-EB2C-4D66-8BDB-41C63767DCA1}" type="pres">
      <dgm:prSet presAssocID="{DFE7AAD3-3372-43BB-9956-E83D6A2BC98A}" presName="vert2" presStyleCnt="0"/>
      <dgm:spPr/>
    </dgm:pt>
    <dgm:pt modelId="{42EFCC37-A38B-4167-B525-4A90BC55E6C5}" type="pres">
      <dgm:prSet presAssocID="{DFE7AAD3-3372-43BB-9956-E83D6A2BC98A}" presName="thinLine2b" presStyleLbl="callout" presStyleIdx="2" presStyleCnt="3"/>
      <dgm:spPr/>
    </dgm:pt>
    <dgm:pt modelId="{F8E183F1-E38E-4C60-9790-4B5733A9AD31}" type="pres">
      <dgm:prSet presAssocID="{DFE7AAD3-3372-43BB-9956-E83D6A2BC98A}" presName="vertSpace2b" presStyleCnt="0"/>
      <dgm:spPr/>
    </dgm:pt>
  </dgm:ptLst>
  <dgm:cxnLst>
    <dgm:cxn modelId="{19FC4E07-72F2-4367-B1B0-85DD4019610A}" srcId="{E671B630-2455-4D25-A47C-E93C31D58E1A}" destId="{5EB503F3-D597-403B-9615-49AA177C8557}" srcOrd="1" destOrd="0" parTransId="{84355B51-40D6-49A5-89C5-65DC1E9F1E8A}" sibTransId="{439A6A57-9B83-4B79-91A0-E1A35E0E51E7}"/>
    <dgm:cxn modelId="{760B740D-A1A6-4D74-8950-0CA82D2AF049}" type="presOf" srcId="{85C32C93-0EC4-44B3-980A-B748FF2FBD7A}" destId="{E7E52CF6-4BB0-40A1-A68F-F7F7240238E2}" srcOrd="0" destOrd="0" presId="urn:microsoft.com/office/officeart/2008/layout/LinedList"/>
    <dgm:cxn modelId="{ED3D7E1C-CC6D-493D-896C-C90465469748}" srcId="{E671B630-2455-4D25-A47C-E93C31D58E1A}" destId="{DFE7AAD3-3372-43BB-9956-E83D6A2BC98A}" srcOrd="2" destOrd="0" parTransId="{A4D516CB-233A-4809-B20B-22F6741449D2}" sibTransId="{4371BD6C-4688-4D0D-B411-EB49DD0CF439}"/>
    <dgm:cxn modelId="{71ABBF50-9C42-4BE9-8838-0C18ADFF3CAF}" srcId="{E671B630-2455-4D25-A47C-E93C31D58E1A}" destId="{DB50B536-EFF2-4255-A36B-9DEEDF4B658D}" srcOrd="0" destOrd="0" parTransId="{F30B0ED9-2012-4511-B01A-46525319F046}" sibTransId="{3E60018B-50DF-43A8-B0C7-B0843296A1DA}"/>
    <dgm:cxn modelId="{232EEE53-5DCC-4BD3-BC4C-1FF12E94E9AC}" type="presOf" srcId="{DB50B536-EFF2-4255-A36B-9DEEDF4B658D}" destId="{1C504DEB-0887-48FA-9B3E-14BD08FCCA30}" srcOrd="0" destOrd="0" presId="urn:microsoft.com/office/officeart/2008/layout/LinedList"/>
    <dgm:cxn modelId="{0548E057-19B6-456D-A155-ACCC94FC5CF0}" type="presOf" srcId="{E671B630-2455-4D25-A47C-E93C31D58E1A}" destId="{5ECA3AEB-267D-45E8-A3B0-19DF9FF50286}" srcOrd="0" destOrd="0" presId="urn:microsoft.com/office/officeart/2008/layout/LinedList"/>
    <dgm:cxn modelId="{B26D6BAF-AD59-4AE1-A8D1-6107B9018089}" type="presOf" srcId="{5EB503F3-D597-403B-9615-49AA177C8557}" destId="{5DF9DADD-8E43-414A-B649-56F037F1F5EE}" srcOrd="0" destOrd="0" presId="urn:microsoft.com/office/officeart/2008/layout/LinedList"/>
    <dgm:cxn modelId="{E28DB2C0-FA78-4E8E-A897-6B40B5FBC46B}" type="presOf" srcId="{DFE7AAD3-3372-43BB-9956-E83D6A2BC98A}" destId="{BA98A5CD-7EB2-40A0-B4ED-526809F4CCB0}" srcOrd="0" destOrd="0" presId="urn:microsoft.com/office/officeart/2008/layout/LinedList"/>
    <dgm:cxn modelId="{28E7F1E6-36B5-4FC0-AC30-C7E84BD938EB}" srcId="{85C32C93-0EC4-44B3-980A-B748FF2FBD7A}" destId="{E671B630-2455-4D25-A47C-E93C31D58E1A}" srcOrd="0" destOrd="0" parTransId="{0B274115-0B09-4F21-85BF-8DD28B538632}" sibTransId="{B85D2A01-AF1B-43BC-B6C1-7769CB92000C}"/>
    <dgm:cxn modelId="{6ABF24F2-D3AE-4F7E-B8A4-534B1372DE3E}" type="presParOf" srcId="{E7E52CF6-4BB0-40A1-A68F-F7F7240238E2}" destId="{DC7C167D-947B-4225-9092-749276AFA1FC}" srcOrd="0" destOrd="0" presId="urn:microsoft.com/office/officeart/2008/layout/LinedList"/>
    <dgm:cxn modelId="{0CC682D0-7303-4152-AE77-32B79AB3BEFF}" type="presParOf" srcId="{E7E52CF6-4BB0-40A1-A68F-F7F7240238E2}" destId="{274C227D-259C-410D-A498-D9813C10E7D2}" srcOrd="1" destOrd="0" presId="urn:microsoft.com/office/officeart/2008/layout/LinedList"/>
    <dgm:cxn modelId="{A55FED5D-32B7-45B7-A58C-18845E1E2F4F}" type="presParOf" srcId="{274C227D-259C-410D-A498-D9813C10E7D2}" destId="{5ECA3AEB-267D-45E8-A3B0-19DF9FF50286}" srcOrd="0" destOrd="0" presId="urn:microsoft.com/office/officeart/2008/layout/LinedList"/>
    <dgm:cxn modelId="{F746BB55-236E-44E7-A446-A0A256E08954}" type="presParOf" srcId="{274C227D-259C-410D-A498-D9813C10E7D2}" destId="{053B96FA-31D6-4CAD-8432-0DCA2EE0FD24}" srcOrd="1" destOrd="0" presId="urn:microsoft.com/office/officeart/2008/layout/LinedList"/>
    <dgm:cxn modelId="{8CBE4047-3839-42FA-BC0D-771C770897BC}" type="presParOf" srcId="{053B96FA-31D6-4CAD-8432-0DCA2EE0FD24}" destId="{5C334806-359A-441C-B4CE-9325F588AB2D}" srcOrd="0" destOrd="0" presId="urn:microsoft.com/office/officeart/2008/layout/LinedList"/>
    <dgm:cxn modelId="{5FF9E9E6-8157-4220-8692-495FC105A366}" type="presParOf" srcId="{053B96FA-31D6-4CAD-8432-0DCA2EE0FD24}" destId="{584F19BD-EB2C-459E-A9BC-A25F2595BCCA}" srcOrd="1" destOrd="0" presId="urn:microsoft.com/office/officeart/2008/layout/LinedList"/>
    <dgm:cxn modelId="{7BB2A446-9679-4972-A8A4-889A66F6A7E9}" type="presParOf" srcId="{584F19BD-EB2C-459E-A9BC-A25F2595BCCA}" destId="{0A6EF6F0-A9F8-4586-9E08-214BB8598BC0}" srcOrd="0" destOrd="0" presId="urn:microsoft.com/office/officeart/2008/layout/LinedList"/>
    <dgm:cxn modelId="{F13B2FBA-2192-4E1F-A4D5-111898A0E565}" type="presParOf" srcId="{584F19BD-EB2C-459E-A9BC-A25F2595BCCA}" destId="{1C504DEB-0887-48FA-9B3E-14BD08FCCA30}" srcOrd="1" destOrd="0" presId="urn:microsoft.com/office/officeart/2008/layout/LinedList"/>
    <dgm:cxn modelId="{D45A05AC-4422-4422-B856-389C909F7A1D}" type="presParOf" srcId="{584F19BD-EB2C-459E-A9BC-A25F2595BCCA}" destId="{EDED42CD-0BAB-4494-9C10-8E1D73AB663A}" srcOrd="2" destOrd="0" presId="urn:microsoft.com/office/officeart/2008/layout/LinedList"/>
    <dgm:cxn modelId="{A27C2F09-9FAC-45E7-9AED-0CC02DDA5EDE}" type="presParOf" srcId="{053B96FA-31D6-4CAD-8432-0DCA2EE0FD24}" destId="{7A2AEBBA-C7B8-41F6-BAAF-3E6FC03ABAB8}" srcOrd="2" destOrd="0" presId="urn:microsoft.com/office/officeart/2008/layout/LinedList"/>
    <dgm:cxn modelId="{8F1B0A83-33E3-47F4-80F4-3C9A4C9FE916}" type="presParOf" srcId="{053B96FA-31D6-4CAD-8432-0DCA2EE0FD24}" destId="{00BAC30F-792D-4D03-9EEF-E6EDE94087A4}" srcOrd="3" destOrd="0" presId="urn:microsoft.com/office/officeart/2008/layout/LinedList"/>
    <dgm:cxn modelId="{58E129B1-BEE1-4B43-8E8C-E9AE8D23B824}" type="presParOf" srcId="{053B96FA-31D6-4CAD-8432-0DCA2EE0FD24}" destId="{1CF9C487-C7CE-4328-9165-86D1B4FFD20C}" srcOrd="4" destOrd="0" presId="urn:microsoft.com/office/officeart/2008/layout/LinedList"/>
    <dgm:cxn modelId="{86DBE688-7751-4BC7-B396-B00612CE3A4D}" type="presParOf" srcId="{1CF9C487-C7CE-4328-9165-86D1B4FFD20C}" destId="{D92F23E8-D8E4-40AF-BB2C-170937800F43}" srcOrd="0" destOrd="0" presId="urn:microsoft.com/office/officeart/2008/layout/LinedList"/>
    <dgm:cxn modelId="{38F1B621-C898-4FF7-B184-2F593DB5DFB1}" type="presParOf" srcId="{1CF9C487-C7CE-4328-9165-86D1B4FFD20C}" destId="{5DF9DADD-8E43-414A-B649-56F037F1F5EE}" srcOrd="1" destOrd="0" presId="urn:microsoft.com/office/officeart/2008/layout/LinedList"/>
    <dgm:cxn modelId="{768E087A-629A-4705-A809-B6E363D17106}" type="presParOf" srcId="{1CF9C487-C7CE-4328-9165-86D1B4FFD20C}" destId="{48A4D267-F9C9-4768-8E25-CC3506A141F3}" srcOrd="2" destOrd="0" presId="urn:microsoft.com/office/officeart/2008/layout/LinedList"/>
    <dgm:cxn modelId="{1E4239AE-05F4-4696-8246-08874EBEB8AD}" type="presParOf" srcId="{053B96FA-31D6-4CAD-8432-0DCA2EE0FD24}" destId="{ACDEF1B7-1260-45EC-A591-C9F5AE207ACF}" srcOrd="5" destOrd="0" presId="urn:microsoft.com/office/officeart/2008/layout/LinedList"/>
    <dgm:cxn modelId="{6E8A42D7-0651-419C-81C6-55FF8949C15B}" type="presParOf" srcId="{053B96FA-31D6-4CAD-8432-0DCA2EE0FD24}" destId="{618D4AEB-F3AD-4925-B4B9-E57DFF3F6E8D}" srcOrd="6" destOrd="0" presId="urn:microsoft.com/office/officeart/2008/layout/LinedList"/>
    <dgm:cxn modelId="{92DC65A5-D7E3-440D-BDBC-899D0F94C773}" type="presParOf" srcId="{053B96FA-31D6-4CAD-8432-0DCA2EE0FD24}" destId="{F69DEEA9-C58C-485A-8602-FD9A3AED531B}" srcOrd="7" destOrd="0" presId="urn:microsoft.com/office/officeart/2008/layout/LinedList"/>
    <dgm:cxn modelId="{76931371-8759-4C30-981F-1EF8B61BB93F}" type="presParOf" srcId="{F69DEEA9-C58C-485A-8602-FD9A3AED531B}" destId="{90F976AF-EBC5-489C-A78B-9BABBB317AD1}" srcOrd="0" destOrd="0" presId="urn:microsoft.com/office/officeart/2008/layout/LinedList"/>
    <dgm:cxn modelId="{829FA03E-7183-4A5C-A51B-ED2B068EAA09}" type="presParOf" srcId="{F69DEEA9-C58C-485A-8602-FD9A3AED531B}" destId="{BA98A5CD-7EB2-40A0-B4ED-526809F4CCB0}" srcOrd="1" destOrd="0" presId="urn:microsoft.com/office/officeart/2008/layout/LinedList"/>
    <dgm:cxn modelId="{44432DB1-5EB7-42DC-8F3C-1C3E8BF7FB51}" type="presParOf" srcId="{F69DEEA9-C58C-485A-8602-FD9A3AED531B}" destId="{451E8952-EB2C-4D66-8BDB-41C63767DCA1}" srcOrd="2" destOrd="0" presId="urn:microsoft.com/office/officeart/2008/layout/LinedList"/>
    <dgm:cxn modelId="{B51D60F2-B799-4882-9CAC-533AA7B7E391}" type="presParOf" srcId="{053B96FA-31D6-4CAD-8432-0DCA2EE0FD24}" destId="{42EFCC37-A38B-4167-B525-4A90BC55E6C5}" srcOrd="8" destOrd="0" presId="urn:microsoft.com/office/officeart/2008/layout/LinedList"/>
    <dgm:cxn modelId="{C19B68B8-4FF3-4EAA-B2C2-20794425E7FB}" type="presParOf" srcId="{053B96FA-31D6-4CAD-8432-0DCA2EE0FD24}" destId="{F8E183F1-E38E-4C60-9790-4B5733A9AD31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901AD-79E2-4E3B-9C0A-89496DE07287}">
      <dsp:nvSpPr>
        <dsp:cNvPr id="0" name=""/>
        <dsp:cNvSpPr/>
      </dsp:nvSpPr>
      <dsp:spPr>
        <a:xfrm rot="5400000">
          <a:off x="2243565" y="-632521"/>
          <a:ext cx="1080884" cy="262024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Explain what data analytics means</a:t>
          </a:r>
        </a:p>
      </dsp:txBody>
      <dsp:txXfrm rot="-5400000">
        <a:off x="1473886" y="189922"/>
        <a:ext cx="2567478" cy="975356"/>
      </dsp:txXfrm>
    </dsp:sp>
    <dsp:sp modelId="{5C57B769-99F5-456F-BBE2-40D90FC45C13}">
      <dsp:nvSpPr>
        <dsp:cNvPr id="0" name=""/>
        <dsp:cNvSpPr/>
      </dsp:nvSpPr>
      <dsp:spPr>
        <a:xfrm>
          <a:off x="0" y="2047"/>
          <a:ext cx="1473886" cy="13511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Explain</a:t>
          </a:r>
        </a:p>
      </dsp:txBody>
      <dsp:txXfrm>
        <a:off x="65956" y="68003"/>
        <a:ext cx="1341974" cy="1219193"/>
      </dsp:txXfrm>
    </dsp:sp>
    <dsp:sp modelId="{BE905366-59E9-4FF4-843E-4DB02EE34312}">
      <dsp:nvSpPr>
        <dsp:cNvPr id="0" name=""/>
        <dsp:cNvSpPr/>
      </dsp:nvSpPr>
      <dsp:spPr>
        <a:xfrm rot="5400000">
          <a:off x="2243565" y="786138"/>
          <a:ext cx="1080884" cy="262024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Identify real-world applications</a:t>
          </a:r>
        </a:p>
      </dsp:txBody>
      <dsp:txXfrm rot="-5400000">
        <a:off x="1473886" y="1608581"/>
        <a:ext cx="2567478" cy="975356"/>
      </dsp:txXfrm>
    </dsp:sp>
    <dsp:sp modelId="{94687C53-A4FE-4A53-98A4-61389842F483}">
      <dsp:nvSpPr>
        <dsp:cNvPr id="0" name=""/>
        <dsp:cNvSpPr/>
      </dsp:nvSpPr>
      <dsp:spPr>
        <a:xfrm>
          <a:off x="0" y="1420707"/>
          <a:ext cx="1473886" cy="13511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</a:t>
          </a:r>
        </a:p>
      </dsp:txBody>
      <dsp:txXfrm>
        <a:off x="65956" y="1486663"/>
        <a:ext cx="1341974" cy="1219193"/>
      </dsp:txXfrm>
    </dsp:sp>
    <dsp:sp modelId="{EAA7F66F-523E-4D51-AD41-C2D84741FF22}">
      <dsp:nvSpPr>
        <dsp:cNvPr id="0" name=""/>
        <dsp:cNvSpPr/>
      </dsp:nvSpPr>
      <dsp:spPr>
        <a:xfrm rot="5400000">
          <a:off x="2243565" y="2204799"/>
          <a:ext cx="1080884" cy="262024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Understand data types and visualizations</a:t>
          </a:r>
        </a:p>
      </dsp:txBody>
      <dsp:txXfrm rot="-5400000">
        <a:off x="1473886" y="3027242"/>
        <a:ext cx="2567478" cy="975356"/>
      </dsp:txXfrm>
    </dsp:sp>
    <dsp:sp modelId="{29A30426-8413-4642-B266-F09EEC55F79A}">
      <dsp:nvSpPr>
        <dsp:cNvPr id="0" name=""/>
        <dsp:cNvSpPr/>
      </dsp:nvSpPr>
      <dsp:spPr>
        <a:xfrm>
          <a:off x="0" y="2839367"/>
          <a:ext cx="1473886" cy="13511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</a:t>
          </a:r>
        </a:p>
      </dsp:txBody>
      <dsp:txXfrm>
        <a:off x="65956" y="2905323"/>
        <a:ext cx="1341974" cy="12191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2A58C2-CEA7-4113-B1F8-F155DA97D297}">
      <dsp:nvSpPr>
        <dsp:cNvPr id="0" name=""/>
        <dsp:cNvSpPr/>
      </dsp:nvSpPr>
      <dsp:spPr>
        <a:xfrm>
          <a:off x="0" y="206473"/>
          <a:ext cx="4942656" cy="1926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Data is a group of facts that can take many different forms, such as numbers, pictures, words, videos, observations, and more. </a:t>
          </a:r>
          <a:endParaRPr lang="en-US" sz="2700" kern="1200"/>
        </a:p>
      </dsp:txBody>
      <dsp:txXfrm>
        <a:off x="94068" y="300541"/>
        <a:ext cx="4754520" cy="1738854"/>
      </dsp:txXfrm>
    </dsp:sp>
    <dsp:sp modelId="{D983A4B3-12DC-47BA-8121-030A1CC60E34}">
      <dsp:nvSpPr>
        <dsp:cNvPr id="0" name=""/>
        <dsp:cNvSpPr/>
      </dsp:nvSpPr>
      <dsp:spPr>
        <a:xfrm>
          <a:off x="0" y="2317464"/>
          <a:ext cx="4942656" cy="1926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We use and create data everyday, like when we stream a show or song or post on social media.</a:t>
          </a:r>
          <a:endParaRPr lang="en-US" sz="2700" kern="1200"/>
        </a:p>
      </dsp:txBody>
      <dsp:txXfrm>
        <a:off x="94068" y="2411532"/>
        <a:ext cx="4754520" cy="17388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9FF49-FAA0-4815-B711-990D632D6F63}">
      <dsp:nvSpPr>
        <dsp:cNvPr id="0" name=""/>
        <dsp:cNvSpPr/>
      </dsp:nvSpPr>
      <dsp:spPr>
        <a:xfrm>
          <a:off x="202696" y="0"/>
          <a:ext cx="4190318" cy="4190318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4BB3094-EE7A-48E9-8DF7-05AE2273FA63}">
      <dsp:nvSpPr>
        <dsp:cNvPr id="0" name=""/>
        <dsp:cNvSpPr/>
      </dsp:nvSpPr>
      <dsp:spPr>
        <a:xfrm>
          <a:off x="475067" y="272370"/>
          <a:ext cx="1676127" cy="167612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solidFill>
                <a:schemeClr val="tx1"/>
              </a:solidFill>
            </a:rPr>
            <a:t>Definition : </a:t>
          </a:r>
          <a:endParaRPr lang="en-US" sz="1800" kern="1200">
            <a:solidFill>
              <a:schemeClr val="tx1"/>
            </a:solidFill>
          </a:endParaRPr>
        </a:p>
      </dsp:txBody>
      <dsp:txXfrm>
        <a:off x="556889" y="354192"/>
        <a:ext cx="1512483" cy="1512483"/>
      </dsp:txXfrm>
    </dsp:sp>
    <dsp:sp modelId="{A1EBB19F-8BA8-4D32-B523-431CDF3EA05F}">
      <dsp:nvSpPr>
        <dsp:cNvPr id="0" name=""/>
        <dsp:cNvSpPr/>
      </dsp:nvSpPr>
      <dsp:spPr>
        <a:xfrm>
          <a:off x="2444517" y="272370"/>
          <a:ext cx="1676127" cy="167612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chemeClr val="tx1"/>
              </a:solidFill>
            </a:rPr>
            <a:t>Process of turning raw data into useful insights.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2526339" y="354192"/>
        <a:ext cx="1512483" cy="1512483"/>
      </dsp:txXfrm>
    </dsp:sp>
    <dsp:sp modelId="{7ECA76EE-2099-4D3B-A499-8C64B7A8D4BF}">
      <dsp:nvSpPr>
        <dsp:cNvPr id="0" name=""/>
        <dsp:cNvSpPr/>
      </dsp:nvSpPr>
      <dsp:spPr>
        <a:xfrm>
          <a:off x="475067" y="2241820"/>
          <a:ext cx="1676127" cy="167612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solidFill>
                <a:schemeClr val="tx1"/>
              </a:solidFill>
            </a:rPr>
            <a:t>Example: </a:t>
          </a:r>
          <a:endParaRPr lang="en-US" sz="1800" kern="1200">
            <a:solidFill>
              <a:schemeClr val="tx1"/>
            </a:solidFill>
          </a:endParaRPr>
        </a:p>
      </dsp:txBody>
      <dsp:txXfrm>
        <a:off x="556889" y="2323642"/>
        <a:ext cx="1512483" cy="1512483"/>
      </dsp:txXfrm>
    </dsp:sp>
    <dsp:sp modelId="{97CECDF0-BC5C-4851-BE86-2D0BDD71DB3A}">
      <dsp:nvSpPr>
        <dsp:cNvPr id="0" name=""/>
        <dsp:cNvSpPr/>
      </dsp:nvSpPr>
      <dsp:spPr>
        <a:xfrm>
          <a:off x="2444517" y="2241820"/>
          <a:ext cx="1676127" cy="167612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solidFill>
                <a:schemeClr val="tx1"/>
              </a:solidFill>
            </a:rPr>
            <a:t>Analyzing your monthly expenses to find out where most of your money goes.</a:t>
          </a:r>
          <a:endParaRPr lang="en-US" sz="1800" kern="1200">
            <a:solidFill>
              <a:schemeClr val="tx1"/>
            </a:solidFill>
          </a:endParaRPr>
        </a:p>
      </dsp:txBody>
      <dsp:txXfrm>
        <a:off x="2526339" y="2323642"/>
        <a:ext cx="1512483" cy="15124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711DF-20B2-4924-8B8F-792AFA349D6C}">
      <dsp:nvSpPr>
        <dsp:cNvPr id="0" name=""/>
        <dsp:cNvSpPr/>
      </dsp:nvSpPr>
      <dsp:spPr>
        <a:xfrm>
          <a:off x="0" y="616176"/>
          <a:ext cx="3868818" cy="13985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Every click, swipe, and view generates data.</a:t>
          </a:r>
        </a:p>
      </dsp:txBody>
      <dsp:txXfrm>
        <a:off x="68270" y="684446"/>
        <a:ext cx="3732278" cy="1261975"/>
      </dsp:txXfrm>
    </dsp:sp>
    <dsp:sp modelId="{1B46A784-6A28-4E30-842A-461E80398806}">
      <dsp:nvSpPr>
        <dsp:cNvPr id="0" name=""/>
        <dsp:cNvSpPr/>
      </dsp:nvSpPr>
      <dsp:spPr>
        <a:xfrm>
          <a:off x="0" y="2086691"/>
          <a:ext cx="3868818" cy="139851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Businesses, governments, and individuals use data to make smarter decisions.</a:t>
          </a:r>
        </a:p>
      </dsp:txBody>
      <dsp:txXfrm>
        <a:off x="68270" y="2154961"/>
        <a:ext cx="3732278" cy="1261975"/>
      </dsp:txXfrm>
    </dsp:sp>
    <dsp:sp modelId="{4110B597-8068-462F-A9E6-FF5EE6E3EE7B}">
      <dsp:nvSpPr>
        <dsp:cNvPr id="0" name=""/>
        <dsp:cNvSpPr/>
      </dsp:nvSpPr>
      <dsp:spPr>
        <a:xfrm>
          <a:off x="0" y="3557207"/>
          <a:ext cx="3868818" cy="139851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Engineers, doctors, and even farmers rely on analytics daily.</a:t>
          </a:r>
        </a:p>
      </dsp:txBody>
      <dsp:txXfrm>
        <a:off x="68270" y="3625477"/>
        <a:ext cx="3732278" cy="12619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A57A1-E261-4E0B-84E6-E02B0B58EF4B}">
      <dsp:nvSpPr>
        <dsp:cNvPr id="0" name=""/>
        <dsp:cNvSpPr/>
      </dsp:nvSpPr>
      <dsp:spPr>
        <a:xfrm>
          <a:off x="4543" y="525156"/>
          <a:ext cx="683953" cy="683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9D408-30A3-4627-A2BD-B662EEE015FB}">
      <dsp:nvSpPr>
        <dsp:cNvPr id="0" name=""/>
        <dsp:cNvSpPr/>
      </dsp:nvSpPr>
      <dsp:spPr>
        <a:xfrm>
          <a:off x="148173" y="668787"/>
          <a:ext cx="396693" cy="3966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8AE6A-DFB4-4B5F-A433-39EE7E83DB8F}">
      <dsp:nvSpPr>
        <dsp:cNvPr id="0" name=""/>
        <dsp:cNvSpPr/>
      </dsp:nvSpPr>
      <dsp:spPr>
        <a:xfrm>
          <a:off x="835058" y="525156"/>
          <a:ext cx="1612176" cy="68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Weather Forecasting – analyzing past temperature and rainfall.</a:t>
          </a:r>
        </a:p>
      </dsp:txBody>
      <dsp:txXfrm>
        <a:off x="835058" y="525156"/>
        <a:ext cx="1612176" cy="683953"/>
      </dsp:txXfrm>
    </dsp:sp>
    <dsp:sp modelId="{D4E59132-29C7-4436-8BD9-6686980BD684}">
      <dsp:nvSpPr>
        <dsp:cNvPr id="0" name=""/>
        <dsp:cNvSpPr/>
      </dsp:nvSpPr>
      <dsp:spPr>
        <a:xfrm>
          <a:off x="2728144" y="525156"/>
          <a:ext cx="683953" cy="683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C7223-04A8-4595-BFED-FCD3D1F6D117}">
      <dsp:nvSpPr>
        <dsp:cNvPr id="0" name=""/>
        <dsp:cNvSpPr/>
      </dsp:nvSpPr>
      <dsp:spPr>
        <a:xfrm>
          <a:off x="2871775" y="668787"/>
          <a:ext cx="396693" cy="3966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4FDB9-0A68-4FFE-8CA0-B8C29589DC75}">
      <dsp:nvSpPr>
        <dsp:cNvPr id="0" name=""/>
        <dsp:cNvSpPr/>
      </dsp:nvSpPr>
      <dsp:spPr>
        <a:xfrm>
          <a:off x="3558660" y="525156"/>
          <a:ext cx="1612176" cy="68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YouTube &amp; Netflix – recommending videos.</a:t>
          </a:r>
        </a:p>
      </dsp:txBody>
      <dsp:txXfrm>
        <a:off x="3558660" y="525156"/>
        <a:ext cx="1612176" cy="683953"/>
      </dsp:txXfrm>
    </dsp:sp>
    <dsp:sp modelId="{693E3523-5F2A-43A1-8BC9-43337D1E0E98}">
      <dsp:nvSpPr>
        <dsp:cNvPr id="0" name=""/>
        <dsp:cNvSpPr/>
      </dsp:nvSpPr>
      <dsp:spPr>
        <a:xfrm>
          <a:off x="4543" y="2008155"/>
          <a:ext cx="683953" cy="683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C9C3A-F3BB-4B5A-BBA0-6946F7F6FE89}">
      <dsp:nvSpPr>
        <dsp:cNvPr id="0" name=""/>
        <dsp:cNvSpPr/>
      </dsp:nvSpPr>
      <dsp:spPr>
        <a:xfrm>
          <a:off x="148173" y="2151785"/>
          <a:ext cx="396693" cy="3966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2D602-33E7-407B-BCEE-27D8308104B5}">
      <dsp:nvSpPr>
        <dsp:cNvPr id="0" name=""/>
        <dsp:cNvSpPr/>
      </dsp:nvSpPr>
      <dsp:spPr>
        <a:xfrm>
          <a:off x="835058" y="2008155"/>
          <a:ext cx="1612176" cy="68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Google Maps – suggesting fastest routes.</a:t>
          </a:r>
        </a:p>
      </dsp:txBody>
      <dsp:txXfrm>
        <a:off x="835058" y="2008155"/>
        <a:ext cx="1612176" cy="683953"/>
      </dsp:txXfrm>
    </dsp:sp>
    <dsp:sp modelId="{F1067822-2769-4F49-94EC-89BB550BA916}">
      <dsp:nvSpPr>
        <dsp:cNvPr id="0" name=""/>
        <dsp:cNvSpPr/>
      </dsp:nvSpPr>
      <dsp:spPr>
        <a:xfrm>
          <a:off x="2728144" y="2008155"/>
          <a:ext cx="683953" cy="683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C7DD4-D651-4217-813C-F6239C380153}">
      <dsp:nvSpPr>
        <dsp:cNvPr id="0" name=""/>
        <dsp:cNvSpPr/>
      </dsp:nvSpPr>
      <dsp:spPr>
        <a:xfrm>
          <a:off x="2871775" y="2151785"/>
          <a:ext cx="396693" cy="3966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F2FEE-85E6-468E-A947-9D2FDB3A15B4}">
      <dsp:nvSpPr>
        <dsp:cNvPr id="0" name=""/>
        <dsp:cNvSpPr/>
      </dsp:nvSpPr>
      <dsp:spPr>
        <a:xfrm>
          <a:off x="3558660" y="2008155"/>
          <a:ext cx="1612176" cy="68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Health Apps – tracking steps and calories.</a:t>
          </a:r>
        </a:p>
      </dsp:txBody>
      <dsp:txXfrm>
        <a:off x="3558660" y="2008155"/>
        <a:ext cx="1612176" cy="683953"/>
      </dsp:txXfrm>
    </dsp:sp>
    <dsp:sp modelId="{CCCFB2A2-1B32-4C88-A057-A145C7EA743A}">
      <dsp:nvSpPr>
        <dsp:cNvPr id="0" name=""/>
        <dsp:cNvSpPr/>
      </dsp:nvSpPr>
      <dsp:spPr>
        <a:xfrm>
          <a:off x="4543" y="3491154"/>
          <a:ext cx="683953" cy="683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C923A-A4DA-46B9-99E8-94946FED1A6A}">
      <dsp:nvSpPr>
        <dsp:cNvPr id="0" name=""/>
        <dsp:cNvSpPr/>
      </dsp:nvSpPr>
      <dsp:spPr>
        <a:xfrm>
          <a:off x="148173" y="3634784"/>
          <a:ext cx="396693" cy="3966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44967-02B1-43BD-AE1C-EBF99DB98F41}">
      <dsp:nvSpPr>
        <dsp:cNvPr id="0" name=""/>
        <dsp:cNvSpPr/>
      </dsp:nvSpPr>
      <dsp:spPr>
        <a:xfrm>
          <a:off x="835058" y="3491154"/>
          <a:ext cx="1612176" cy="68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Cricket Analytics – player performance and strategy.</a:t>
          </a:r>
        </a:p>
      </dsp:txBody>
      <dsp:txXfrm>
        <a:off x="835058" y="3491154"/>
        <a:ext cx="1612176" cy="6839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0D83F-080C-43BD-BB82-0B5D289372D9}">
      <dsp:nvSpPr>
        <dsp:cNvPr id="0" name=""/>
        <dsp:cNvSpPr/>
      </dsp:nvSpPr>
      <dsp:spPr>
        <a:xfrm>
          <a:off x="49506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Data analyst</a:t>
          </a:r>
          <a:endParaRPr lang="en-US" sz="2700" kern="1200"/>
        </a:p>
      </dsp:txBody>
      <dsp:txXfrm>
        <a:off x="495061" y="645"/>
        <a:ext cx="2262336" cy="1357401"/>
      </dsp:txXfrm>
    </dsp:sp>
    <dsp:sp modelId="{21CC01D6-BDD1-470C-8C45-6379AA23EA90}">
      <dsp:nvSpPr>
        <dsp:cNvPr id="0" name=""/>
        <dsp:cNvSpPr/>
      </dsp:nvSpPr>
      <dsp:spPr>
        <a:xfrm>
          <a:off x="298363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Operations analyst</a:t>
          </a:r>
          <a:endParaRPr lang="en-US" sz="2700" kern="1200"/>
        </a:p>
      </dsp:txBody>
      <dsp:txXfrm>
        <a:off x="2983631" y="645"/>
        <a:ext cx="2262336" cy="1357401"/>
      </dsp:txXfrm>
    </dsp:sp>
    <dsp:sp modelId="{E734D84E-B79A-47E5-8807-93FF05A6DA13}">
      <dsp:nvSpPr>
        <dsp:cNvPr id="0" name=""/>
        <dsp:cNvSpPr/>
      </dsp:nvSpPr>
      <dsp:spPr>
        <a:xfrm>
          <a:off x="547220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Business systems analyst</a:t>
          </a:r>
          <a:endParaRPr lang="en-US" sz="2700" kern="1200"/>
        </a:p>
      </dsp:txBody>
      <dsp:txXfrm>
        <a:off x="5472201" y="645"/>
        <a:ext cx="2262336" cy="1357401"/>
      </dsp:txXfrm>
    </dsp:sp>
    <dsp:sp modelId="{6176E663-9B42-49C9-AE1E-CA24FE78D74D}">
      <dsp:nvSpPr>
        <dsp:cNvPr id="0" name=""/>
        <dsp:cNvSpPr/>
      </dsp:nvSpPr>
      <dsp:spPr>
        <a:xfrm>
          <a:off x="49506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Data science analyst</a:t>
          </a:r>
          <a:endParaRPr lang="en-US" sz="2700" kern="1200"/>
        </a:p>
      </dsp:txBody>
      <dsp:txXfrm>
        <a:off x="495061" y="1584280"/>
        <a:ext cx="2262336" cy="1357401"/>
      </dsp:txXfrm>
    </dsp:sp>
    <dsp:sp modelId="{CDB66E74-0177-4CAB-AFC9-53D0A9093DDA}">
      <dsp:nvSpPr>
        <dsp:cNvPr id="0" name=""/>
        <dsp:cNvSpPr/>
      </dsp:nvSpPr>
      <dsp:spPr>
        <a:xfrm>
          <a:off x="298363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Business intelligence analyst</a:t>
          </a:r>
          <a:endParaRPr lang="en-US" sz="2700" kern="1200"/>
        </a:p>
      </dsp:txBody>
      <dsp:txXfrm>
        <a:off x="2983631" y="1584280"/>
        <a:ext cx="2262336" cy="1357401"/>
      </dsp:txXfrm>
    </dsp:sp>
    <dsp:sp modelId="{EABD648B-2272-4A68-A870-B2A283B5BD42}">
      <dsp:nvSpPr>
        <dsp:cNvPr id="0" name=""/>
        <dsp:cNvSpPr/>
      </dsp:nvSpPr>
      <dsp:spPr>
        <a:xfrm>
          <a:off x="547220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Business intelligence engineer</a:t>
          </a:r>
          <a:endParaRPr lang="en-US" sz="2700" kern="1200"/>
        </a:p>
      </dsp:txBody>
      <dsp:txXfrm>
        <a:off x="5472201" y="1584280"/>
        <a:ext cx="2262336" cy="1357401"/>
      </dsp:txXfrm>
    </dsp:sp>
    <dsp:sp modelId="{5836D335-7D4A-4F18-9FB8-BB378D55BC18}">
      <dsp:nvSpPr>
        <dsp:cNvPr id="0" name=""/>
        <dsp:cNvSpPr/>
      </dsp:nvSpPr>
      <dsp:spPr>
        <a:xfrm>
          <a:off x="2983631" y="3167916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Business intelligence developer</a:t>
          </a:r>
          <a:endParaRPr lang="en-US" sz="2700" kern="1200"/>
        </a:p>
      </dsp:txBody>
      <dsp:txXfrm>
        <a:off x="2983631" y="3167916"/>
        <a:ext cx="2262336" cy="13574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B0B72-280D-473E-870C-F0AAD0B07707}">
      <dsp:nvSpPr>
        <dsp:cNvPr id="0" name=""/>
        <dsp:cNvSpPr/>
      </dsp:nvSpPr>
      <dsp:spPr>
        <a:xfrm>
          <a:off x="2523743" y="1912"/>
          <a:ext cx="2839212" cy="836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Collect Data</a:t>
          </a:r>
        </a:p>
      </dsp:txBody>
      <dsp:txXfrm>
        <a:off x="2564556" y="42725"/>
        <a:ext cx="2757586" cy="754434"/>
      </dsp:txXfrm>
    </dsp:sp>
    <dsp:sp modelId="{4EE9A040-F692-4791-AE09-1A4981E99A92}">
      <dsp:nvSpPr>
        <dsp:cNvPr id="0" name=""/>
        <dsp:cNvSpPr/>
      </dsp:nvSpPr>
      <dsp:spPr>
        <a:xfrm>
          <a:off x="2523743" y="879775"/>
          <a:ext cx="2839212" cy="83606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Clean &amp; Prepare Data</a:t>
          </a:r>
        </a:p>
      </dsp:txBody>
      <dsp:txXfrm>
        <a:off x="2564556" y="920588"/>
        <a:ext cx="2757586" cy="754434"/>
      </dsp:txXfrm>
    </dsp:sp>
    <dsp:sp modelId="{8FEA54FF-C035-49FF-8161-1043FAE32645}">
      <dsp:nvSpPr>
        <dsp:cNvPr id="0" name=""/>
        <dsp:cNvSpPr/>
      </dsp:nvSpPr>
      <dsp:spPr>
        <a:xfrm>
          <a:off x="2523743" y="1757638"/>
          <a:ext cx="2839212" cy="8360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Analyze &amp; Interpret</a:t>
          </a:r>
        </a:p>
      </dsp:txBody>
      <dsp:txXfrm>
        <a:off x="2564556" y="1798451"/>
        <a:ext cx="2757586" cy="754434"/>
      </dsp:txXfrm>
    </dsp:sp>
    <dsp:sp modelId="{266B2B29-46F1-402C-805E-368470651333}">
      <dsp:nvSpPr>
        <dsp:cNvPr id="0" name=""/>
        <dsp:cNvSpPr/>
      </dsp:nvSpPr>
      <dsp:spPr>
        <a:xfrm>
          <a:off x="2523743" y="2635502"/>
          <a:ext cx="2839212" cy="83606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Visualize Results</a:t>
          </a:r>
        </a:p>
      </dsp:txBody>
      <dsp:txXfrm>
        <a:off x="2564556" y="2676315"/>
        <a:ext cx="2757586" cy="754434"/>
      </dsp:txXfrm>
    </dsp:sp>
    <dsp:sp modelId="{4A62DA5E-9E2C-482C-B43D-33038A61B831}">
      <dsp:nvSpPr>
        <dsp:cNvPr id="0" name=""/>
        <dsp:cNvSpPr/>
      </dsp:nvSpPr>
      <dsp:spPr>
        <a:xfrm>
          <a:off x="2523743" y="3513365"/>
          <a:ext cx="2839212" cy="8360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Make Decisions</a:t>
          </a:r>
        </a:p>
      </dsp:txBody>
      <dsp:txXfrm>
        <a:off x="2564556" y="3554178"/>
        <a:ext cx="2757586" cy="7544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83369-099C-4BBE-8048-9FFDFF8F699E}">
      <dsp:nvSpPr>
        <dsp:cNvPr id="0" name=""/>
        <dsp:cNvSpPr/>
      </dsp:nvSpPr>
      <dsp:spPr>
        <a:xfrm>
          <a:off x="520435" y="34924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AE4AB-1FD8-456E-9E6B-652BB8784A4D}">
      <dsp:nvSpPr>
        <dsp:cNvPr id="0" name=""/>
        <dsp:cNvSpPr/>
      </dsp:nvSpPr>
      <dsp:spPr>
        <a:xfrm>
          <a:off x="25435" y="142936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Descriptive (What happened in the past)</a:t>
          </a:r>
          <a:endParaRPr lang="en-US" sz="1700" kern="1200"/>
        </a:p>
      </dsp:txBody>
      <dsp:txXfrm>
        <a:off x="25435" y="1429361"/>
        <a:ext cx="1800000" cy="720000"/>
      </dsp:txXfrm>
    </dsp:sp>
    <dsp:sp modelId="{D8BBD030-96D6-4813-8DF8-DC4D5C74DF68}">
      <dsp:nvSpPr>
        <dsp:cNvPr id="0" name=""/>
        <dsp:cNvSpPr/>
      </dsp:nvSpPr>
      <dsp:spPr>
        <a:xfrm>
          <a:off x="2635435" y="34924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4E29E-5007-4E34-A4A0-545850897BEB}">
      <dsp:nvSpPr>
        <dsp:cNvPr id="0" name=""/>
        <dsp:cNvSpPr/>
      </dsp:nvSpPr>
      <dsp:spPr>
        <a:xfrm>
          <a:off x="2140435" y="142936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Diagnostic (Why did it happened)</a:t>
          </a:r>
          <a:endParaRPr lang="en-US" sz="1700" kern="1200"/>
        </a:p>
      </dsp:txBody>
      <dsp:txXfrm>
        <a:off x="2140435" y="1429361"/>
        <a:ext cx="1800000" cy="720000"/>
      </dsp:txXfrm>
    </dsp:sp>
    <dsp:sp modelId="{FEA06CA2-E1C7-4672-9893-17CB2BC46D6A}">
      <dsp:nvSpPr>
        <dsp:cNvPr id="0" name=""/>
        <dsp:cNvSpPr/>
      </dsp:nvSpPr>
      <dsp:spPr>
        <a:xfrm>
          <a:off x="4750435" y="34924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02174-A24E-414A-8C89-F27F0B174E15}">
      <dsp:nvSpPr>
        <dsp:cNvPr id="0" name=""/>
        <dsp:cNvSpPr/>
      </dsp:nvSpPr>
      <dsp:spPr>
        <a:xfrm>
          <a:off x="4255435" y="142936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Predictive (How can we make it happen)</a:t>
          </a:r>
          <a:endParaRPr lang="en-US" sz="1700" kern="1200"/>
        </a:p>
      </dsp:txBody>
      <dsp:txXfrm>
        <a:off x="4255435" y="1429361"/>
        <a:ext cx="1800000" cy="720000"/>
      </dsp:txXfrm>
    </dsp:sp>
    <dsp:sp modelId="{396DB6B7-F7C1-4E45-AAD0-B8419473CF01}">
      <dsp:nvSpPr>
        <dsp:cNvPr id="0" name=""/>
        <dsp:cNvSpPr/>
      </dsp:nvSpPr>
      <dsp:spPr>
        <a:xfrm>
          <a:off x="6865435" y="34924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DA99B-3DAF-4F3A-8273-15FDF22AFBFA}">
      <dsp:nvSpPr>
        <dsp:cNvPr id="0" name=""/>
        <dsp:cNvSpPr/>
      </dsp:nvSpPr>
      <dsp:spPr>
        <a:xfrm>
          <a:off x="6370435" y="142936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Prescriptive (What will happen)</a:t>
          </a:r>
          <a:endParaRPr lang="en-US" sz="1700" kern="1200"/>
        </a:p>
      </dsp:txBody>
      <dsp:txXfrm>
        <a:off x="6370435" y="1429361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90BF0-6226-401C-8DE4-911235BC0CE3}">
      <dsp:nvSpPr>
        <dsp:cNvPr id="0" name=""/>
        <dsp:cNvSpPr/>
      </dsp:nvSpPr>
      <dsp:spPr>
        <a:xfrm>
          <a:off x="614" y="501463"/>
          <a:ext cx="2397111" cy="14382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Numerical Data – measurable (e.g., age, temperature)</a:t>
          </a:r>
        </a:p>
      </dsp:txBody>
      <dsp:txXfrm>
        <a:off x="614" y="501463"/>
        <a:ext cx="2397111" cy="1438267"/>
      </dsp:txXfrm>
    </dsp:sp>
    <dsp:sp modelId="{67EE3CFF-3AAE-447C-BA26-C54695548714}">
      <dsp:nvSpPr>
        <dsp:cNvPr id="0" name=""/>
        <dsp:cNvSpPr/>
      </dsp:nvSpPr>
      <dsp:spPr>
        <a:xfrm>
          <a:off x="2637437" y="501463"/>
          <a:ext cx="2397111" cy="1438267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Categorical Data – labels (e.g., gender, city)</a:t>
          </a:r>
        </a:p>
      </dsp:txBody>
      <dsp:txXfrm>
        <a:off x="2637437" y="501463"/>
        <a:ext cx="2397111" cy="1438267"/>
      </dsp:txXfrm>
    </dsp:sp>
    <dsp:sp modelId="{0C854BF7-7B0D-4550-927B-1786C9A1CFFC}">
      <dsp:nvSpPr>
        <dsp:cNvPr id="0" name=""/>
        <dsp:cNvSpPr/>
      </dsp:nvSpPr>
      <dsp:spPr>
        <a:xfrm>
          <a:off x="614" y="2179441"/>
          <a:ext cx="2397111" cy="1438267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Time Series – values over time (e.g., daily rainfall)</a:t>
          </a:r>
        </a:p>
      </dsp:txBody>
      <dsp:txXfrm>
        <a:off x="614" y="2179441"/>
        <a:ext cx="2397111" cy="1438267"/>
      </dsp:txXfrm>
    </dsp:sp>
    <dsp:sp modelId="{DC2A51E5-038F-4CA1-8A93-DD87FD2244F8}">
      <dsp:nvSpPr>
        <dsp:cNvPr id="0" name=""/>
        <dsp:cNvSpPr/>
      </dsp:nvSpPr>
      <dsp:spPr>
        <a:xfrm>
          <a:off x="2637437" y="2179441"/>
          <a:ext cx="2397111" cy="143826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Textual Data – words (e.g., tweets, reviews)</a:t>
          </a:r>
        </a:p>
      </dsp:txBody>
      <dsp:txXfrm>
        <a:off x="2637437" y="2179441"/>
        <a:ext cx="2397111" cy="143826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A4F8B-A487-4C15-BFA7-62B35FFBE456}">
      <dsp:nvSpPr>
        <dsp:cNvPr id="0" name=""/>
        <dsp:cNvSpPr/>
      </dsp:nvSpPr>
      <dsp:spPr>
        <a:xfrm>
          <a:off x="0" y="2297"/>
          <a:ext cx="5175384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D1DE0-8675-4AC2-8621-E451BF65BF3E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8B728-B1EA-42A5-AA50-090F03A709F8}">
      <dsp:nvSpPr>
        <dsp:cNvPr id="0" name=""/>
        <dsp:cNvSpPr/>
      </dsp:nvSpPr>
      <dsp:spPr>
        <a:xfrm>
          <a:off x="1345038" y="2297"/>
          <a:ext cx="3830345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Independent – cause (hours studied)</a:t>
          </a:r>
        </a:p>
      </dsp:txBody>
      <dsp:txXfrm>
        <a:off x="1345038" y="2297"/>
        <a:ext cx="3830345" cy="1164535"/>
      </dsp:txXfrm>
    </dsp:sp>
    <dsp:sp modelId="{085E8092-0244-4D05-88CC-D37EEA343404}">
      <dsp:nvSpPr>
        <dsp:cNvPr id="0" name=""/>
        <dsp:cNvSpPr/>
      </dsp:nvSpPr>
      <dsp:spPr>
        <a:xfrm>
          <a:off x="0" y="1457967"/>
          <a:ext cx="5175384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20A61-9E8C-4C0A-BAC4-02A124D5D55B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FE2A6-BA85-4D82-8DEA-06251AB6793C}">
      <dsp:nvSpPr>
        <dsp:cNvPr id="0" name=""/>
        <dsp:cNvSpPr/>
      </dsp:nvSpPr>
      <dsp:spPr>
        <a:xfrm>
          <a:off x="1345038" y="1457967"/>
          <a:ext cx="3830345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Dependent – effect (exam score)</a:t>
          </a:r>
        </a:p>
      </dsp:txBody>
      <dsp:txXfrm>
        <a:off x="1345038" y="1457967"/>
        <a:ext cx="3830345" cy="1164535"/>
      </dsp:txXfrm>
    </dsp:sp>
    <dsp:sp modelId="{DDAA7721-3EC2-4683-B6AA-2E57774EF7AA}">
      <dsp:nvSpPr>
        <dsp:cNvPr id="0" name=""/>
        <dsp:cNvSpPr/>
      </dsp:nvSpPr>
      <dsp:spPr>
        <a:xfrm>
          <a:off x="0" y="2913637"/>
          <a:ext cx="5175384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EF117-D627-4BA8-9581-5B749BBB907A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D62A2-0468-4C45-924A-928B27080CE6}">
      <dsp:nvSpPr>
        <dsp:cNvPr id="0" name=""/>
        <dsp:cNvSpPr/>
      </dsp:nvSpPr>
      <dsp:spPr>
        <a:xfrm>
          <a:off x="1345038" y="2913637"/>
          <a:ext cx="3830345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Continuous – can take any value (temperature)</a:t>
          </a:r>
        </a:p>
      </dsp:txBody>
      <dsp:txXfrm>
        <a:off x="1345038" y="2913637"/>
        <a:ext cx="3830345" cy="1164535"/>
      </dsp:txXfrm>
    </dsp:sp>
    <dsp:sp modelId="{BD0F1778-D124-43FD-9BFB-ACF99DA254A4}">
      <dsp:nvSpPr>
        <dsp:cNvPr id="0" name=""/>
        <dsp:cNvSpPr/>
      </dsp:nvSpPr>
      <dsp:spPr>
        <a:xfrm>
          <a:off x="0" y="4369307"/>
          <a:ext cx="5175384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C380C-C021-4E7D-B5D4-C3D3FA7CF488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01EEF-1153-4131-B17C-1B85A8999395}">
      <dsp:nvSpPr>
        <dsp:cNvPr id="0" name=""/>
        <dsp:cNvSpPr/>
      </dsp:nvSpPr>
      <dsp:spPr>
        <a:xfrm>
          <a:off x="1345038" y="4369307"/>
          <a:ext cx="3830345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Discrete – countable (number of subjects passed)</a:t>
          </a:r>
        </a:p>
      </dsp:txBody>
      <dsp:txXfrm>
        <a:off x="1345038" y="4369307"/>
        <a:ext cx="3830345" cy="11645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ABF8A-E9C1-4154-A714-D8BB79348303}">
      <dsp:nvSpPr>
        <dsp:cNvPr id="0" name=""/>
        <dsp:cNvSpPr/>
      </dsp:nvSpPr>
      <dsp:spPr>
        <a:xfrm>
          <a:off x="0" y="488501"/>
          <a:ext cx="4988440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Exploration means understanding your data by asking questions:</a:t>
          </a:r>
        </a:p>
      </dsp:txBody>
      <dsp:txXfrm>
        <a:off x="50489" y="538990"/>
        <a:ext cx="4887462" cy="933302"/>
      </dsp:txXfrm>
    </dsp:sp>
    <dsp:sp modelId="{62E74F33-5B99-41A5-A6D8-EF748FD98757}">
      <dsp:nvSpPr>
        <dsp:cNvPr id="0" name=""/>
        <dsp:cNvSpPr/>
      </dsp:nvSpPr>
      <dsp:spPr>
        <a:xfrm>
          <a:off x="0" y="1597662"/>
          <a:ext cx="4988440" cy="103428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What is the average value?</a:t>
          </a:r>
        </a:p>
      </dsp:txBody>
      <dsp:txXfrm>
        <a:off x="50489" y="1648151"/>
        <a:ext cx="4887462" cy="933302"/>
      </dsp:txXfrm>
    </dsp:sp>
    <dsp:sp modelId="{A8D1A396-679C-4554-AE1F-FA595D07C9B2}">
      <dsp:nvSpPr>
        <dsp:cNvPr id="0" name=""/>
        <dsp:cNvSpPr/>
      </dsp:nvSpPr>
      <dsp:spPr>
        <a:xfrm>
          <a:off x="0" y="2706822"/>
          <a:ext cx="4988440" cy="103428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Are there any missing or odd entries?</a:t>
          </a:r>
        </a:p>
      </dsp:txBody>
      <dsp:txXfrm>
        <a:off x="50489" y="2757311"/>
        <a:ext cx="4887462" cy="933302"/>
      </dsp:txXfrm>
    </dsp:sp>
    <dsp:sp modelId="{95B155FF-6151-4F27-ABD7-7A328E72E05D}">
      <dsp:nvSpPr>
        <dsp:cNvPr id="0" name=""/>
        <dsp:cNvSpPr/>
      </dsp:nvSpPr>
      <dsp:spPr>
        <a:xfrm>
          <a:off x="0" y="3815982"/>
          <a:ext cx="4988440" cy="10342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What patterns can we see?</a:t>
          </a:r>
        </a:p>
      </dsp:txBody>
      <dsp:txXfrm>
        <a:off x="50489" y="3866471"/>
        <a:ext cx="4887462" cy="9333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C167D-947B-4225-9092-749276AFA1FC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A3AEB-267D-45E8-A3B0-19DF9FF50286}">
      <dsp:nvSpPr>
        <dsp:cNvPr id="0" name=""/>
        <dsp:cNvSpPr/>
      </dsp:nvSpPr>
      <dsp:spPr>
        <a:xfrm>
          <a:off x="0" y="0"/>
          <a:ext cx="1645920" cy="2442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Examples:</a:t>
          </a:r>
        </a:p>
      </dsp:txBody>
      <dsp:txXfrm>
        <a:off x="0" y="0"/>
        <a:ext cx="1645920" cy="2442755"/>
      </dsp:txXfrm>
    </dsp:sp>
    <dsp:sp modelId="{1C504DEB-0887-48FA-9B3E-14BD08FCCA30}">
      <dsp:nvSpPr>
        <dsp:cNvPr id="0" name=""/>
        <dsp:cNvSpPr/>
      </dsp:nvSpPr>
      <dsp:spPr>
        <a:xfrm>
          <a:off x="1769364" y="38168"/>
          <a:ext cx="6460236" cy="7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Correlation – how study hours affect grades.</a:t>
          </a:r>
        </a:p>
      </dsp:txBody>
      <dsp:txXfrm>
        <a:off x="1769364" y="38168"/>
        <a:ext cx="6460236" cy="763360"/>
      </dsp:txXfrm>
    </dsp:sp>
    <dsp:sp modelId="{7A2AEBBA-C7B8-41F6-BAAF-3E6FC03ABAB8}">
      <dsp:nvSpPr>
        <dsp:cNvPr id="0" name=""/>
        <dsp:cNvSpPr/>
      </dsp:nvSpPr>
      <dsp:spPr>
        <a:xfrm>
          <a:off x="1645920" y="801528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9DADD-8E43-414A-B649-56F037F1F5EE}">
      <dsp:nvSpPr>
        <dsp:cNvPr id="0" name=""/>
        <dsp:cNvSpPr/>
      </dsp:nvSpPr>
      <dsp:spPr>
        <a:xfrm>
          <a:off x="1769364" y="839697"/>
          <a:ext cx="6460236" cy="7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Regression – predicting expenses from salary.</a:t>
          </a:r>
        </a:p>
      </dsp:txBody>
      <dsp:txXfrm>
        <a:off x="1769364" y="839697"/>
        <a:ext cx="6460236" cy="763360"/>
      </dsp:txXfrm>
    </dsp:sp>
    <dsp:sp modelId="{ACDEF1B7-1260-45EC-A591-C9F5AE207ACF}">
      <dsp:nvSpPr>
        <dsp:cNvPr id="0" name=""/>
        <dsp:cNvSpPr/>
      </dsp:nvSpPr>
      <dsp:spPr>
        <a:xfrm>
          <a:off x="1645920" y="1603057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8A5CD-7EB2-40A0-B4ED-526809F4CCB0}">
      <dsp:nvSpPr>
        <dsp:cNvPr id="0" name=""/>
        <dsp:cNvSpPr/>
      </dsp:nvSpPr>
      <dsp:spPr>
        <a:xfrm>
          <a:off x="1769364" y="1641226"/>
          <a:ext cx="6460236" cy="7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Probability – chance of rain tomorrow.</a:t>
          </a:r>
        </a:p>
      </dsp:txBody>
      <dsp:txXfrm>
        <a:off x="1769364" y="1641226"/>
        <a:ext cx="6460236" cy="763360"/>
      </dsp:txXfrm>
    </dsp:sp>
    <dsp:sp modelId="{42EFCC37-A38B-4167-B525-4A90BC55E6C5}">
      <dsp:nvSpPr>
        <dsp:cNvPr id="0" name=""/>
        <dsp:cNvSpPr/>
      </dsp:nvSpPr>
      <dsp:spPr>
        <a:xfrm>
          <a:off x="1645920" y="2404586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30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Start with a question: 'How many of you check your phone’s daily screen time report?' — That’s data analytics at work!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Use relatable examples like Netflix recommending shows based on watch history.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6574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'Can data help us decide when to leave home to avoid traffic?'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students to share one app they use that applies data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parallels with how we analyze marks after exams — collecting, comparing, and deciding how to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classify examples: 'Your daily attendance percentage – which type?'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 mini quiz: ask which variable type applies to 'monthly income' or 'student grade'.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Excel or Google Sheets to show simple averages and charts of random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with cleaning a messy study table before exams — you can work better when things are organized.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'adding filters' on social media — turning simple data into something more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fun — ask: 'Is there a correlation between mood and number of assignments due?'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Encourage: 'Let’s describe one of our charts in words — what story does it tell?'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examples like personal fitness tracking, or managing study time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7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656480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2493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30CAC-3B6F-EDE9-9DF3-DC30A0F2C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857" y="381046"/>
            <a:ext cx="3764306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dirty="0"/>
              <a:t>Introduction to Data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8DE2D-957C-B024-5114-E49244C98151}"/>
              </a:ext>
            </a:extLst>
          </p:cNvPr>
          <p:cNvSpPr txBox="1"/>
          <p:nvPr/>
        </p:nvSpPr>
        <p:spPr>
          <a:xfrm>
            <a:off x="370593" y="4872922"/>
            <a:ext cx="3760273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/>
              <a:t>Understanding how data shapes decisions in our daily lives.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7704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image1.jpg" descr="A black and white logo&#10;&#10;AI-generated content may be incorrect.">
            <a:extLst>
              <a:ext uri="{FF2B5EF4-FFF2-40B4-BE49-F238E27FC236}">
                <a16:creationId xmlns:a16="http://schemas.microsoft.com/office/drawing/2014/main" id="{5658A157-FC89-A926-E444-FEDBC7C84E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45553" y="1321860"/>
            <a:ext cx="3531623" cy="135084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23" y="4546920"/>
            <a:ext cx="376430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Blue and green text on a white background&#10;&#10;AI-generated content may be incorrect.">
            <a:extLst>
              <a:ext uri="{FF2B5EF4-FFF2-40B4-BE49-F238E27FC236}">
                <a16:creationId xmlns:a16="http://schemas.microsoft.com/office/drawing/2014/main" id="{5962F7D6-5BD8-ECFD-3A5F-1AA39B3B8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553" y="4262672"/>
            <a:ext cx="3531625" cy="131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AE12E-7A97-3976-E160-7E0FD46C671B}"/>
              </a:ext>
            </a:extLst>
          </p:cNvPr>
          <p:cNvSpPr txBox="1"/>
          <p:nvPr/>
        </p:nvSpPr>
        <p:spPr>
          <a:xfrm>
            <a:off x="4421221" y="479493"/>
            <a:ext cx="40941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 Outcomes: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9B3EE025-A4D9-5A46-1F63-E56F3ABFF626}"/>
              </a:ext>
            </a:extLst>
          </p:cNvPr>
          <p:cNvPicPr preferRelativeResize="0"/>
          <p:nvPr/>
        </p:nvPicPr>
        <p:blipFill rotWithShape="1">
          <a:blip r:embed="rId3"/>
          <a:srcRect l="20889" r="15784"/>
          <a:stretch>
            <a:fillRect/>
          </a:stretch>
        </p:blipFill>
        <p:spPr>
          <a:xfrm>
            <a:off x="527386" y="1307251"/>
            <a:ext cx="3583036" cy="407375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</p:spPr>
      </p:pic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0D5FCFC5-447D-2A0A-5B01-561074A88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719288"/>
              </p:ext>
            </p:extLst>
          </p:nvPr>
        </p:nvGraphicFramePr>
        <p:xfrm>
          <a:off x="4421221" y="1984443"/>
          <a:ext cx="4094129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D1FE5-C2E5-C7CF-9F22-022F5A70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341" y="365126"/>
            <a:ext cx="3630007" cy="1202418"/>
          </a:xfrm>
        </p:spPr>
        <p:txBody>
          <a:bodyPr>
            <a:normAutofit/>
          </a:bodyPr>
          <a:lstStyle/>
          <a:p>
            <a:r>
              <a:rPr lang="en-GB" dirty="0"/>
              <a:t>What is Data?</a:t>
            </a:r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052BF2CF-C68E-D844-190E-C1DBA2122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06" r="8944" b="-1"/>
          <a:stretch>
            <a:fillRect/>
          </a:stretch>
        </p:blipFill>
        <p:spPr>
          <a:xfrm>
            <a:off x="20" y="10"/>
            <a:ext cx="4587406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F2D201F-30C2-B9E0-48CE-C4C05F478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143066"/>
              </p:ext>
            </p:extLst>
          </p:nvPr>
        </p:nvGraphicFramePr>
        <p:xfrm>
          <a:off x="3866605" y="1770016"/>
          <a:ext cx="4942657" cy="4557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8424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42C3-B10A-241B-C8A0-0D92EB5E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299" y="490537"/>
            <a:ext cx="3968748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500" kern="1200" dirty="0">
                <a:latin typeface="+mj-lt"/>
                <a:ea typeface="+mj-ea"/>
                <a:cs typeface="+mj-cs"/>
              </a:rPr>
              <a:t>What is Data Analytics?</a:t>
            </a:r>
          </a:p>
        </p:txBody>
      </p:sp>
      <p:pic>
        <p:nvPicPr>
          <p:cNvPr id="11" name="Google Shape;117;p15" descr="image.png">
            <a:extLst>
              <a:ext uri="{FF2B5EF4-FFF2-40B4-BE49-F238E27FC236}">
                <a16:creationId xmlns:a16="http://schemas.microsoft.com/office/drawing/2014/main" id="{8D659666-4B58-7085-B3A2-050B38EFF61D}"/>
              </a:ext>
            </a:extLst>
          </p:cNvPr>
          <p:cNvPicPr preferRelativeResize="0"/>
          <p:nvPr/>
        </p:nvPicPr>
        <p:blipFill rotWithShape="1">
          <a:blip r:embed="rId3"/>
          <a:srcRect l="38697" r="13292"/>
          <a:stretch>
            <a:fillRect/>
          </a:stretch>
        </p:blipFill>
        <p:spPr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  <a:noFill/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E561B6A-10EF-6892-8D18-D4B9F1544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021265"/>
              </p:ext>
            </p:extLst>
          </p:nvPr>
        </p:nvGraphicFramePr>
        <p:xfrm>
          <a:off x="4441373" y="2177144"/>
          <a:ext cx="4595712" cy="419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9647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132;p16" descr="image.png">
            <a:extLst>
              <a:ext uri="{FF2B5EF4-FFF2-40B4-BE49-F238E27FC236}">
                <a16:creationId xmlns:a16="http://schemas.microsoft.com/office/drawing/2014/main" id="{ED7384ED-7531-6434-5198-41883BD5E5AC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 l="3427" r="571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Why Data Matters Today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7B4ECF-BC49-2E96-01B1-344C7E0CB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91021"/>
              </p:ext>
            </p:extLst>
          </p:nvPr>
        </p:nvGraphicFramePr>
        <p:xfrm>
          <a:off x="4646531" y="557189"/>
          <a:ext cx="3868818" cy="5571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Google Shape;141;p17" descr="image.png">
            <a:extLst>
              <a:ext uri="{FF2B5EF4-FFF2-40B4-BE49-F238E27FC236}">
                <a16:creationId xmlns:a16="http://schemas.microsoft.com/office/drawing/2014/main" id="{3EC76F54-8690-6BA1-C650-8BE6EC4D71A9}"/>
              </a:ext>
            </a:extLst>
          </p:cNvPr>
          <p:cNvPicPr preferRelativeResize="0"/>
          <p:nvPr/>
        </p:nvPicPr>
        <p:blipFill rotWithShape="1">
          <a:blip r:embed="rId3"/>
          <a:srcRect l="30885" r="30881" b="6102"/>
          <a:stretch>
            <a:fillRect/>
          </a:stretch>
        </p:blipFill>
        <p:spPr>
          <a:xfrm>
            <a:off x="205970" y="304810"/>
            <a:ext cx="3641692" cy="6439427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29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148" y="407987"/>
            <a:ext cx="2240924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286" y="407987"/>
            <a:ext cx="4291113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100"/>
              <a:t>Everyday Examples of Data Analytics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59ED2F-4FBC-8831-23E4-2E20E5DBD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423228"/>
              </p:ext>
            </p:extLst>
          </p:nvPr>
        </p:nvGraphicFramePr>
        <p:xfrm>
          <a:off x="3968620" y="1868486"/>
          <a:ext cx="5175380" cy="4700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08FDD-F74E-794E-B6EF-FC63048F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Why start a career in data analytics?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5008B-4DB9-2822-276A-CB31BCF26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/>
              <a:t>Companies must continually adjust their products, services, tools, and business strategies to meet consumer preferences and demand and to react to emerging trends.</a:t>
            </a:r>
          </a:p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769867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21822-246D-55EC-C22D-404B1B4C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In-demand jobs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B0C393-CB29-942C-4BFD-056506E44D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537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0;p18" descr="image.png">
            <a:extLst>
              <a:ext uri="{FF2B5EF4-FFF2-40B4-BE49-F238E27FC236}">
                <a16:creationId xmlns:a16="http://schemas.microsoft.com/office/drawing/2014/main" id="{E71634F3-6567-F00E-AF33-6FE8E7492967}"/>
              </a:ext>
            </a:extLst>
          </p:cNvPr>
          <p:cNvPicPr preferRelativeResize="0"/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4000" r="-2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The Data-to-Insight Journey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E8812C-03B7-A33B-DF4C-B369E3328A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30816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213F7-E4E1-E296-B5C7-99DAA6B5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Types of Data analytics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17A9E1-08E8-A10A-4FF8-6C853340D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876403"/>
              </p:ext>
            </p:extLst>
          </p:nvPr>
        </p:nvGraphicFramePr>
        <p:xfrm>
          <a:off x="483042" y="2112580"/>
          <a:ext cx="8195871" cy="2498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93A2C9DE-9FC0-B336-742A-1269FB70E2E2}"/>
              </a:ext>
            </a:extLst>
          </p:cNvPr>
          <p:cNvSpPr/>
          <p:nvPr/>
        </p:nvSpPr>
        <p:spPr>
          <a:xfrm>
            <a:off x="724989" y="5094514"/>
            <a:ext cx="7772400" cy="666205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226906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/>
              <a:t>Types of Data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191;p19" descr="image.png">
            <a:extLst>
              <a:ext uri="{FF2B5EF4-FFF2-40B4-BE49-F238E27FC236}">
                <a16:creationId xmlns:a16="http://schemas.microsoft.com/office/drawing/2014/main" id="{81B02737-E254-E6BD-203F-4A14756E8A09}"/>
              </a:ext>
            </a:extLst>
          </p:cNvPr>
          <p:cNvPicPr preferRelativeResize="0"/>
          <p:nvPr/>
        </p:nvPicPr>
        <p:blipFill rotWithShape="1">
          <a:blip r:embed="rId3"/>
          <a:srcRect l="24646" r="23403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  <a:noFill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60BA2D-FD48-07AA-2C02-9FA6DFC6E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058025"/>
              </p:ext>
            </p:extLst>
          </p:nvPr>
        </p:nvGraphicFramePr>
        <p:xfrm>
          <a:off x="429369" y="2071316"/>
          <a:ext cx="5035164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/>
              <a:t>Types of Variables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E19CF1-6BFC-BDC3-DF8B-F06FC0CCD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1248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GB" sz="4100"/>
              <a:t>Data Exploration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BC1D95-77BE-5CFC-26E2-AC67D846FA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742718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027" y="294450"/>
            <a:ext cx="3938487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b="1" dirty="0"/>
              <a:t>Data Cleaning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59" y="2101755"/>
            <a:ext cx="6345971" cy="4455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Cleaning data means fixing problems:</a:t>
            </a:r>
          </a:p>
          <a:p>
            <a:r>
              <a:rPr lang="en-GB" dirty="0"/>
              <a:t>Removing duplicates</a:t>
            </a:r>
          </a:p>
          <a:p>
            <a:r>
              <a:rPr lang="en-GB" dirty="0"/>
              <a:t>Filling missing values</a:t>
            </a:r>
          </a:p>
          <a:p>
            <a:r>
              <a:rPr lang="en-GB" dirty="0"/>
              <a:t>Correcting errors (like misspelled city names)</a:t>
            </a:r>
          </a:p>
          <a:p>
            <a:pPr marL="0" indent="0">
              <a:buNone/>
            </a:pPr>
            <a:r>
              <a:rPr lang="en-GB" dirty="0"/>
              <a:t>Example: Your contact list with repeated or wrong phone numbers.</a:t>
            </a:r>
          </a:p>
        </p:txBody>
      </p:sp>
      <p:pic>
        <p:nvPicPr>
          <p:cNvPr id="5" name="Picture 4" descr="Different coloured organisers">
            <a:extLst>
              <a:ext uri="{FF2B5EF4-FFF2-40B4-BE49-F238E27FC236}">
                <a16:creationId xmlns:a16="http://schemas.microsoft.com/office/drawing/2014/main" id="{5DE29D90-64E7-F341-9ED6-40DCFF74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27" t="1" r="53566" b="1"/>
          <a:stretch>
            <a:fillRect/>
          </a:stretch>
        </p:blipFill>
        <p:spPr>
          <a:xfrm>
            <a:off x="6427900" y="10"/>
            <a:ext cx="2713814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GB" sz="4700"/>
              <a:t>Feature Engineering</a:t>
            </a:r>
          </a:p>
        </p:txBody>
      </p:sp>
      <p:pic>
        <p:nvPicPr>
          <p:cNvPr id="5" name="Picture 4" descr="Floorplan on a table">
            <a:extLst>
              <a:ext uri="{FF2B5EF4-FFF2-40B4-BE49-F238E27FC236}">
                <a16:creationId xmlns:a16="http://schemas.microsoft.com/office/drawing/2014/main" id="{64CCEE80-AA92-C7E0-DCAD-0EB3B12D05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96" r="28896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3008" y="2592977"/>
            <a:ext cx="5461254" cy="4095205"/>
          </a:xfrm>
        </p:spPr>
        <p:txBody>
          <a:bodyPr>
            <a:normAutofit/>
          </a:bodyPr>
          <a:lstStyle/>
          <a:p>
            <a:r>
              <a:rPr lang="en-GB" sz="2800"/>
              <a:t>Creating new information from existing data.</a:t>
            </a:r>
          </a:p>
          <a:p>
            <a:r>
              <a:rPr lang="en-GB" sz="2800"/>
              <a:t>Example: From 'Date', extract 'Month' or 'Weekday'.</a:t>
            </a:r>
          </a:p>
          <a:p>
            <a:r>
              <a:rPr lang="en-GB" sz="2800"/>
              <a:t>From 'Height' and 'Weight', calculate BMI.</a:t>
            </a:r>
          </a:p>
          <a:p>
            <a:r>
              <a:rPr lang="en-GB" sz="2800"/>
              <a:t>It’s like combining ingredients to make a better recipe.</a:t>
            </a:r>
            <a:endParaRPr lang="en-GB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Analytics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2DC716A-B1D4-76AC-26C4-2D796FB18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6165" y="2932611"/>
          <a:ext cx="8229600" cy="2442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274104-D8FC-8430-9BA6-5D3E0125C734}"/>
              </a:ext>
            </a:extLst>
          </p:cNvPr>
          <p:cNvSpPr txBox="1"/>
          <p:nvPr/>
        </p:nvSpPr>
        <p:spPr>
          <a:xfrm>
            <a:off x="293915" y="1755169"/>
            <a:ext cx="83928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3200" dirty="0"/>
              <a:t>Definition : Using math to find meaning in data.</a:t>
            </a:r>
          </a:p>
        </p:txBody>
      </p:sp>
      <p:pic>
        <p:nvPicPr>
          <p:cNvPr id="8" name="Google Shape;234;p22" descr="image.png">
            <a:extLst>
              <a:ext uri="{FF2B5EF4-FFF2-40B4-BE49-F238E27FC236}">
                <a16:creationId xmlns:a16="http://schemas.microsoft.com/office/drawing/2014/main" id="{DDD6C5A6-0CBF-FC27-9013-C9CD4B91C98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971" y="3883510"/>
            <a:ext cx="1737362" cy="12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87AFE0E-B37D-4531-AFE8-231C8348E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/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210" y="1445390"/>
            <a:ext cx="7910252" cy="4163337"/>
          </a:xfrm>
        </p:spPr>
        <p:txBody>
          <a:bodyPr>
            <a:normAutofit/>
          </a:bodyPr>
          <a:lstStyle/>
          <a:p>
            <a:endParaRPr lang="en-GB" sz="2800" dirty="0"/>
          </a:p>
          <a:p>
            <a:pPr marL="0" indent="0">
              <a:buNone/>
            </a:pPr>
            <a:r>
              <a:rPr lang="en-GB" sz="2800" dirty="0"/>
              <a:t>Turning numbers into visuals:</a:t>
            </a:r>
          </a:p>
          <a:p>
            <a:r>
              <a:rPr lang="en-GB" sz="2800" dirty="0"/>
              <a:t>Line Chart – trends (temperature change)</a:t>
            </a:r>
          </a:p>
          <a:p>
            <a:r>
              <a:rPr lang="en-GB" sz="2800" dirty="0"/>
              <a:t>Bar Chart – comparison (sales per month)</a:t>
            </a:r>
          </a:p>
          <a:p>
            <a:r>
              <a:rPr lang="en-GB" sz="2800" dirty="0"/>
              <a:t>Pie Chart – proportions (budget split)</a:t>
            </a:r>
          </a:p>
          <a:p>
            <a:r>
              <a:rPr lang="en-GB" sz="2800" dirty="0"/>
              <a:t>Scatter Plot – relationships (height vs weight)</a:t>
            </a:r>
          </a:p>
        </p:txBody>
      </p:sp>
      <p:pic>
        <p:nvPicPr>
          <p:cNvPr id="5" name="Google Shape;254;p23" descr="image.png">
            <a:extLst>
              <a:ext uri="{FF2B5EF4-FFF2-40B4-BE49-F238E27FC236}">
                <a16:creationId xmlns:a16="http://schemas.microsoft.com/office/drawing/2014/main" id="{EDF5F8CA-4B2E-E360-7D7A-D568936CB255}"/>
              </a:ext>
            </a:extLst>
          </p:cNvPr>
          <p:cNvPicPr preferRelativeResize="0"/>
          <p:nvPr/>
        </p:nvPicPr>
        <p:blipFill rotWithShape="1">
          <a:blip r:embed="rId3"/>
          <a:srcRect l="16416" r="15819" b="3"/>
          <a:stretch>
            <a:fillRect/>
          </a:stretch>
        </p:blipFill>
        <p:spPr>
          <a:xfrm>
            <a:off x="6537959" y="4859382"/>
            <a:ext cx="2229543" cy="1731987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266;p24" descr="image.png">
            <a:extLst>
              <a:ext uri="{FF2B5EF4-FFF2-40B4-BE49-F238E27FC236}">
                <a16:creationId xmlns:a16="http://schemas.microsoft.com/office/drawing/2014/main" id="{71DDA55B-B61D-553B-F292-99ED561707A9}"/>
              </a:ext>
            </a:extLst>
          </p:cNvPr>
          <p:cNvPicPr preferRelativeResize="0"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l="32692" r="24709" b="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  <a:noFill/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500" dirty="0"/>
              <a:t>Summary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7681" y="2285999"/>
            <a:ext cx="4642323" cy="4006329"/>
          </a:xfrm>
        </p:spPr>
        <p:txBody>
          <a:bodyPr anchor="ctr">
            <a:normAutofit fontScale="85000" lnSpcReduction="10000"/>
          </a:bodyPr>
          <a:lstStyle/>
          <a:p>
            <a:endParaRPr lang="en-GB" sz="2800" dirty="0"/>
          </a:p>
          <a:p>
            <a:pPr marL="0" indent="0">
              <a:buNone/>
            </a:pPr>
            <a:r>
              <a:rPr lang="en-GB" sz="2800" dirty="0"/>
              <a:t>In this session, we learned:</a:t>
            </a:r>
          </a:p>
          <a:p>
            <a:pPr marL="0" indent="0">
              <a:buNone/>
            </a:pPr>
            <a:r>
              <a:rPr lang="en-GB" sz="2800" dirty="0"/>
              <a:t>• Data is everywhere</a:t>
            </a:r>
          </a:p>
          <a:p>
            <a:pPr marL="0" indent="0">
              <a:buNone/>
            </a:pPr>
            <a:r>
              <a:rPr lang="en-GB" sz="2800" dirty="0"/>
              <a:t>• Analytics turns data into insights</a:t>
            </a:r>
          </a:p>
          <a:p>
            <a:pPr marL="0" indent="0">
              <a:buNone/>
            </a:pPr>
            <a:r>
              <a:rPr lang="en-GB" sz="2800" dirty="0"/>
              <a:t>• Clean data = clear understanding</a:t>
            </a:r>
          </a:p>
          <a:p>
            <a:pPr marL="0" indent="0">
              <a:buNone/>
            </a:pPr>
            <a:r>
              <a:rPr lang="en-GB" sz="2800" dirty="0"/>
              <a:t>• Visuals tell powerful stories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Reflection: Where can YOU apply analytics in your daily life?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28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840</Words>
  <Application>Microsoft Office PowerPoint</Application>
  <PresentationFormat>On-screen Show (4:3)</PresentationFormat>
  <Paragraphs>110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Introduction to Data Analytics</vt:lpstr>
      <vt:lpstr>PowerPoint Presentation</vt:lpstr>
      <vt:lpstr>What is Data?</vt:lpstr>
      <vt:lpstr>What is Data Analytics?</vt:lpstr>
      <vt:lpstr>Why Data Matters Today</vt:lpstr>
      <vt:lpstr>Everyday Examples of Data Analytics</vt:lpstr>
      <vt:lpstr>Why start a career in data analytics?</vt:lpstr>
      <vt:lpstr>In-demand jobs</vt:lpstr>
      <vt:lpstr>The Data-to-Insight Journey</vt:lpstr>
      <vt:lpstr>Types of Data analytics</vt:lpstr>
      <vt:lpstr>Types of Data</vt:lpstr>
      <vt:lpstr>Types of Variables</vt:lpstr>
      <vt:lpstr>Data Exploration</vt:lpstr>
      <vt:lpstr>Data Cleaning and Preprocessing</vt:lpstr>
      <vt:lpstr>Feature Engineering</vt:lpstr>
      <vt:lpstr>Statistical Analytics</vt:lpstr>
      <vt:lpstr>Data Visualization</vt:lpstr>
      <vt:lpstr>Summary &amp; Reflection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Sivakumar Krishnamoorthy</cp:lastModifiedBy>
  <cp:revision>34</cp:revision>
  <dcterms:created xsi:type="dcterms:W3CDTF">2013-01-27T09:14:16Z</dcterms:created>
  <dcterms:modified xsi:type="dcterms:W3CDTF">2025-11-11T05:51:20Z</dcterms:modified>
  <cp:category/>
</cp:coreProperties>
</file>