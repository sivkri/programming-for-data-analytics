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5" r:id="rId4"/>
    <p:sldId id="294" r:id="rId5"/>
    <p:sldId id="258" r:id="rId6"/>
    <p:sldId id="287" r:id="rId7"/>
    <p:sldId id="259" r:id="rId8"/>
    <p:sldId id="260" r:id="rId9"/>
    <p:sldId id="261" r:id="rId10"/>
    <p:sldId id="262" r:id="rId11"/>
    <p:sldId id="295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93" r:id="rId21"/>
    <p:sldId id="271" r:id="rId22"/>
    <p:sldId id="284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94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AC3117-EE65-4D2B-B05C-2582F270C69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1B5192-C8BF-4E36-92B2-276B303B2A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Organize</a:t>
          </a:r>
        </a:p>
      </dgm:t>
    </dgm:pt>
    <dgm:pt modelId="{9F7B27DE-B4CD-46DA-B467-34E988E5634A}" type="parTrans" cxnId="{E1FA750F-5C4F-4CA9-97F7-656515C067D1}">
      <dgm:prSet/>
      <dgm:spPr/>
      <dgm:t>
        <a:bodyPr/>
        <a:lstStyle/>
        <a:p>
          <a:endParaRPr lang="en-US"/>
        </a:p>
      </dgm:t>
    </dgm:pt>
    <dgm:pt modelId="{542D5041-D01E-4DFF-B116-20E7B4009A6A}" type="sibTrans" cxnId="{E1FA750F-5C4F-4CA9-97F7-656515C067D1}">
      <dgm:prSet/>
      <dgm:spPr/>
      <dgm:t>
        <a:bodyPr/>
        <a:lstStyle/>
        <a:p>
          <a:endParaRPr lang="en-US"/>
        </a:p>
      </dgm:t>
    </dgm:pt>
    <dgm:pt modelId="{C524BCC1-023E-43BC-9901-8F6EC5D44E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Summarize</a:t>
          </a:r>
        </a:p>
      </dgm:t>
    </dgm:pt>
    <dgm:pt modelId="{A3454B37-5B70-4ECD-90B2-A8072B80DB1C}" type="parTrans" cxnId="{CA809CFD-943D-4123-870D-B14DFBEBF28B}">
      <dgm:prSet/>
      <dgm:spPr/>
      <dgm:t>
        <a:bodyPr/>
        <a:lstStyle/>
        <a:p>
          <a:endParaRPr lang="en-US"/>
        </a:p>
      </dgm:t>
    </dgm:pt>
    <dgm:pt modelId="{8B44DF63-8384-44BB-B88A-6073571CE466}" type="sibTrans" cxnId="{CA809CFD-943D-4123-870D-B14DFBEBF28B}">
      <dgm:prSet/>
      <dgm:spPr/>
      <dgm:t>
        <a:bodyPr/>
        <a:lstStyle/>
        <a:p>
          <a:endParaRPr lang="en-US"/>
        </a:p>
      </dgm:t>
    </dgm:pt>
    <dgm:pt modelId="{054DD3AE-0DC6-44E1-BFB5-BA51E532C3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Simplify</a:t>
          </a:r>
        </a:p>
      </dgm:t>
    </dgm:pt>
    <dgm:pt modelId="{BC1FA46A-47DA-4AD7-8D10-21CDD7F3E91B}" type="parTrans" cxnId="{B575A8F8-F88E-4200-9110-D437B18997E4}">
      <dgm:prSet/>
      <dgm:spPr/>
      <dgm:t>
        <a:bodyPr/>
        <a:lstStyle/>
        <a:p>
          <a:endParaRPr lang="en-US"/>
        </a:p>
      </dgm:t>
    </dgm:pt>
    <dgm:pt modelId="{4A860956-94F1-48EC-AD9C-4C93FA51C5F6}" type="sibTrans" cxnId="{B575A8F8-F88E-4200-9110-D437B18997E4}">
      <dgm:prSet/>
      <dgm:spPr/>
      <dgm:t>
        <a:bodyPr/>
        <a:lstStyle/>
        <a:p>
          <a:endParaRPr lang="en-US"/>
        </a:p>
      </dgm:t>
    </dgm:pt>
    <dgm:pt modelId="{4AB1E292-B26C-4567-9FAA-2B4F750AF8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Presentation of data</a:t>
          </a:r>
        </a:p>
      </dgm:t>
    </dgm:pt>
    <dgm:pt modelId="{64D81BAD-853D-410E-8DBD-C7CE76A432F0}" type="parTrans" cxnId="{489207C7-22BA-4A52-91BA-EE4BE2DCED37}">
      <dgm:prSet/>
      <dgm:spPr/>
      <dgm:t>
        <a:bodyPr/>
        <a:lstStyle/>
        <a:p>
          <a:endParaRPr lang="en-US"/>
        </a:p>
      </dgm:t>
    </dgm:pt>
    <dgm:pt modelId="{5D77F68A-8EFB-455A-A20D-60CCF550D01F}" type="sibTrans" cxnId="{489207C7-22BA-4A52-91BA-EE4BE2DCED37}">
      <dgm:prSet/>
      <dgm:spPr/>
      <dgm:t>
        <a:bodyPr/>
        <a:lstStyle/>
        <a:p>
          <a:endParaRPr lang="en-US"/>
        </a:p>
      </dgm:t>
    </dgm:pt>
    <dgm:pt modelId="{F6651AE4-71AE-466C-A8AB-132C8A59B852}" type="pres">
      <dgm:prSet presAssocID="{36AC3117-EE65-4D2B-B05C-2582F270C69E}" presName="root" presStyleCnt="0">
        <dgm:presLayoutVars>
          <dgm:dir/>
          <dgm:resizeHandles val="exact"/>
        </dgm:presLayoutVars>
      </dgm:prSet>
      <dgm:spPr/>
    </dgm:pt>
    <dgm:pt modelId="{BE572ECB-EE2E-433E-9835-BAEC456F8F2D}" type="pres">
      <dgm:prSet presAssocID="{6E1B5192-C8BF-4E36-92B2-276B303B2AA6}" presName="compNode" presStyleCnt="0"/>
      <dgm:spPr/>
    </dgm:pt>
    <dgm:pt modelId="{D148EFB6-6AEF-4069-B1D6-BC84FFE03002}" type="pres">
      <dgm:prSet presAssocID="{6E1B5192-C8BF-4E36-92B2-276B303B2AA6}" presName="bgRect" presStyleLbl="bgShp" presStyleIdx="0" presStyleCnt="4"/>
      <dgm:spPr/>
    </dgm:pt>
    <dgm:pt modelId="{FA8394F5-B11D-45DA-A51B-DE9FA6F2845C}" type="pres">
      <dgm:prSet presAssocID="{6E1B5192-C8BF-4E36-92B2-276B303B2AA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FC0D8BE-6F46-45BC-BA8C-FFDC48F5EAAA}" type="pres">
      <dgm:prSet presAssocID="{6E1B5192-C8BF-4E36-92B2-276B303B2AA6}" presName="spaceRect" presStyleCnt="0"/>
      <dgm:spPr/>
    </dgm:pt>
    <dgm:pt modelId="{45963833-B43C-4D60-92D6-4BD575F2B512}" type="pres">
      <dgm:prSet presAssocID="{6E1B5192-C8BF-4E36-92B2-276B303B2AA6}" presName="parTx" presStyleLbl="revTx" presStyleIdx="0" presStyleCnt="4">
        <dgm:presLayoutVars>
          <dgm:chMax val="0"/>
          <dgm:chPref val="0"/>
        </dgm:presLayoutVars>
      </dgm:prSet>
      <dgm:spPr/>
    </dgm:pt>
    <dgm:pt modelId="{BBDEDE19-4BC2-4C23-B469-A4431E867E6F}" type="pres">
      <dgm:prSet presAssocID="{542D5041-D01E-4DFF-B116-20E7B4009A6A}" presName="sibTrans" presStyleCnt="0"/>
      <dgm:spPr/>
    </dgm:pt>
    <dgm:pt modelId="{295D54A8-0660-4E01-A396-5CD9A0590F59}" type="pres">
      <dgm:prSet presAssocID="{C524BCC1-023E-43BC-9901-8F6EC5D44E83}" presName="compNode" presStyleCnt="0"/>
      <dgm:spPr/>
    </dgm:pt>
    <dgm:pt modelId="{D576D60E-2B2F-48A8-97CF-FB726AF57E20}" type="pres">
      <dgm:prSet presAssocID="{C524BCC1-023E-43BC-9901-8F6EC5D44E83}" presName="bgRect" presStyleLbl="bgShp" presStyleIdx="1" presStyleCnt="4"/>
      <dgm:spPr/>
    </dgm:pt>
    <dgm:pt modelId="{256C0EDF-7B21-407A-A219-B8E22FDBA249}" type="pres">
      <dgm:prSet presAssocID="{C524BCC1-023E-43BC-9901-8F6EC5D44E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70D1DB6-ACA0-4C19-A757-FA872AAF5506}" type="pres">
      <dgm:prSet presAssocID="{C524BCC1-023E-43BC-9901-8F6EC5D44E83}" presName="spaceRect" presStyleCnt="0"/>
      <dgm:spPr/>
    </dgm:pt>
    <dgm:pt modelId="{A515E5AC-17DE-4DD5-B70B-4E672F4B0F31}" type="pres">
      <dgm:prSet presAssocID="{C524BCC1-023E-43BC-9901-8F6EC5D44E83}" presName="parTx" presStyleLbl="revTx" presStyleIdx="1" presStyleCnt="4">
        <dgm:presLayoutVars>
          <dgm:chMax val="0"/>
          <dgm:chPref val="0"/>
        </dgm:presLayoutVars>
      </dgm:prSet>
      <dgm:spPr/>
    </dgm:pt>
    <dgm:pt modelId="{83650DAC-6B7E-4906-BD89-2B0669DC7D4A}" type="pres">
      <dgm:prSet presAssocID="{8B44DF63-8384-44BB-B88A-6073571CE466}" presName="sibTrans" presStyleCnt="0"/>
      <dgm:spPr/>
    </dgm:pt>
    <dgm:pt modelId="{38879791-B69F-4521-8AB6-C36CC64732B4}" type="pres">
      <dgm:prSet presAssocID="{054DD3AE-0DC6-44E1-BFB5-BA51E532C341}" presName="compNode" presStyleCnt="0"/>
      <dgm:spPr/>
    </dgm:pt>
    <dgm:pt modelId="{CE5EB3B8-99E3-40EA-ACAB-EB66316D7E06}" type="pres">
      <dgm:prSet presAssocID="{054DD3AE-0DC6-44E1-BFB5-BA51E532C341}" presName="bgRect" presStyleLbl="bgShp" presStyleIdx="2" presStyleCnt="4"/>
      <dgm:spPr/>
    </dgm:pt>
    <dgm:pt modelId="{6C3AE1AD-C689-491D-8158-FC03223C8254}" type="pres">
      <dgm:prSet presAssocID="{054DD3AE-0DC6-44E1-BFB5-BA51E532C34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03E1214B-F848-4A5D-AD0F-5FCCA35DACDF}" type="pres">
      <dgm:prSet presAssocID="{054DD3AE-0DC6-44E1-BFB5-BA51E532C341}" presName="spaceRect" presStyleCnt="0"/>
      <dgm:spPr/>
    </dgm:pt>
    <dgm:pt modelId="{829A49D6-6101-4DCF-8D42-31E44F22A365}" type="pres">
      <dgm:prSet presAssocID="{054DD3AE-0DC6-44E1-BFB5-BA51E532C341}" presName="parTx" presStyleLbl="revTx" presStyleIdx="2" presStyleCnt="4">
        <dgm:presLayoutVars>
          <dgm:chMax val="0"/>
          <dgm:chPref val="0"/>
        </dgm:presLayoutVars>
      </dgm:prSet>
      <dgm:spPr/>
    </dgm:pt>
    <dgm:pt modelId="{55A28AF7-2505-491C-8FFC-8C19CA1FDF41}" type="pres">
      <dgm:prSet presAssocID="{4A860956-94F1-48EC-AD9C-4C93FA51C5F6}" presName="sibTrans" presStyleCnt="0"/>
      <dgm:spPr/>
    </dgm:pt>
    <dgm:pt modelId="{128F0E5E-FC8A-4089-9528-A0327E704B56}" type="pres">
      <dgm:prSet presAssocID="{4AB1E292-B26C-4567-9FAA-2B4F750AF898}" presName="compNode" presStyleCnt="0"/>
      <dgm:spPr/>
    </dgm:pt>
    <dgm:pt modelId="{635D2ED0-98B6-41F4-8231-E5637B9317A3}" type="pres">
      <dgm:prSet presAssocID="{4AB1E292-B26C-4567-9FAA-2B4F750AF898}" presName="bgRect" presStyleLbl="bgShp" presStyleIdx="3" presStyleCnt="4"/>
      <dgm:spPr/>
    </dgm:pt>
    <dgm:pt modelId="{E50E1801-C4EB-4E99-B5FA-A452506E35CF}" type="pres">
      <dgm:prSet presAssocID="{4AB1E292-B26C-4567-9FAA-2B4F750AF89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3C02D13-448F-4C90-85B3-36B3B4D6CCD8}" type="pres">
      <dgm:prSet presAssocID="{4AB1E292-B26C-4567-9FAA-2B4F750AF898}" presName="spaceRect" presStyleCnt="0"/>
      <dgm:spPr/>
    </dgm:pt>
    <dgm:pt modelId="{E3E4C8EE-91E6-4C61-9422-18191A94C57C}" type="pres">
      <dgm:prSet presAssocID="{4AB1E292-B26C-4567-9FAA-2B4F750AF89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1FA750F-5C4F-4CA9-97F7-656515C067D1}" srcId="{36AC3117-EE65-4D2B-B05C-2582F270C69E}" destId="{6E1B5192-C8BF-4E36-92B2-276B303B2AA6}" srcOrd="0" destOrd="0" parTransId="{9F7B27DE-B4CD-46DA-B467-34E988E5634A}" sibTransId="{542D5041-D01E-4DFF-B116-20E7B4009A6A}"/>
    <dgm:cxn modelId="{B51B3469-BDC8-4956-97D3-C5C66B653CDF}" type="presOf" srcId="{054DD3AE-0DC6-44E1-BFB5-BA51E532C341}" destId="{829A49D6-6101-4DCF-8D42-31E44F22A365}" srcOrd="0" destOrd="0" presId="urn:microsoft.com/office/officeart/2018/2/layout/IconVerticalSolidList"/>
    <dgm:cxn modelId="{9F6FDA95-E3D8-4C79-BB5A-10258C777483}" type="presOf" srcId="{C524BCC1-023E-43BC-9901-8F6EC5D44E83}" destId="{A515E5AC-17DE-4DD5-B70B-4E672F4B0F31}" srcOrd="0" destOrd="0" presId="urn:microsoft.com/office/officeart/2018/2/layout/IconVerticalSolidList"/>
    <dgm:cxn modelId="{FCA03DA3-592C-4576-9F97-AB52AF98F76D}" type="presOf" srcId="{36AC3117-EE65-4D2B-B05C-2582F270C69E}" destId="{F6651AE4-71AE-466C-A8AB-132C8A59B852}" srcOrd="0" destOrd="0" presId="urn:microsoft.com/office/officeart/2018/2/layout/IconVerticalSolidList"/>
    <dgm:cxn modelId="{FB2A76C6-1CC6-491A-8542-A34D8F34173E}" type="presOf" srcId="{6E1B5192-C8BF-4E36-92B2-276B303B2AA6}" destId="{45963833-B43C-4D60-92D6-4BD575F2B512}" srcOrd="0" destOrd="0" presId="urn:microsoft.com/office/officeart/2018/2/layout/IconVerticalSolidList"/>
    <dgm:cxn modelId="{489207C7-22BA-4A52-91BA-EE4BE2DCED37}" srcId="{36AC3117-EE65-4D2B-B05C-2582F270C69E}" destId="{4AB1E292-B26C-4567-9FAA-2B4F750AF898}" srcOrd="3" destOrd="0" parTransId="{64D81BAD-853D-410E-8DBD-C7CE76A432F0}" sibTransId="{5D77F68A-8EFB-455A-A20D-60CCF550D01F}"/>
    <dgm:cxn modelId="{4BFE48D5-D363-44C5-BC20-BE3F75ED7E7B}" type="presOf" srcId="{4AB1E292-B26C-4567-9FAA-2B4F750AF898}" destId="{E3E4C8EE-91E6-4C61-9422-18191A94C57C}" srcOrd="0" destOrd="0" presId="urn:microsoft.com/office/officeart/2018/2/layout/IconVerticalSolidList"/>
    <dgm:cxn modelId="{B575A8F8-F88E-4200-9110-D437B18997E4}" srcId="{36AC3117-EE65-4D2B-B05C-2582F270C69E}" destId="{054DD3AE-0DC6-44E1-BFB5-BA51E532C341}" srcOrd="2" destOrd="0" parTransId="{BC1FA46A-47DA-4AD7-8D10-21CDD7F3E91B}" sibTransId="{4A860956-94F1-48EC-AD9C-4C93FA51C5F6}"/>
    <dgm:cxn modelId="{CA809CFD-943D-4123-870D-B14DFBEBF28B}" srcId="{36AC3117-EE65-4D2B-B05C-2582F270C69E}" destId="{C524BCC1-023E-43BC-9901-8F6EC5D44E83}" srcOrd="1" destOrd="0" parTransId="{A3454B37-5B70-4ECD-90B2-A8072B80DB1C}" sibTransId="{8B44DF63-8384-44BB-B88A-6073571CE466}"/>
    <dgm:cxn modelId="{CF6DE4ED-6AFE-46C7-AEAB-CA60E5720BFA}" type="presParOf" srcId="{F6651AE4-71AE-466C-A8AB-132C8A59B852}" destId="{BE572ECB-EE2E-433E-9835-BAEC456F8F2D}" srcOrd="0" destOrd="0" presId="urn:microsoft.com/office/officeart/2018/2/layout/IconVerticalSolidList"/>
    <dgm:cxn modelId="{8EF6E256-0701-4669-ABA7-71AD879B0977}" type="presParOf" srcId="{BE572ECB-EE2E-433E-9835-BAEC456F8F2D}" destId="{D148EFB6-6AEF-4069-B1D6-BC84FFE03002}" srcOrd="0" destOrd="0" presId="urn:microsoft.com/office/officeart/2018/2/layout/IconVerticalSolidList"/>
    <dgm:cxn modelId="{6FF465CC-9A0F-4DC8-968E-49E68CEA31E7}" type="presParOf" srcId="{BE572ECB-EE2E-433E-9835-BAEC456F8F2D}" destId="{FA8394F5-B11D-45DA-A51B-DE9FA6F2845C}" srcOrd="1" destOrd="0" presId="urn:microsoft.com/office/officeart/2018/2/layout/IconVerticalSolidList"/>
    <dgm:cxn modelId="{165815EA-9740-462D-ABD2-2341CF202E6A}" type="presParOf" srcId="{BE572ECB-EE2E-433E-9835-BAEC456F8F2D}" destId="{AFC0D8BE-6F46-45BC-BA8C-FFDC48F5EAAA}" srcOrd="2" destOrd="0" presId="urn:microsoft.com/office/officeart/2018/2/layout/IconVerticalSolidList"/>
    <dgm:cxn modelId="{2F85825F-76CD-42F2-8D78-8801A45D32F8}" type="presParOf" srcId="{BE572ECB-EE2E-433E-9835-BAEC456F8F2D}" destId="{45963833-B43C-4D60-92D6-4BD575F2B512}" srcOrd="3" destOrd="0" presId="urn:microsoft.com/office/officeart/2018/2/layout/IconVerticalSolidList"/>
    <dgm:cxn modelId="{00D7241F-FB96-4A01-A1D8-8CCC1D71A12E}" type="presParOf" srcId="{F6651AE4-71AE-466C-A8AB-132C8A59B852}" destId="{BBDEDE19-4BC2-4C23-B469-A4431E867E6F}" srcOrd="1" destOrd="0" presId="urn:microsoft.com/office/officeart/2018/2/layout/IconVerticalSolidList"/>
    <dgm:cxn modelId="{6949BC90-29F4-4ED1-AB10-31CCA8A37073}" type="presParOf" srcId="{F6651AE4-71AE-466C-A8AB-132C8A59B852}" destId="{295D54A8-0660-4E01-A396-5CD9A0590F59}" srcOrd="2" destOrd="0" presId="urn:microsoft.com/office/officeart/2018/2/layout/IconVerticalSolidList"/>
    <dgm:cxn modelId="{CA70F524-5270-40AB-8222-A13295849125}" type="presParOf" srcId="{295D54A8-0660-4E01-A396-5CD9A0590F59}" destId="{D576D60E-2B2F-48A8-97CF-FB726AF57E20}" srcOrd="0" destOrd="0" presId="urn:microsoft.com/office/officeart/2018/2/layout/IconVerticalSolidList"/>
    <dgm:cxn modelId="{A6069381-1B0B-4EB7-8F57-9A1AA821371D}" type="presParOf" srcId="{295D54A8-0660-4E01-A396-5CD9A0590F59}" destId="{256C0EDF-7B21-407A-A219-B8E22FDBA249}" srcOrd="1" destOrd="0" presId="urn:microsoft.com/office/officeart/2018/2/layout/IconVerticalSolidList"/>
    <dgm:cxn modelId="{5EA71700-85F3-4356-BA63-C63435EB4394}" type="presParOf" srcId="{295D54A8-0660-4E01-A396-5CD9A0590F59}" destId="{470D1DB6-ACA0-4C19-A757-FA872AAF5506}" srcOrd="2" destOrd="0" presId="urn:microsoft.com/office/officeart/2018/2/layout/IconVerticalSolidList"/>
    <dgm:cxn modelId="{A9FF5A44-E168-4C7C-8F66-2A2F3010A8CC}" type="presParOf" srcId="{295D54A8-0660-4E01-A396-5CD9A0590F59}" destId="{A515E5AC-17DE-4DD5-B70B-4E672F4B0F31}" srcOrd="3" destOrd="0" presId="urn:microsoft.com/office/officeart/2018/2/layout/IconVerticalSolidList"/>
    <dgm:cxn modelId="{43500D25-0689-4B4C-A138-4C05FB1C4235}" type="presParOf" srcId="{F6651AE4-71AE-466C-A8AB-132C8A59B852}" destId="{83650DAC-6B7E-4906-BD89-2B0669DC7D4A}" srcOrd="3" destOrd="0" presId="urn:microsoft.com/office/officeart/2018/2/layout/IconVerticalSolidList"/>
    <dgm:cxn modelId="{5FA496EC-146D-4C16-BDB4-83CBDBFCF254}" type="presParOf" srcId="{F6651AE4-71AE-466C-A8AB-132C8A59B852}" destId="{38879791-B69F-4521-8AB6-C36CC64732B4}" srcOrd="4" destOrd="0" presId="urn:microsoft.com/office/officeart/2018/2/layout/IconVerticalSolidList"/>
    <dgm:cxn modelId="{78A43B23-623A-4733-9384-3081F200B931}" type="presParOf" srcId="{38879791-B69F-4521-8AB6-C36CC64732B4}" destId="{CE5EB3B8-99E3-40EA-ACAB-EB66316D7E06}" srcOrd="0" destOrd="0" presId="urn:microsoft.com/office/officeart/2018/2/layout/IconVerticalSolidList"/>
    <dgm:cxn modelId="{5D4225DB-9789-4C76-B5ED-B2ED359AC69D}" type="presParOf" srcId="{38879791-B69F-4521-8AB6-C36CC64732B4}" destId="{6C3AE1AD-C689-491D-8158-FC03223C8254}" srcOrd="1" destOrd="0" presId="urn:microsoft.com/office/officeart/2018/2/layout/IconVerticalSolidList"/>
    <dgm:cxn modelId="{B8A30645-37C3-4406-96AF-7EA8EB6F304A}" type="presParOf" srcId="{38879791-B69F-4521-8AB6-C36CC64732B4}" destId="{03E1214B-F848-4A5D-AD0F-5FCCA35DACDF}" srcOrd="2" destOrd="0" presId="urn:microsoft.com/office/officeart/2018/2/layout/IconVerticalSolidList"/>
    <dgm:cxn modelId="{1EFE5D30-7F6F-439D-A929-311541DF2689}" type="presParOf" srcId="{38879791-B69F-4521-8AB6-C36CC64732B4}" destId="{829A49D6-6101-4DCF-8D42-31E44F22A365}" srcOrd="3" destOrd="0" presId="urn:microsoft.com/office/officeart/2018/2/layout/IconVerticalSolidList"/>
    <dgm:cxn modelId="{133730E2-CD8E-41A9-BA32-CB0ADCAA6429}" type="presParOf" srcId="{F6651AE4-71AE-466C-A8AB-132C8A59B852}" destId="{55A28AF7-2505-491C-8FFC-8C19CA1FDF41}" srcOrd="5" destOrd="0" presId="urn:microsoft.com/office/officeart/2018/2/layout/IconVerticalSolidList"/>
    <dgm:cxn modelId="{F29AE1D9-BC97-45FE-B603-D908A536D4D9}" type="presParOf" srcId="{F6651AE4-71AE-466C-A8AB-132C8A59B852}" destId="{128F0E5E-FC8A-4089-9528-A0327E704B56}" srcOrd="6" destOrd="0" presId="urn:microsoft.com/office/officeart/2018/2/layout/IconVerticalSolidList"/>
    <dgm:cxn modelId="{E021D6B3-B12D-462A-9F06-6A306D684AD0}" type="presParOf" srcId="{128F0E5E-FC8A-4089-9528-A0327E704B56}" destId="{635D2ED0-98B6-41F4-8231-E5637B9317A3}" srcOrd="0" destOrd="0" presId="urn:microsoft.com/office/officeart/2018/2/layout/IconVerticalSolidList"/>
    <dgm:cxn modelId="{E9842F18-9916-48A7-B3D1-479DD42C9541}" type="presParOf" srcId="{128F0E5E-FC8A-4089-9528-A0327E704B56}" destId="{E50E1801-C4EB-4E99-B5FA-A452506E35CF}" srcOrd="1" destOrd="0" presId="urn:microsoft.com/office/officeart/2018/2/layout/IconVerticalSolidList"/>
    <dgm:cxn modelId="{B20D61C4-E82A-4FD2-958F-E00B57BC0865}" type="presParOf" srcId="{128F0E5E-FC8A-4089-9528-A0327E704B56}" destId="{53C02D13-448F-4C90-85B3-36B3B4D6CCD8}" srcOrd="2" destOrd="0" presId="urn:microsoft.com/office/officeart/2018/2/layout/IconVerticalSolidList"/>
    <dgm:cxn modelId="{763E192C-F175-459F-8347-0D9F602FE9CA}" type="presParOf" srcId="{128F0E5E-FC8A-4089-9528-A0327E704B56}" destId="{E3E4C8EE-91E6-4C61-9422-18191A94C57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F6A52A-9675-43F5-B0F8-A6DE2CF3FC30}" type="doc">
      <dgm:prSet loTypeId="urn:microsoft.com/office/officeart/2005/8/layout/hierarchy1" loCatId="hierarchy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CF84636E-A020-43C5-929A-1BFDF5C773B8}">
      <dgm:prSet/>
      <dgm:spPr/>
      <dgm:t>
        <a:bodyPr/>
        <a:lstStyle/>
        <a:p>
          <a:r>
            <a:rPr lang="en-US"/>
            <a:t>Techniques to summarize, organize, and describe data</a:t>
          </a:r>
        </a:p>
      </dgm:t>
    </dgm:pt>
    <dgm:pt modelId="{0DB5310C-1F6F-4079-83F8-B8DFA7261B33}" type="parTrans" cxnId="{B1BF3504-758E-42A5-A29B-C3953FF27D12}">
      <dgm:prSet/>
      <dgm:spPr/>
      <dgm:t>
        <a:bodyPr/>
        <a:lstStyle/>
        <a:p>
          <a:endParaRPr lang="en-US" sz="2800"/>
        </a:p>
      </dgm:t>
    </dgm:pt>
    <dgm:pt modelId="{6EAD4286-3798-4715-8183-B9D9F825E32A}" type="sibTrans" cxnId="{B1BF3504-758E-42A5-A29B-C3953FF27D12}">
      <dgm:prSet/>
      <dgm:spPr/>
      <dgm:t>
        <a:bodyPr/>
        <a:lstStyle/>
        <a:p>
          <a:endParaRPr lang="en-US"/>
        </a:p>
      </dgm:t>
    </dgm:pt>
    <dgm:pt modelId="{523A9396-1208-4901-85E3-EB59D2A993F6}">
      <dgm:prSet/>
      <dgm:spPr/>
      <dgm:t>
        <a:bodyPr/>
        <a:lstStyle/>
        <a:p>
          <a:r>
            <a:rPr lang="en-US"/>
            <a:t>Industry analogy:</a:t>
          </a:r>
        </a:p>
      </dgm:t>
    </dgm:pt>
    <dgm:pt modelId="{9E4C05B6-B0D2-4D9C-B6CB-6AE0E721C858}" type="parTrans" cxnId="{DAAEB637-AEEC-4DC0-8512-0D96855099C7}">
      <dgm:prSet/>
      <dgm:spPr/>
      <dgm:t>
        <a:bodyPr/>
        <a:lstStyle/>
        <a:p>
          <a:endParaRPr lang="en-US" sz="2800"/>
        </a:p>
      </dgm:t>
    </dgm:pt>
    <dgm:pt modelId="{2FA2AD0B-9203-4F40-962C-7C45FE724577}" type="sibTrans" cxnId="{DAAEB637-AEEC-4DC0-8512-0D96855099C7}">
      <dgm:prSet/>
      <dgm:spPr/>
      <dgm:t>
        <a:bodyPr/>
        <a:lstStyle/>
        <a:p>
          <a:endParaRPr lang="en-US"/>
        </a:p>
      </dgm:t>
    </dgm:pt>
    <dgm:pt modelId="{7FB7EE58-515F-482A-BC35-6392E0A9F8C4}">
      <dgm:prSet/>
      <dgm:spPr/>
      <dgm:t>
        <a:bodyPr/>
        <a:lstStyle/>
        <a:p>
          <a:r>
            <a:rPr lang="en-US"/>
            <a:t>Like a dashboard instead of raw sensor logs</a:t>
          </a:r>
        </a:p>
      </dgm:t>
    </dgm:pt>
    <dgm:pt modelId="{832176B2-EE9D-4AAF-9BB3-47DE08C1FD09}" type="parTrans" cxnId="{34E80A34-57F6-444A-BEBC-EA7DE9C78EEA}">
      <dgm:prSet/>
      <dgm:spPr/>
      <dgm:t>
        <a:bodyPr/>
        <a:lstStyle/>
        <a:p>
          <a:endParaRPr lang="en-US" sz="2800"/>
        </a:p>
      </dgm:t>
    </dgm:pt>
    <dgm:pt modelId="{C6E8DB18-287D-41E4-A5A2-D32393DA9C25}" type="sibTrans" cxnId="{34E80A34-57F6-444A-BEBC-EA7DE9C78EEA}">
      <dgm:prSet/>
      <dgm:spPr/>
      <dgm:t>
        <a:bodyPr/>
        <a:lstStyle/>
        <a:p>
          <a:endParaRPr lang="en-US"/>
        </a:p>
      </dgm:t>
    </dgm:pt>
    <dgm:pt modelId="{8A7FA9AD-DD1A-4763-8657-0B819DBE3C30}">
      <dgm:prSet/>
      <dgm:spPr/>
      <dgm:t>
        <a:bodyPr/>
        <a:lstStyle/>
        <a:p>
          <a:r>
            <a:rPr lang="en-US"/>
            <a:t>Like a resume instead of a life story</a:t>
          </a:r>
        </a:p>
      </dgm:t>
    </dgm:pt>
    <dgm:pt modelId="{6589135D-2F3D-45B2-9930-802E30C812E4}" type="parTrans" cxnId="{FF335AA6-BF3A-4646-88C2-0986B37EEB62}">
      <dgm:prSet/>
      <dgm:spPr/>
      <dgm:t>
        <a:bodyPr/>
        <a:lstStyle/>
        <a:p>
          <a:endParaRPr lang="en-US" sz="2800"/>
        </a:p>
      </dgm:t>
    </dgm:pt>
    <dgm:pt modelId="{2CD41BDE-1B6B-426B-BA01-5A30ACF90DB2}" type="sibTrans" cxnId="{FF335AA6-BF3A-4646-88C2-0986B37EEB62}">
      <dgm:prSet/>
      <dgm:spPr/>
      <dgm:t>
        <a:bodyPr/>
        <a:lstStyle/>
        <a:p>
          <a:endParaRPr lang="en-US"/>
        </a:p>
      </dgm:t>
    </dgm:pt>
    <dgm:pt modelId="{3C46736A-6D31-43B5-BBDD-7A43E857FA8B}" type="pres">
      <dgm:prSet presAssocID="{D2F6A52A-9675-43F5-B0F8-A6DE2CF3FC3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F023080-01FE-4D71-A735-D196D252374A}" type="pres">
      <dgm:prSet presAssocID="{CF84636E-A020-43C5-929A-1BFDF5C773B8}" presName="hierRoot1" presStyleCnt="0"/>
      <dgm:spPr/>
    </dgm:pt>
    <dgm:pt modelId="{4363FB16-8508-462D-8B32-3FE617DAD420}" type="pres">
      <dgm:prSet presAssocID="{CF84636E-A020-43C5-929A-1BFDF5C773B8}" presName="composite" presStyleCnt="0"/>
      <dgm:spPr/>
    </dgm:pt>
    <dgm:pt modelId="{E17ECF02-AF6F-4824-B3A2-4BE84B4DE0FD}" type="pres">
      <dgm:prSet presAssocID="{CF84636E-A020-43C5-929A-1BFDF5C773B8}" presName="background" presStyleLbl="node0" presStyleIdx="0" presStyleCnt="2"/>
      <dgm:spPr/>
    </dgm:pt>
    <dgm:pt modelId="{06941F1B-7503-494C-808F-CF854866915D}" type="pres">
      <dgm:prSet presAssocID="{CF84636E-A020-43C5-929A-1BFDF5C773B8}" presName="text" presStyleLbl="fgAcc0" presStyleIdx="0" presStyleCnt="2">
        <dgm:presLayoutVars>
          <dgm:chPref val="3"/>
        </dgm:presLayoutVars>
      </dgm:prSet>
      <dgm:spPr/>
    </dgm:pt>
    <dgm:pt modelId="{4989D9B0-AE28-4D13-9A11-6C2EB0F0C922}" type="pres">
      <dgm:prSet presAssocID="{CF84636E-A020-43C5-929A-1BFDF5C773B8}" presName="hierChild2" presStyleCnt="0"/>
      <dgm:spPr/>
    </dgm:pt>
    <dgm:pt modelId="{1A554DCE-0145-4E43-A7B5-CD15A5B28D68}" type="pres">
      <dgm:prSet presAssocID="{523A9396-1208-4901-85E3-EB59D2A993F6}" presName="hierRoot1" presStyleCnt="0"/>
      <dgm:spPr/>
    </dgm:pt>
    <dgm:pt modelId="{B13F53DD-E127-4B8D-BA70-7FED74CC3641}" type="pres">
      <dgm:prSet presAssocID="{523A9396-1208-4901-85E3-EB59D2A993F6}" presName="composite" presStyleCnt="0"/>
      <dgm:spPr/>
    </dgm:pt>
    <dgm:pt modelId="{F8F7AC66-1633-41D0-962F-312FD70D275C}" type="pres">
      <dgm:prSet presAssocID="{523A9396-1208-4901-85E3-EB59D2A993F6}" presName="background" presStyleLbl="node0" presStyleIdx="1" presStyleCnt="2"/>
      <dgm:spPr/>
    </dgm:pt>
    <dgm:pt modelId="{78BC3EE9-E663-41C2-925C-2DC5636F12F6}" type="pres">
      <dgm:prSet presAssocID="{523A9396-1208-4901-85E3-EB59D2A993F6}" presName="text" presStyleLbl="fgAcc0" presStyleIdx="1" presStyleCnt="2">
        <dgm:presLayoutVars>
          <dgm:chPref val="3"/>
        </dgm:presLayoutVars>
      </dgm:prSet>
      <dgm:spPr/>
    </dgm:pt>
    <dgm:pt modelId="{07AB779B-694A-4753-AE5C-5DC4479971F0}" type="pres">
      <dgm:prSet presAssocID="{523A9396-1208-4901-85E3-EB59D2A993F6}" presName="hierChild2" presStyleCnt="0"/>
      <dgm:spPr/>
    </dgm:pt>
    <dgm:pt modelId="{39DE3F1C-79AC-4334-A9BA-0055B54CEEDE}" type="pres">
      <dgm:prSet presAssocID="{832176B2-EE9D-4AAF-9BB3-47DE08C1FD09}" presName="Name10" presStyleLbl="parChTrans1D2" presStyleIdx="0" presStyleCnt="2"/>
      <dgm:spPr/>
    </dgm:pt>
    <dgm:pt modelId="{25E14223-A4A8-464D-8249-22B8AF725CBA}" type="pres">
      <dgm:prSet presAssocID="{7FB7EE58-515F-482A-BC35-6392E0A9F8C4}" presName="hierRoot2" presStyleCnt="0"/>
      <dgm:spPr/>
    </dgm:pt>
    <dgm:pt modelId="{B2A77E01-173A-41CA-9812-66E37B539A06}" type="pres">
      <dgm:prSet presAssocID="{7FB7EE58-515F-482A-BC35-6392E0A9F8C4}" presName="composite2" presStyleCnt="0"/>
      <dgm:spPr/>
    </dgm:pt>
    <dgm:pt modelId="{92FBA62D-412D-4E41-9E2E-DEBF61545F0F}" type="pres">
      <dgm:prSet presAssocID="{7FB7EE58-515F-482A-BC35-6392E0A9F8C4}" presName="background2" presStyleLbl="node2" presStyleIdx="0" presStyleCnt="2"/>
      <dgm:spPr/>
    </dgm:pt>
    <dgm:pt modelId="{8F9EC28E-DAA8-4381-9C40-B7E8E044D8C2}" type="pres">
      <dgm:prSet presAssocID="{7FB7EE58-515F-482A-BC35-6392E0A9F8C4}" presName="text2" presStyleLbl="fgAcc2" presStyleIdx="0" presStyleCnt="2">
        <dgm:presLayoutVars>
          <dgm:chPref val="3"/>
        </dgm:presLayoutVars>
      </dgm:prSet>
      <dgm:spPr/>
    </dgm:pt>
    <dgm:pt modelId="{C201FB41-01AE-42B2-858A-821DA829B98D}" type="pres">
      <dgm:prSet presAssocID="{7FB7EE58-515F-482A-BC35-6392E0A9F8C4}" presName="hierChild3" presStyleCnt="0"/>
      <dgm:spPr/>
    </dgm:pt>
    <dgm:pt modelId="{210628B2-AF23-4CE0-B447-B312AC7F0BA4}" type="pres">
      <dgm:prSet presAssocID="{6589135D-2F3D-45B2-9930-802E30C812E4}" presName="Name10" presStyleLbl="parChTrans1D2" presStyleIdx="1" presStyleCnt="2"/>
      <dgm:spPr/>
    </dgm:pt>
    <dgm:pt modelId="{C0955D5E-0F3C-4BDC-902B-9B649C8B4E36}" type="pres">
      <dgm:prSet presAssocID="{8A7FA9AD-DD1A-4763-8657-0B819DBE3C30}" presName="hierRoot2" presStyleCnt="0"/>
      <dgm:spPr/>
    </dgm:pt>
    <dgm:pt modelId="{B62DA750-24F7-4C68-B2E8-BDBEC149ED78}" type="pres">
      <dgm:prSet presAssocID="{8A7FA9AD-DD1A-4763-8657-0B819DBE3C30}" presName="composite2" presStyleCnt="0"/>
      <dgm:spPr/>
    </dgm:pt>
    <dgm:pt modelId="{60647D7D-2C34-4FFC-A0BB-E4C205BF4F67}" type="pres">
      <dgm:prSet presAssocID="{8A7FA9AD-DD1A-4763-8657-0B819DBE3C30}" presName="background2" presStyleLbl="node2" presStyleIdx="1" presStyleCnt="2"/>
      <dgm:spPr/>
    </dgm:pt>
    <dgm:pt modelId="{E0BB873A-195C-4F6E-8858-002D02A1A3C3}" type="pres">
      <dgm:prSet presAssocID="{8A7FA9AD-DD1A-4763-8657-0B819DBE3C30}" presName="text2" presStyleLbl="fgAcc2" presStyleIdx="1" presStyleCnt="2">
        <dgm:presLayoutVars>
          <dgm:chPref val="3"/>
        </dgm:presLayoutVars>
      </dgm:prSet>
      <dgm:spPr/>
    </dgm:pt>
    <dgm:pt modelId="{CE4A41F3-5D81-4A81-A802-4B0FA398F566}" type="pres">
      <dgm:prSet presAssocID="{8A7FA9AD-DD1A-4763-8657-0B819DBE3C30}" presName="hierChild3" presStyleCnt="0"/>
      <dgm:spPr/>
    </dgm:pt>
  </dgm:ptLst>
  <dgm:cxnLst>
    <dgm:cxn modelId="{B1BF3504-758E-42A5-A29B-C3953FF27D12}" srcId="{D2F6A52A-9675-43F5-B0F8-A6DE2CF3FC30}" destId="{CF84636E-A020-43C5-929A-1BFDF5C773B8}" srcOrd="0" destOrd="0" parTransId="{0DB5310C-1F6F-4079-83F8-B8DFA7261B33}" sibTransId="{6EAD4286-3798-4715-8183-B9D9F825E32A}"/>
    <dgm:cxn modelId="{A9FD8E08-12D0-470A-B04D-561045339272}" type="presOf" srcId="{CF84636E-A020-43C5-929A-1BFDF5C773B8}" destId="{06941F1B-7503-494C-808F-CF854866915D}" srcOrd="0" destOrd="0" presId="urn:microsoft.com/office/officeart/2005/8/layout/hierarchy1"/>
    <dgm:cxn modelId="{34E80A34-57F6-444A-BEBC-EA7DE9C78EEA}" srcId="{523A9396-1208-4901-85E3-EB59D2A993F6}" destId="{7FB7EE58-515F-482A-BC35-6392E0A9F8C4}" srcOrd="0" destOrd="0" parTransId="{832176B2-EE9D-4AAF-9BB3-47DE08C1FD09}" sibTransId="{C6E8DB18-287D-41E4-A5A2-D32393DA9C25}"/>
    <dgm:cxn modelId="{DAAEB637-AEEC-4DC0-8512-0D96855099C7}" srcId="{D2F6A52A-9675-43F5-B0F8-A6DE2CF3FC30}" destId="{523A9396-1208-4901-85E3-EB59D2A993F6}" srcOrd="1" destOrd="0" parTransId="{9E4C05B6-B0D2-4D9C-B6CB-6AE0E721C858}" sibTransId="{2FA2AD0B-9203-4F40-962C-7C45FE724577}"/>
    <dgm:cxn modelId="{9B41EE51-3425-40E5-98DB-BF18F4BDFD92}" type="presOf" srcId="{523A9396-1208-4901-85E3-EB59D2A993F6}" destId="{78BC3EE9-E663-41C2-925C-2DC5636F12F6}" srcOrd="0" destOrd="0" presId="urn:microsoft.com/office/officeart/2005/8/layout/hierarchy1"/>
    <dgm:cxn modelId="{AD61A575-6E11-4F66-82C2-138FAC584815}" type="presOf" srcId="{8A7FA9AD-DD1A-4763-8657-0B819DBE3C30}" destId="{E0BB873A-195C-4F6E-8858-002D02A1A3C3}" srcOrd="0" destOrd="0" presId="urn:microsoft.com/office/officeart/2005/8/layout/hierarchy1"/>
    <dgm:cxn modelId="{2198889A-7D1B-4E9C-86FA-105C0C71F324}" type="presOf" srcId="{6589135D-2F3D-45B2-9930-802E30C812E4}" destId="{210628B2-AF23-4CE0-B447-B312AC7F0BA4}" srcOrd="0" destOrd="0" presId="urn:microsoft.com/office/officeart/2005/8/layout/hierarchy1"/>
    <dgm:cxn modelId="{FF335AA6-BF3A-4646-88C2-0986B37EEB62}" srcId="{523A9396-1208-4901-85E3-EB59D2A993F6}" destId="{8A7FA9AD-DD1A-4763-8657-0B819DBE3C30}" srcOrd="1" destOrd="0" parTransId="{6589135D-2F3D-45B2-9930-802E30C812E4}" sibTransId="{2CD41BDE-1B6B-426B-BA01-5A30ACF90DB2}"/>
    <dgm:cxn modelId="{0ED6C7B3-ACBC-41C6-8366-11C1756753B6}" type="presOf" srcId="{832176B2-EE9D-4AAF-9BB3-47DE08C1FD09}" destId="{39DE3F1C-79AC-4334-A9BA-0055B54CEEDE}" srcOrd="0" destOrd="0" presId="urn:microsoft.com/office/officeart/2005/8/layout/hierarchy1"/>
    <dgm:cxn modelId="{0ACEBBCD-8617-442E-B94D-7CBFE76E5393}" type="presOf" srcId="{7FB7EE58-515F-482A-BC35-6392E0A9F8C4}" destId="{8F9EC28E-DAA8-4381-9C40-B7E8E044D8C2}" srcOrd="0" destOrd="0" presId="urn:microsoft.com/office/officeart/2005/8/layout/hierarchy1"/>
    <dgm:cxn modelId="{C7ABA2F0-859A-49B4-B9F0-090D40D57A1A}" type="presOf" srcId="{D2F6A52A-9675-43F5-B0F8-A6DE2CF3FC30}" destId="{3C46736A-6D31-43B5-BBDD-7A43E857FA8B}" srcOrd="0" destOrd="0" presId="urn:microsoft.com/office/officeart/2005/8/layout/hierarchy1"/>
    <dgm:cxn modelId="{469718C6-B18D-46FE-8D56-2BF0E5A2F080}" type="presParOf" srcId="{3C46736A-6D31-43B5-BBDD-7A43E857FA8B}" destId="{0F023080-01FE-4D71-A735-D196D252374A}" srcOrd="0" destOrd="0" presId="urn:microsoft.com/office/officeart/2005/8/layout/hierarchy1"/>
    <dgm:cxn modelId="{4D883C68-CF20-419D-A1D3-439BA2F21F14}" type="presParOf" srcId="{0F023080-01FE-4D71-A735-D196D252374A}" destId="{4363FB16-8508-462D-8B32-3FE617DAD420}" srcOrd="0" destOrd="0" presId="urn:microsoft.com/office/officeart/2005/8/layout/hierarchy1"/>
    <dgm:cxn modelId="{3866751D-AAC1-42BB-B74A-32D0582CB90D}" type="presParOf" srcId="{4363FB16-8508-462D-8B32-3FE617DAD420}" destId="{E17ECF02-AF6F-4824-B3A2-4BE84B4DE0FD}" srcOrd="0" destOrd="0" presId="urn:microsoft.com/office/officeart/2005/8/layout/hierarchy1"/>
    <dgm:cxn modelId="{6D304019-94F0-44B4-B1A7-3E6FD3C2AAD1}" type="presParOf" srcId="{4363FB16-8508-462D-8B32-3FE617DAD420}" destId="{06941F1B-7503-494C-808F-CF854866915D}" srcOrd="1" destOrd="0" presId="urn:microsoft.com/office/officeart/2005/8/layout/hierarchy1"/>
    <dgm:cxn modelId="{E507F689-9F1C-4A7E-9AD7-43CD9CBB82DB}" type="presParOf" srcId="{0F023080-01FE-4D71-A735-D196D252374A}" destId="{4989D9B0-AE28-4D13-9A11-6C2EB0F0C922}" srcOrd="1" destOrd="0" presId="urn:microsoft.com/office/officeart/2005/8/layout/hierarchy1"/>
    <dgm:cxn modelId="{5E608974-7C1B-431D-8D14-A81394481EC4}" type="presParOf" srcId="{3C46736A-6D31-43B5-BBDD-7A43E857FA8B}" destId="{1A554DCE-0145-4E43-A7B5-CD15A5B28D68}" srcOrd="1" destOrd="0" presId="urn:microsoft.com/office/officeart/2005/8/layout/hierarchy1"/>
    <dgm:cxn modelId="{FA7EDDD1-A276-430E-A01F-F696E7B2FB09}" type="presParOf" srcId="{1A554DCE-0145-4E43-A7B5-CD15A5B28D68}" destId="{B13F53DD-E127-4B8D-BA70-7FED74CC3641}" srcOrd="0" destOrd="0" presId="urn:microsoft.com/office/officeart/2005/8/layout/hierarchy1"/>
    <dgm:cxn modelId="{A2DCB2F5-63F8-411C-9994-E9104265A1C9}" type="presParOf" srcId="{B13F53DD-E127-4B8D-BA70-7FED74CC3641}" destId="{F8F7AC66-1633-41D0-962F-312FD70D275C}" srcOrd="0" destOrd="0" presId="urn:microsoft.com/office/officeart/2005/8/layout/hierarchy1"/>
    <dgm:cxn modelId="{05185AD5-C8CC-4F8A-A29C-5AE64FBC5331}" type="presParOf" srcId="{B13F53DD-E127-4B8D-BA70-7FED74CC3641}" destId="{78BC3EE9-E663-41C2-925C-2DC5636F12F6}" srcOrd="1" destOrd="0" presId="urn:microsoft.com/office/officeart/2005/8/layout/hierarchy1"/>
    <dgm:cxn modelId="{A7BD4ED1-659A-473F-A27A-8303DE31D8EB}" type="presParOf" srcId="{1A554DCE-0145-4E43-A7B5-CD15A5B28D68}" destId="{07AB779B-694A-4753-AE5C-5DC4479971F0}" srcOrd="1" destOrd="0" presId="urn:microsoft.com/office/officeart/2005/8/layout/hierarchy1"/>
    <dgm:cxn modelId="{3CD2F58D-8434-4A83-A0BD-A50953F8F41A}" type="presParOf" srcId="{07AB779B-694A-4753-AE5C-5DC4479971F0}" destId="{39DE3F1C-79AC-4334-A9BA-0055B54CEEDE}" srcOrd="0" destOrd="0" presId="urn:microsoft.com/office/officeart/2005/8/layout/hierarchy1"/>
    <dgm:cxn modelId="{10BDCA91-C32E-4C6F-AF6B-5B90DFB32565}" type="presParOf" srcId="{07AB779B-694A-4753-AE5C-5DC4479971F0}" destId="{25E14223-A4A8-464D-8249-22B8AF725CBA}" srcOrd="1" destOrd="0" presId="urn:microsoft.com/office/officeart/2005/8/layout/hierarchy1"/>
    <dgm:cxn modelId="{369F7151-3A78-40CF-A3F8-112729D6C044}" type="presParOf" srcId="{25E14223-A4A8-464D-8249-22B8AF725CBA}" destId="{B2A77E01-173A-41CA-9812-66E37B539A06}" srcOrd="0" destOrd="0" presId="urn:microsoft.com/office/officeart/2005/8/layout/hierarchy1"/>
    <dgm:cxn modelId="{FC824E3A-73A2-42AB-8D26-5642EE0199B8}" type="presParOf" srcId="{B2A77E01-173A-41CA-9812-66E37B539A06}" destId="{92FBA62D-412D-4E41-9E2E-DEBF61545F0F}" srcOrd="0" destOrd="0" presId="urn:microsoft.com/office/officeart/2005/8/layout/hierarchy1"/>
    <dgm:cxn modelId="{79601F5F-98D4-4C1A-9E28-0D4C03FA7BF7}" type="presParOf" srcId="{B2A77E01-173A-41CA-9812-66E37B539A06}" destId="{8F9EC28E-DAA8-4381-9C40-B7E8E044D8C2}" srcOrd="1" destOrd="0" presId="urn:microsoft.com/office/officeart/2005/8/layout/hierarchy1"/>
    <dgm:cxn modelId="{75FA242A-398B-4F8C-82CE-EDE8ADF7F030}" type="presParOf" srcId="{25E14223-A4A8-464D-8249-22B8AF725CBA}" destId="{C201FB41-01AE-42B2-858A-821DA829B98D}" srcOrd="1" destOrd="0" presId="urn:microsoft.com/office/officeart/2005/8/layout/hierarchy1"/>
    <dgm:cxn modelId="{4FF80D92-C73E-4A9A-A4ED-C0F33B0C7312}" type="presParOf" srcId="{07AB779B-694A-4753-AE5C-5DC4479971F0}" destId="{210628B2-AF23-4CE0-B447-B312AC7F0BA4}" srcOrd="2" destOrd="0" presId="urn:microsoft.com/office/officeart/2005/8/layout/hierarchy1"/>
    <dgm:cxn modelId="{6E8E2889-82FF-42F1-817A-AA23FFBA7874}" type="presParOf" srcId="{07AB779B-694A-4753-AE5C-5DC4479971F0}" destId="{C0955D5E-0F3C-4BDC-902B-9B649C8B4E36}" srcOrd="3" destOrd="0" presId="urn:microsoft.com/office/officeart/2005/8/layout/hierarchy1"/>
    <dgm:cxn modelId="{D77C8938-37F7-4E92-A76B-17175E7FD0D4}" type="presParOf" srcId="{C0955D5E-0F3C-4BDC-902B-9B649C8B4E36}" destId="{B62DA750-24F7-4C68-B2E8-BDBEC149ED78}" srcOrd="0" destOrd="0" presId="urn:microsoft.com/office/officeart/2005/8/layout/hierarchy1"/>
    <dgm:cxn modelId="{8BA158C3-DC1F-4281-9621-2DE7B6E85D0C}" type="presParOf" srcId="{B62DA750-24F7-4C68-B2E8-BDBEC149ED78}" destId="{60647D7D-2C34-4FFC-A0BB-E4C205BF4F67}" srcOrd="0" destOrd="0" presId="urn:microsoft.com/office/officeart/2005/8/layout/hierarchy1"/>
    <dgm:cxn modelId="{8ECF461E-8E8F-42AE-A3AA-B0A3D7A9D096}" type="presParOf" srcId="{B62DA750-24F7-4C68-B2E8-BDBEC149ED78}" destId="{E0BB873A-195C-4F6E-8858-002D02A1A3C3}" srcOrd="1" destOrd="0" presId="urn:microsoft.com/office/officeart/2005/8/layout/hierarchy1"/>
    <dgm:cxn modelId="{4458C1EE-F3B4-4AF5-861E-EB2C79B74EF7}" type="presParOf" srcId="{C0955D5E-0F3C-4BDC-902B-9B649C8B4E36}" destId="{CE4A41F3-5D81-4A81-A802-4B0FA398F56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7A49F8-5EBE-4572-AD84-AE7D57053F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61594E-E357-4CEF-984C-E437FF4368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Central Limit Theorem: the larger the sample size, the closer a distribution will approximate the normal distribution</a:t>
          </a:r>
        </a:p>
      </dgm:t>
    </dgm:pt>
    <dgm:pt modelId="{6D9E0E01-8D6E-48C5-B1C4-C0D2FA2E6575}" type="parTrans" cxnId="{0A058EC0-72C2-433C-8D8A-F5F82A7C2C18}">
      <dgm:prSet/>
      <dgm:spPr/>
      <dgm:t>
        <a:bodyPr/>
        <a:lstStyle/>
        <a:p>
          <a:endParaRPr lang="en-US"/>
        </a:p>
      </dgm:t>
    </dgm:pt>
    <dgm:pt modelId="{58EDD493-40F9-43E9-AE73-0770F9D643B9}" type="sibTrans" cxnId="{0A058EC0-72C2-433C-8D8A-F5F82A7C2C18}">
      <dgm:prSet/>
      <dgm:spPr/>
      <dgm:t>
        <a:bodyPr/>
        <a:lstStyle/>
        <a:p>
          <a:endParaRPr lang="en-US"/>
        </a:p>
      </dgm:t>
    </dgm:pt>
    <dgm:pt modelId="{D35B3FE2-94C7-4BAE-A2BE-1AB0FD6AAE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distribution of scores taken at random from any distribution will tend to form a normal curve</a:t>
          </a:r>
        </a:p>
      </dgm:t>
    </dgm:pt>
    <dgm:pt modelId="{51E429ED-1D62-4D29-858D-4E1F0DCD81E8}" type="parTrans" cxnId="{9193132E-B9F7-404F-B53B-7BC12FD80715}">
      <dgm:prSet/>
      <dgm:spPr/>
      <dgm:t>
        <a:bodyPr/>
        <a:lstStyle/>
        <a:p>
          <a:endParaRPr lang="en-US"/>
        </a:p>
      </dgm:t>
    </dgm:pt>
    <dgm:pt modelId="{208A632C-8447-4BBA-99FB-81A7ED02B60A}" type="sibTrans" cxnId="{9193132E-B9F7-404F-B53B-7BC12FD80715}">
      <dgm:prSet/>
      <dgm:spPr/>
      <dgm:t>
        <a:bodyPr/>
        <a:lstStyle/>
        <a:p>
          <a:endParaRPr lang="en-US"/>
        </a:p>
      </dgm:t>
    </dgm:pt>
    <dgm:pt modelId="{5C4D5F77-DA81-4811-ACE5-DA88C679EEBB}" type="pres">
      <dgm:prSet presAssocID="{0B7A49F8-5EBE-4572-AD84-AE7D57053F37}" presName="root" presStyleCnt="0">
        <dgm:presLayoutVars>
          <dgm:dir/>
          <dgm:resizeHandles val="exact"/>
        </dgm:presLayoutVars>
      </dgm:prSet>
      <dgm:spPr/>
    </dgm:pt>
    <dgm:pt modelId="{3C19DE00-59DA-4445-AEB7-3B41A3EC6A7A}" type="pres">
      <dgm:prSet presAssocID="{9B61594E-E357-4CEF-984C-E437FF43689F}" presName="compNode" presStyleCnt="0"/>
      <dgm:spPr/>
    </dgm:pt>
    <dgm:pt modelId="{4388DFED-02E1-4899-8C03-E6D3F556E307}" type="pres">
      <dgm:prSet presAssocID="{9B61594E-E357-4CEF-984C-E437FF43689F}" presName="bgRect" presStyleLbl="bgShp" presStyleIdx="0" presStyleCnt="2"/>
      <dgm:spPr/>
    </dgm:pt>
    <dgm:pt modelId="{BD8C4B20-A991-445F-ACFC-5C2C8AA4613B}" type="pres">
      <dgm:prSet presAssocID="{9B61594E-E357-4CEF-984C-E437FF43689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26440712-BD8E-4A83-BB20-CC10A8417005}" type="pres">
      <dgm:prSet presAssocID="{9B61594E-E357-4CEF-984C-E437FF43689F}" presName="spaceRect" presStyleCnt="0"/>
      <dgm:spPr/>
    </dgm:pt>
    <dgm:pt modelId="{A3872AE4-AD72-4C19-AD4F-2C5865581F74}" type="pres">
      <dgm:prSet presAssocID="{9B61594E-E357-4CEF-984C-E437FF43689F}" presName="parTx" presStyleLbl="revTx" presStyleIdx="0" presStyleCnt="2">
        <dgm:presLayoutVars>
          <dgm:chMax val="0"/>
          <dgm:chPref val="0"/>
        </dgm:presLayoutVars>
      </dgm:prSet>
      <dgm:spPr/>
    </dgm:pt>
    <dgm:pt modelId="{1AF605DC-9166-4272-BD47-83F8A141F4B5}" type="pres">
      <dgm:prSet presAssocID="{58EDD493-40F9-43E9-AE73-0770F9D643B9}" presName="sibTrans" presStyleCnt="0"/>
      <dgm:spPr/>
    </dgm:pt>
    <dgm:pt modelId="{7BEB11E5-7F6D-4072-AE29-55E4DDCB8152}" type="pres">
      <dgm:prSet presAssocID="{D35B3FE2-94C7-4BAE-A2BE-1AB0FD6AAEDA}" presName="compNode" presStyleCnt="0"/>
      <dgm:spPr/>
    </dgm:pt>
    <dgm:pt modelId="{E6E449E1-BB40-458D-8A2E-DFF3B572F83F}" type="pres">
      <dgm:prSet presAssocID="{D35B3FE2-94C7-4BAE-A2BE-1AB0FD6AAEDA}" presName="bgRect" presStyleLbl="bgShp" presStyleIdx="1" presStyleCnt="2"/>
      <dgm:spPr/>
    </dgm:pt>
    <dgm:pt modelId="{08DCCF08-D745-495F-B533-DD5BEA422E33}" type="pres">
      <dgm:prSet presAssocID="{D35B3FE2-94C7-4BAE-A2BE-1AB0FD6AAED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FEA6344B-85DD-4423-9023-14793C7A9CC1}" type="pres">
      <dgm:prSet presAssocID="{D35B3FE2-94C7-4BAE-A2BE-1AB0FD6AAEDA}" presName="spaceRect" presStyleCnt="0"/>
      <dgm:spPr/>
    </dgm:pt>
    <dgm:pt modelId="{3FCC7337-BAD5-4D07-B4AE-60BE9A6B8C28}" type="pres">
      <dgm:prSet presAssocID="{D35B3FE2-94C7-4BAE-A2BE-1AB0FD6AAED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193132E-B9F7-404F-B53B-7BC12FD80715}" srcId="{0B7A49F8-5EBE-4572-AD84-AE7D57053F37}" destId="{D35B3FE2-94C7-4BAE-A2BE-1AB0FD6AAEDA}" srcOrd="1" destOrd="0" parTransId="{51E429ED-1D62-4D29-858D-4E1F0DCD81E8}" sibTransId="{208A632C-8447-4BBA-99FB-81A7ED02B60A}"/>
    <dgm:cxn modelId="{29467836-2B26-437A-AA0E-3F12F41FE201}" type="presOf" srcId="{9B61594E-E357-4CEF-984C-E437FF43689F}" destId="{A3872AE4-AD72-4C19-AD4F-2C5865581F74}" srcOrd="0" destOrd="0" presId="urn:microsoft.com/office/officeart/2018/2/layout/IconVerticalSolidList"/>
    <dgm:cxn modelId="{8A45C754-F467-44AA-873D-39D025036246}" type="presOf" srcId="{D35B3FE2-94C7-4BAE-A2BE-1AB0FD6AAEDA}" destId="{3FCC7337-BAD5-4D07-B4AE-60BE9A6B8C28}" srcOrd="0" destOrd="0" presId="urn:microsoft.com/office/officeart/2018/2/layout/IconVerticalSolidList"/>
    <dgm:cxn modelId="{57DF6698-EA79-418E-90B3-03C597E68D4C}" type="presOf" srcId="{0B7A49F8-5EBE-4572-AD84-AE7D57053F37}" destId="{5C4D5F77-DA81-4811-ACE5-DA88C679EEBB}" srcOrd="0" destOrd="0" presId="urn:microsoft.com/office/officeart/2018/2/layout/IconVerticalSolidList"/>
    <dgm:cxn modelId="{0A058EC0-72C2-433C-8D8A-F5F82A7C2C18}" srcId="{0B7A49F8-5EBE-4572-AD84-AE7D57053F37}" destId="{9B61594E-E357-4CEF-984C-E437FF43689F}" srcOrd="0" destOrd="0" parTransId="{6D9E0E01-8D6E-48C5-B1C4-C0D2FA2E6575}" sibTransId="{58EDD493-40F9-43E9-AE73-0770F9D643B9}"/>
    <dgm:cxn modelId="{23446245-CA66-4762-95F3-76C11DD663A7}" type="presParOf" srcId="{5C4D5F77-DA81-4811-ACE5-DA88C679EEBB}" destId="{3C19DE00-59DA-4445-AEB7-3B41A3EC6A7A}" srcOrd="0" destOrd="0" presId="urn:microsoft.com/office/officeart/2018/2/layout/IconVerticalSolidList"/>
    <dgm:cxn modelId="{624A2A8E-F3BB-495F-9F54-0CC17DE90382}" type="presParOf" srcId="{3C19DE00-59DA-4445-AEB7-3B41A3EC6A7A}" destId="{4388DFED-02E1-4899-8C03-E6D3F556E307}" srcOrd="0" destOrd="0" presId="urn:microsoft.com/office/officeart/2018/2/layout/IconVerticalSolidList"/>
    <dgm:cxn modelId="{2D782ED0-1888-4815-919C-C51F23943B61}" type="presParOf" srcId="{3C19DE00-59DA-4445-AEB7-3B41A3EC6A7A}" destId="{BD8C4B20-A991-445F-ACFC-5C2C8AA4613B}" srcOrd="1" destOrd="0" presId="urn:microsoft.com/office/officeart/2018/2/layout/IconVerticalSolidList"/>
    <dgm:cxn modelId="{6D1A6D53-9C2F-42CB-8CDF-20544A5D9945}" type="presParOf" srcId="{3C19DE00-59DA-4445-AEB7-3B41A3EC6A7A}" destId="{26440712-BD8E-4A83-BB20-CC10A8417005}" srcOrd="2" destOrd="0" presId="urn:microsoft.com/office/officeart/2018/2/layout/IconVerticalSolidList"/>
    <dgm:cxn modelId="{BE424D14-4BAF-4DC7-95AA-C74CCEA65119}" type="presParOf" srcId="{3C19DE00-59DA-4445-AEB7-3B41A3EC6A7A}" destId="{A3872AE4-AD72-4C19-AD4F-2C5865581F74}" srcOrd="3" destOrd="0" presId="urn:microsoft.com/office/officeart/2018/2/layout/IconVerticalSolidList"/>
    <dgm:cxn modelId="{D2B0CF61-1889-4F35-A666-F3A02567A752}" type="presParOf" srcId="{5C4D5F77-DA81-4811-ACE5-DA88C679EEBB}" destId="{1AF605DC-9166-4272-BD47-83F8A141F4B5}" srcOrd="1" destOrd="0" presId="urn:microsoft.com/office/officeart/2018/2/layout/IconVerticalSolidList"/>
    <dgm:cxn modelId="{0C49D730-D7F8-4CA1-A6C4-8406D423DF87}" type="presParOf" srcId="{5C4D5F77-DA81-4811-ACE5-DA88C679EEBB}" destId="{7BEB11E5-7F6D-4072-AE29-55E4DDCB8152}" srcOrd="2" destOrd="0" presId="urn:microsoft.com/office/officeart/2018/2/layout/IconVerticalSolidList"/>
    <dgm:cxn modelId="{D76B1F9A-DF06-46ED-95C9-D8041B145861}" type="presParOf" srcId="{7BEB11E5-7F6D-4072-AE29-55E4DDCB8152}" destId="{E6E449E1-BB40-458D-8A2E-DFF3B572F83F}" srcOrd="0" destOrd="0" presId="urn:microsoft.com/office/officeart/2018/2/layout/IconVerticalSolidList"/>
    <dgm:cxn modelId="{EA065188-61B4-48B6-B8D2-B31A3F006133}" type="presParOf" srcId="{7BEB11E5-7F6D-4072-AE29-55E4DDCB8152}" destId="{08DCCF08-D745-495F-B533-DD5BEA422E33}" srcOrd="1" destOrd="0" presId="urn:microsoft.com/office/officeart/2018/2/layout/IconVerticalSolidList"/>
    <dgm:cxn modelId="{4E291934-FC57-4702-9333-9BAEF49AF657}" type="presParOf" srcId="{7BEB11E5-7F6D-4072-AE29-55E4DDCB8152}" destId="{FEA6344B-85DD-4423-9023-14793C7A9CC1}" srcOrd="2" destOrd="0" presId="urn:microsoft.com/office/officeart/2018/2/layout/IconVerticalSolidList"/>
    <dgm:cxn modelId="{268E3EE3-4CD9-49F9-A308-C9C4307B84F3}" type="presParOf" srcId="{7BEB11E5-7F6D-4072-AE29-55E4DDCB8152}" destId="{3FCC7337-BAD5-4D07-B4AE-60BE9A6B8C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ED2330-8B7B-4FD7-A98D-34231195B10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AA0864-3EAF-42A8-819B-AFBDBCD947BE}">
      <dgm:prSet custT="1"/>
      <dgm:spPr/>
      <dgm:t>
        <a:bodyPr/>
        <a:lstStyle/>
        <a:p>
          <a:pPr>
            <a:defRPr b="1"/>
          </a:pPr>
          <a:r>
            <a:rPr lang="en-US" sz="3200"/>
            <a:t>Most frequent value</a:t>
          </a:r>
        </a:p>
      </dgm:t>
    </dgm:pt>
    <dgm:pt modelId="{F05D89CB-8F43-4AEF-94B5-6EF49023F891}" type="parTrans" cxnId="{AD1D4A2A-33D9-4C7F-976B-0B714FCC7594}">
      <dgm:prSet/>
      <dgm:spPr/>
      <dgm:t>
        <a:bodyPr/>
        <a:lstStyle/>
        <a:p>
          <a:endParaRPr lang="en-US" sz="2800"/>
        </a:p>
      </dgm:t>
    </dgm:pt>
    <dgm:pt modelId="{39ACE3BD-4D6D-4930-9F2F-51C216CE2F02}" type="sibTrans" cxnId="{AD1D4A2A-33D9-4C7F-976B-0B714FCC7594}">
      <dgm:prSet/>
      <dgm:spPr/>
      <dgm:t>
        <a:bodyPr/>
        <a:lstStyle/>
        <a:p>
          <a:endParaRPr lang="en-US" sz="2800"/>
        </a:p>
      </dgm:t>
    </dgm:pt>
    <dgm:pt modelId="{9F4F4FDF-D129-4594-BBF7-6915A34BAA08}">
      <dgm:prSet custT="1"/>
      <dgm:spPr/>
      <dgm:t>
        <a:bodyPr/>
        <a:lstStyle/>
        <a:p>
          <a:pPr>
            <a:defRPr b="1"/>
          </a:pPr>
          <a:r>
            <a:rPr lang="en-US" sz="3200"/>
            <a:t>Examples:</a:t>
          </a:r>
        </a:p>
      </dgm:t>
    </dgm:pt>
    <dgm:pt modelId="{E3F66F71-7D0F-4BF5-B1D4-23DAD3E3A9A2}" type="parTrans" cxnId="{BEFB1618-519F-43AB-9BB5-C7E4FD537672}">
      <dgm:prSet/>
      <dgm:spPr/>
      <dgm:t>
        <a:bodyPr/>
        <a:lstStyle/>
        <a:p>
          <a:endParaRPr lang="en-US" sz="2800"/>
        </a:p>
      </dgm:t>
    </dgm:pt>
    <dgm:pt modelId="{4EE0738A-3AE0-481D-B7BA-3CFD96049FEE}" type="sibTrans" cxnId="{BEFB1618-519F-43AB-9BB5-C7E4FD537672}">
      <dgm:prSet/>
      <dgm:spPr/>
      <dgm:t>
        <a:bodyPr/>
        <a:lstStyle/>
        <a:p>
          <a:endParaRPr lang="en-US" sz="2800"/>
        </a:p>
      </dgm:t>
    </dgm:pt>
    <dgm:pt modelId="{07660E07-37AA-4612-B0E5-DA68E4FDE63F}">
      <dgm:prSet custT="1"/>
      <dgm:spPr/>
      <dgm:t>
        <a:bodyPr/>
        <a:lstStyle/>
        <a:p>
          <a:r>
            <a:rPr lang="en-US" sz="2400"/>
            <a:t>Most common shoe size sold</a:t>
          </a:r>
        </a:p>
      </dgm:t>
    </dgm:pt>
    <dgm:pt modelId="{011C38E5-83FA-471E-BD6C-E012559F1BEA}" type="parTrans" cxnId="{1218FAD1-19B5-4438-BD3D-84423366ECD2}">
      <dgm:prSet/>
      <dgm:spPr/>
      <dgm:t>
        <a:bodyPr/>
        <a:lstStyle/>
        <a:p>
          <a:endParaRPr lang="en-US" sz="2800"/>
        </a:p>
      </dgm:t>
    </dgm:pt>
    <dgm:pt modelId="{8380F707-783F-4C79-91F1-9CD4D1790673}" type="sibTrans" cxnId="{1218FAD1-19B5-4438-BD3D-84423366ECD2}">
      <dgm:prSet/>
      <dgm:spPr/>
      <dgm:t>
        <a:bodyPr/>
        <a:lstStyle/>
        <a:p>
          <a:endParaRPr lang="en-US" sz="2800"/>
        </a:p>
      </dgm:t>
    </dgm:pt>
    <dgm:pt modelId="{F316E65B-BBE3-44E3-967D-2987C76A6D4F}">
      <dgm:prSet custT="1"/>
      <dgm:spPr/>
      <dgm:t>
        <a:bodyPr/>
        <a:lstStyle/>
        <a:p>
          <a:r>
            <a:rPr lang="en-US" sz="2400"/>
            <a:t>Most frequent product defect</a:t>
          </a:r>
        </a:p>
      </dgm:t>
    </dgm:pt>
    <dgm:pt modelId="{EC34DC85-6C62-40E0-BE40-91C96C8486E8}" type="parTrans" cxnId="{461C7577-31BC-4DFF-B181-7FBD7C26C682}">
      <dgm:prSet/>
      <dgm:spPr/>
      <dgm:t>
        <a:bodyPr/>
        <a:lstStyle/>
        <a:p>
          <a:endParaRPr lang="en-US" sz="2800"/>
        </a:p>
      </dgm:t>
    </dgm:pt>
    <dgm:pt modelId="{611D3FB0-A06C-41A9-A49E-BE8B942AAF3B}" type="sibTrans" cxnId="{461C7577-31BC-4DFF-B181-7FBD7C26C682}">
      <dgm:prSet/>
      <dgm:spPr/>
      <dgm:t>
        <a:bodyPr/>
        <a:lstStyle/>
        <a:p>
          <a:endParaRPr lang="en-US" sz="2800"/>
        </a:p>
      </dgm:t>
    </dgm:pt>
    <dgm:pt modelId="{360A5F0C-E1E9-4767-A1DE-0A98B052B0B9}">
      <dgm:prSet custT="1"/>
      <dgm:spPr/>
      <dgm:t>
        <a:bodyPr/>
        <a:lstStyle/>
        <a:p>
          <a:pPr>
            <a:defRPr b="1"/>
          </a:pPr>
          <a:r>
            <a:rPr lang="en-US" sz="3200"/>
            <a:t>Industry Use:</a:t>
          </a:r>
        </a:p>
      </dgm:t>
    </dgm:pt>
    <dgm:pt modelId="{6CCC8344-D737-4179-97C7-882387F20FFC}" type="parTrans" cxnId="{D97DE4E7-D99F-4394-8326-0A363293DB4A}">
      <dgm:prSet/>
      <dgm:spPr/>
      <dgm:t>
        <a:bodyPr/>
        <a:lstStyle/>
        <a:p>
          <a:endParaRPr lang="en-US" sz="2800"/>
        </a:p>
      </dgm:t>
    </dgm:pt>
    <dgm:pt modelId="{949C7E4A-A5DD-40A2-B249-6647878967AA}" type="sibTrans" cxnId="{D97DE4E7-D99F-4394-8326-0A363293DB4A}">
      <dgm:prSet/>
      <dgm:spPr/>
      <dgm:t>
        <a:bodyPr/>
        <a:lstStyle/>
        <a:p>
          <a:endParaRPr lang="en-US" sz="2800"/>
        </a:p>
      </dgm:t>
    </dgm:pt>
    <dgm:pt modelId="{03908CC9-913F-4787-B1D2-232593F0649E}">
      <dgm:prSet custT="1"/>
      <dgm:spPr/>
      <dgm:t>
        <a:bodyPr/>
        <a:lstStyle/>
        <a:p>
          <a:r>
            <a:rPr lang="en-US" sz="2400"/>
            <a:t>Retail inventory planning</a:t>
          </a:r>
        </a:p>
      </dgm:t>
    </dgm:pt>
    <dgm:pt modelId="{74B09D4A-78EF-4FEA-A6E7-19D62B33BD16}" type="parTrans" cxnId="{B40E0E0B-10C7-4CAB-A3CA-5A88CFB71459}">
      <dgm:prSet/>
      <dgm:spPr/>
      <dgm:t>
        <a:bodyPr/>
        <a:lstStyle/>
        <a:p>
          <a:endParaRPr lang="en-US" sz="2800"/>
        </a:p>
      </dgm:t>
    </dgm:pt>
    <dgm:pt modelId="{5951911B-4FCF-4849-AB03-B8549CA6C87A}" type="sibTrans" cxnId="{B40E0E0B-10C7-4CAB-A3CA-5A88CFB71459}">
      <dgm:prSet/>
      <dgm:spPr/>
      <dgm:t>
        <a:bodyPr/>
        <a:lstStyle/>
        <a:p>
          <a:endParaRPr lang="en-US" sz="2800"/>
        </a:p>
      </dgm:t>
    </dgm:pt>
    <dgm:pt modelId="{D4A5FA3F-FABA-462E-A45C-5842BC0330B8}">
      <dgm:prSet custT="1"/>
      <dgm:spPr/>
      <dgm:t>
        <a:bodyPr/>
        <a:lstStyle/>
        <a:p>
          <a:r>
            <a:rPr lang="en-US" sz="2400"/>
            <a:t>Marketing personalization</a:t>
          </a:r>
        </a:p>
      </dgm:t>
    </dgm:pt>
    <dgm:pt modelId="{2225FD27-064E-490E-8035-022C31547A57}" type="parTrans" cxnId="{E53F3B64-82C4-47B4-852C-BAAF714B55FF}">
      <dgm:prSet/>
      <dgm:spPr/>
      <dgm:t>
        <a:bodyPr/>
        <a:lstStyle/>
        <a:p>
          <a:endParaRPr lang="en-US" sz="2800"/>
        </a:p>
      </dgm:t>
    </dgm:pt>
    <dgm:pt modelId="{12644C4A-3315-45DC-B16A-899DC6E6700E}" type="sibTrans" cxnId="{E53F3B64-82C4-47B4-852C-BAAF714B55FF}">
      <dgm:prSet/>
      <dgm:spPr/>
      <dgm:t>
        <a:bodyPr/>
        <a:lstStyle/>
        <a:p>
          <a:endParaRPr lang="en-US" sz="2800"/>
        </a:p>
      </dgm:t>
    </dgm:pt>
    <dgm:pt modelId="{01725B62-B0D7-49E0-BE86-5BE6BD936E0D}" type="pres">
      <dgm:prSet presAssocID="{50ED2330-8B7B-4FD7-A98D-34231195B10A}" presName="root" presStyleCnt="0">
        <dgm:presLayoutVars>
          <dgm:dir/>
          <dgm:resizeHandles val="exact"/>
        </dgm:presLayoutVars>
      </dgm:prSet>
      <dgm:spPr/>
    </dgm:pt>
    <dgm:pt modelId="{96C121FB-1EE8-4231-8AF5-939B39B0F4BE}" type="pres">
      <dgm:prSet presAssocID="{93AA0864-3EAF-42A8-819B-AFBDBCD947BE}" presName="compNode" presStyleCnt="0"/>
      <dgm:spPr/>
    </dgm:pt>
    <dgm:pt modelId="{84D64401-DCC2-4ECA-946A-13E470BFA61E}" type="pres">
      <dgm:prSet presAssocID="{93AA0864-3EAF-42A8-819B-AFBDBCD947B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15BA4EE-159F-4248-99F1-FB2086E2A580}" type="pres">
      <dgm:prSet presAssocID="{93AA0864-3EAF-42A8-819B-AFBDBCD947BE}" presName="iconSpace" presStyleCnt="0"/>
      <dgm:spPr/>
    </dgm:pt>
    <dgm:pt modelId="{2F9A40C9-E21A-475E-A01E-E25F1AF9986A}" type="pres">
      <dgm:prSet presAssocID="{93AA0864-3EAF-42A8-819B-AFBDBCD947BE}" presName="parTx" presStyleLbl="revTx" presStyleIdx="0" presStyleCnt="6">
        <dgm:presLayoutVars>
          <dgm:chMax val="0"/>
          <dgm:chPref val="0"/>
        </dgm:presLayoutVars>
      </dgm:prSet>
      <dgm:spPr/>
    </dgm:pt>
    <dgm:pt modelId="{5DDF0EBA-1AB9-4EA1-9A2D-AB9A77F2F678}" type="pres">
      <dgm:prSet presAssocID="{93AA0864-3EAF-42A8-819B-AFBDBCD947BE}" presName="txSpace" presStyleCnt="0"/>
      <dgm:spPr/>
    </dgm:pt>
    <dgm:pt modelId="{369C749A-6F44-47DC-9893-E7F0A457FA39}" type="pres">
      <dgm:prSet presAssocID="{93AA0864-3EAF-42A8-819B-AFBDBCD947BE}" presName="desTx" presStyleLbl="revTx" presStyleIdx="1" presStyleCnt="6">
        <dgm:presLayoutVars/>
      </dgm:prSet>
      <dgm:spPr/>
    </dgm:pt>
    <dgm:pt modelId="{5C867B85-7984-41DB-84F0-E2190D425DCB}" type="pres">
      <dgm:prSet presAssocID="{39ACE3BD-4D6D-4930-9F2F-51C216CE2F02}" presName="sibTrans" presStyleCnt="0"/>
      <dgm:spPr/>
    </dgm:pt>
    <dgm:pt modelId="{96CFC54B-5650-4AC2-AD6E-FA7EA6BFB45E}" type="pres">
      <dgm:prSet presAssocID="{9F4F4FDF-D129-4594-BBF7-6915A34BAA08}" presName="compNode" presStyleCnt="0"/>
      <dgm:spPr/>
    </dgm:pt>
    <dgm:pt modelId="{078B4C33-A20B-49EE-A52C-BC3EC2C506F8}" type="pres">
      <dgm:prSet presAssocID="{9F4F4FDF-D129-4594-BBF7-6915A34BAA0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e"/>
        </a:ext>
      </dgm:extLst>
    </dgm:pt>
    <dgm:pt modelId="{8F00BA93-8606-45D1-A7CB-92BD0919C681}" type="pres">
      <dgm:prSet presAssocID="{9F4F4FDF-D129-4594-BBF7-6915A34BAA08}" presName="iconSpace" presStyleCnt="0"/>
      <dgm:spPr/>
    </dgm:pt>
    <dgm:pt modelId="{2C319A63-8AAA-41C2-9DAE-A7E038031152}" type="pres">
      <dgm:prSet presAssocID="{9F4F4FDF-D129-4594-BBF7-6915A34BAA08}" presName="parTx" presStyleLbl="revTx" presStyleIdx="2" presStyleCnt="6">
        <dgm:presLayoutVars>
          <dgm:chMax val="0"/>
          <dgm:chPref val="0"/>
        </dgm:presLayoutVars>
      </dgm:prSet>
      <dgm:spPr/>
    </dgm:pt>
    <dgm:pt modelId="{28C91CD6-D6BB-4801-A56A-0A33719282AD}" type="pres">
      <dgm:prSet presAssocID="{9F4F4FDF-D129-4594-BBF7-6915A34BAA08}" presName="txSpace" presStyleCnt="0"/>
      <dgm:spPr/>
    </dgm:pt>
    <dgm:pt modelId="{F56F8ED9-EA85-4E03-AEDA-9850AC8E9B02}" type="pres">
      <dgm:prSet presAssocID="{9F4F4FDF-D129-4594-BBF7-6915A34BAA08}" presName="desTx" presStyleLbl="revTx" presStyleIdx="3" presStyleCnt="6">
        <dgm:presLayoutVars/>
      </dgm:prSet>
      <dgm:spPr/>
    </dgm:pt>
    <dgm:pt modelId="{9A5F5321-44BA-4682-973A-BBCD37D915AA}" type="pres">
      <dgm:prSet presAssocID="{4EE0738A-3AE0-481D-B7BA-3CFD96049FEE}" presName="sibTrans" presStyleCnt="0"/>
      <dgm:spPr/>
    </dgm:pt>
    <dgm:pt modelId="{E32BDD31-8C38-4199-85EE-EFB4ADADC0AD}" type="pres">
      <dgm:prSet presAssocID="{360A5F0C-E1E9-4767-A1DE-0A98B052B0B9}" presName="compNode" presStyleCnt="0"/>
      <dgm:spPr/>
    </dgm:pt>
    <dgm:pt modelId="{33E44850-E956-4B68-870B-EB9AEA510B3C}" type="pres">
      <dgm:prSet presAssocID="{360A5F0C-E1E9-4767-A1DE-0A98B052B0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160750AB-0A0C-4F92-97EB-1793C1A2FF94}" type="pres">
      <dgm:prSet presAssocID="{360A5F0C-E1E9-4767-A1DE-0A98B052B0B9}" presName="iconSpace" presStyleCnt="0"/>
      <dgm:spPr/>
    </dgm:pt>
    <dgm:pt modelId="{BB5AC111-A983-44F6-A6A1-09B226ABA9C1}" type="pres">
      <dgm:prSet presAssocID="{360A5F0C-E1E9-4767-A1DE-0A98B052B0B9}" presName="parTx" presStyleLbl="revTx" presStyleIdx="4" presStyleCnt="6">
        <dgm:presLayoutVars>
          <dgm:chMax val="0"/>
          <dgm:chPref val="0"/>
        </dgm:presLayoutVars>
      </dgm:prSet>
      <dgm:spPr/>
    </dgm:pt>
    <dgm:pt modelId="{ABCEB086-D740-43F3-A93C-1B672004E361}" type="pres">
      <dgm:prSet presAssocID="{360A5F0C-E1E9-4767-A1DE-0A98B052B0B9}" presName="txSpace" presStyleCnt="0"/>
      <dgm:spPr/>
    </dgm:pt>
    <dgm:pt modelId="{526327FA-077D-4AB4-B236-91DC9AF2112B}" type="pres">
      <dgm:prSet presAssocID="{360A5F0C-E1E9-4767-A1DE-0A98B052B0B9}" presName="desTx" presStyleLbl="revTx" presStyleIdx="5" presStyleCnt="6">
        <dgm:presLayoutVars/>
      </dgm:prSet>
      <dgm:spPr/>
    </dgm:pt>
  </dgm:ptLst>
  <dgm:cxnLst>
    <dgm:cxn modelId="{B40E0E0B-10C7-4CAB-A3CA-5A88CFB71459}" srcId="{360A5F0C-E1E9-4767-A1DE-0A98B052B0B9}" destId="{03908CC9-913F-4787-B1D2-232593F0649E}" srcOrd="0" destOrd="0" parTransId="{74B09D4A-78EF-4FEA-A6E7-19D62B33BD16}" sibTransId="{5951911B-4FCF-4849-AB03-B8549CA6C87A}"/>
    <dgm:cxn modelId="{BEFB1618-519F-43AB-9BB5-C7E4FD537672}" srcId="{50ED2330-8B7B-4FD7-A98D-34231195B10A}" destId="{9F4F4FDF-D129-4594-BBF7-6915A34BAA08}" srcOrd="1" destOrd="0" parTransId="{E3F66F71-7D0F-4BF5-B1D4-23DAD3E3A9A2}" sibTransId="{4EE0738A-3AE0-481D-B7BA-3CFD96049FEE}"/>
    <dgm:cxn modelId="{AD1D4A2A-33D9-4C7F-976B-0B714FCC7594}" srcId="{50ED2330-8B7B-4FD7-A98D-34231195B10A}" destId="{93AA0864-3EAF-42A8-819B-AFBDBCD947BE}" srcOrd="0" destOrd="0" parTransId="{F05D89CB-8F43-4AEF-94B5-6EF49023F891}" sibTransId="{39ACE3BD-4D6D-4930-9F2F-51C216CE2F02}"/>
    <dgm:cxn modelId="{847D7639-AD33-4C7C-A822-6613FD00436D}" type="presOf" srcId="{9F4F4FDF-D129-4594-BBF7-6915A34BAA08}" destId="{2C319A63-8AAA-41C2-9DAE-A7E038031152}" srcOrd="0" destOrd="0" presId="urn:microsoft.com/office/officeart/2018/5/layout/CenteredIconLabelDescriptionList"/>
    <dgm:cxn modelId="{737D0A5C-CD7F-4248-9936-89704A8D0938}" type="presOf" srcId="{93AA0864-3EAF-42A8-819B-AFBDBCD947BE}" destId="{2F9A40C9-E21A-475E-A01E-E25F1AF9986A}" srcOrd="0" destOrd="0" presId="urn:microsoft.com/office/officeart/2018/5/layout/CenteredIconLabelDescriptionList"/>
    <dgm:cxn modelId="{A1E6B742-7CC7-43E6-BD16-403002F68315}" type="presOf" srcId="{360A5F0C-E1E9-4767-A1DE-0A98B052B0B9}" destId="{BB5AC111-A983-44F6-A6A1-09B226ABA9C1}" srcOrd="0" destOrd="0" presId="urn:microsoft.com/office/officeart/2018/5/layout/CenteredIconLabelDescriptionList"/>
    <dgm:cxn modelId="{E53F3B64-82C4-47B4-852C-BAAF714B55FF}" srcId="{360A5F0C-E1E9-4767-A1DE-0A98B052B0B9}" destId="{D4A5FA3F-FABA-462E-A45C-5842BC0330B8}" srcOrd="1" destOrd="0" parTransId="{2225FD27-064E-490E-8035-022C31547A57}" sibTransId="{12644C4A-3315-45DC-B16A-899DC6E6700E}"/>
    <dgm:cxn modelId="{461C7577-31BC-4DFF-B181-7FBD7C26C682}" srcId="{9F4F4FDF-D129-4594-BBF7-6915A34BAA08}" destId="{F316E65B-BBE3-44E3-967D-2987C76A6D4F}" srcOrd="1" destOrd="0" parTransId="{EC34DC85-6C62-40E0-BE40-91C96C8486E8}" sibTransId="{611D3FB0-A06C-41A9-A49E-BE8B942AAF3B}"/>
    <dgm:cxn modelId="{D4EBFF84-A0FE-47C4-9BFA-B58651EA9185}" type="presOf" srcId="{03908CC9-913F-4787-B1D2-232593F0649E}" destId="{526327FA-077D-4AB4-B236-91DC9AF2112B}" srcOrd="0" destOrd="0" presId="urn:microsoft.com/office/officeart/2018/5/layout/CenteredIconLabelDescriptionList"/>
    <dgm:cxn modelId="{994C128F-09FC-4D15-9F24-F2226AC80338}" type="presOf" srcId="{F316E65B-BBE3-44E3-967D-2987C76A6D4F}" destId="{F56F8ED9-EA85-4E03-AEDA-9850AC8E9B02}" srcOrd="0" destOrd="1" presId="urn:microsoft.com/office/officeart/2018/5/layout/CenteredIconLabelDescriptionList"/>
    <dgm:cxn modelId="{6856F293-6668-4E9B-9C62-BD18D5C302BA}" type="presOf" srcId="{50ED2330-8B7B-4FD7-A98D-34231195B10A}" destId="{01725B62-B0D7-49E0-BE86-5BE6BD936E0D}" srcOrd="0" destOrd="0" presId="urn:microsoft.com/office/officeart/2018/5/layout/CenteredIconLabelDescriptionList"/>
    <dgm:cxn modelId="{24A453C4-96A7-411A-BE50-470B2D53D39C}" type="presOf" srcId="{D4A5FA3F-FABA-462E-A45C-5842BC0330B8}" destId="{526327FA-077D-4AB4-B236-91DC9AF2112B}" srcOrd="0" destOrd="1" presId="urn:microsoft.com/office/officeart/2018/5/layout/CenteredIconLabelDescriptionList"/>
    <dgm:cxn modelId="{1218FAD1-19B5-4438-BD3D-84423366ECD2}" srcId="{9F4F4FDF-D129-4594-BBF7-6915A34BAA08}" destId="{07660E07-37AA-4612-B0E5-DA68E4FDE63F}" srcOrd="0" destOrd="0" parTransId="{011C38E5-83FA-471E-BD6C-E012559F1BEA}" sibTransId="{8380F707-783F-4C79-91F1-9CD4D1790673}"/>
    <dgm:cxn modelId="{F0EF94D6-C22B-40DB-9058-D37D397E535A}" type="presOf" srcId="{07660E07-37AA-4612-B0E5-DA68E4FDE63F}" destId="{F56F8ED9-EA85-4E03-AEDA-9850AC8E9B02}" srcOrd="0" destOrd="0" presId="urn:microsoft.com/office/officeart/2018/5/layout/CenteredIconLabelDescriptionList"/>
    <dgm:cxn modelId="{D97DE4E7-D99F-4394-8326-0A363293DB4A}" srcId="{50ED2330-8B7B-4FD7-A98D-34231195B10A}" destId="{360A5F0C-E1E9-4767-A1DE-0A98B052B0B9}" srcOrd="2" destOrd="0" parTransId="{6CCC8344-D737-4179-97C7-882387F20FFC}" sibTransId="{949C7E4A-A5DD-40A2-B249-6647878967AA}"/>
    <dgm:cxn modelId="{87F833E8-8BCB-493A-90B8-F9B3CC7EFC01}" type="presParOf" srcId="{01725B62-B0D7-49E0-BE86-5BE6BD936E0D}" destId="{96C121FB-1EE8-4231-8AF5-939B39B0F4BE}" srcOrd="0" destOrd="0" presId="urn:microsoft.com/office/officeart/2018/5/layout/CenteredIconLabelDescriptionList"/>
    <dgm:cxn modelId="{4E6D970B-50C7-4E0D-8641-1E6473E18D3B}" type="presParOf" srcId="{96C121FB-1EE8-4231-8AF5-939B39B0F4BE}" destId="{84D64401-DCC2-4ECA-946A-13E470BFA61E}" srcOrd="0" destOrd="0" presId="urn:microsoft.com/office/officeart/2018/5/layout/CenteredIconLabelDescriptionList"/>
    <dgm:cxn modelId="{08738C9D-E806-44F7-B3B8-F540C9ED6FA7}" type="presParOf" srcId="{96C121FB-1EE8-4231-8AF5-939B39B0F4BE}" destId="{815BA4EE-159F-4248-99F1-FB2086E2A580}" srcOrd="1" destOrd="0" presId="urn:microsoft.com/office/officeart/2018/5/layout/CenteredIconLabelDescriptionList"/>
    <dgm:cxn modelId="{F21FAA85-3AEF-4F98-AB8F-A070191B896F}" type="presParOf" srcId="{96C121FB-1EE8-4231-8AF5-939B39B0F4BE}" destId="{2F9A40C9-E21A-475E-A01E-E25F1AF9986A}" srcOrd="2" destOrd="0" presId="urn:microsoft.com/office/officeart/2018/5/layout/CenteredIconLabelDescriptionList"/>
    <dgm:cxn modelId="{919C783C-7742-413C-882A-91B7896B8CDD}" type="presParOf" srcId="{96C121FB-1EE8-4231-8AF5-939B39B0F4BE}" destId="{5DDF0EBA-1AB9-4EA1-9A2D-AB9A77F2F678}" srcOrd="3" destOrd="0" presId="urn:microsoft.com/office/officeart/2018/5/layout/CenteredIconLabelDescriptionList"/>
    <dgm:cxn modelId="{42EEA111-EBF2-41FE-B6EA-0BE3F9FBAC61}" type="presParOf" srcId="{96C121FB-1EE8-4231-8AF5-939B39B0F4BE}" destId="{369C749A-6F44-47DC-9893-E7F0A457FA39}" srcOrd="4" destOrd="0" presId="urn:microsoft.com/office/officeart/2018/5/layout/CenteredIconLabelDescriptionList"/>
    <dgm:cxn modelId="{C1939929-3852-4B3C-9630-5BC06A7D3FB1}" type="presParOf" srcId="{01725B62-B0D7-49E0-BE86-5BE6BD936E0D}" destId="{5C867B85-7984-41DB-84F0-E2190D425DCB}" srcOrd="1" destOrd="0" presId="urn:microsoft.com/office/officeart/2018/5/layout/CenteredIconLabelDescriptionList"/>
    <dgm:cxn modelId="{01874D54-631E-4927-8DFD-D5D4F32D3608}" type="presParOf" srcId="{01725B62-B0D7-49E0-BE86-5BE6BD936E0D}" destId="{96CFC54B-5650-4AC2-AD6E-FA7EA6BFB45E}" srcOrd="2" destOrd="0" presId="urn:microsoft.com/office/officeart/2018/5/layout/CenteredIconLabelDescriptionList"/>
    <dgm:cxn modelId="{0D1403CB-5B7C-445D-BAA0-D44754EC554C}" type="presParOf" srcId="{96CFC54B-5650-4AC2-AD6E-FA7EA6BFB45E}" destId="{078B4C33-A20B-49EE-A52C-BC3EC2C506F8}" srcOrd="0" destOrd="0" presId="urn:microsoft.com/office/officeart/2018/5/layout/CenteredIconLabelDescriptionList"/>
    <dgm:cxn modelId="{0DBB553B-0921-4001-8092-1A044C278A25}" type="presParOf" srcId="{96CFC54B-5650-4AC2-AD6E-FA7EA6BFB45E}" destId="{8F00BA93-8606-45D1-A7CB-92BD0919C681}" srcOrd="1" destOrd="0" presId="urn:microsoft.com/office/officeart/2018/5/layout/CenteredIconLabelDescriptionList"/>
    <dgm:cxn modelId="{D9137853-DB65-4B4B-B7F0-0D7D3F715C1D}" type="presParOf" srcId="{96CFC54B-5650-4AC2-AD6E-FA7EA6BFB45E}" destId="{2C319A63-8AAA-41C2-9DAE-A7E038031152}" srcOrd="2" destOrd="0" presId="urn:microsoft.com/office/officeart/2018/5/layout/CenteredIconLabelDescriptionList"/>
    <dgm:cxn modelId="{06E18924-0ECC-4DF5-93E4-43675CAF7430}" type="presParOf" srcId="{96CFC54B-5650-4AC2-AD6E-FA7EA6BFB45E}" destId="{28C91CD6-D6BB-4801-A56A-0A33719282AD}" srcOrd="3" destOrd="0" presId="urn:microsoft.com/office/officeart/2018/5/layout/CenteredIconLabelDescriptionList"/>
    <dgm:cxn modelId="{9DB2659D-F81F-408E-A567-0AEE0236D3B6}" type="presParOf" srcId="{96CFC54B-5650-4AC2-AD6E-FA7EA6BFB45E}" destId="{F56F8ED9-EA85-4E03-AEDA-9850AC8E9B02}" srcOrd="4" destOrd="0" presId="urn:microsoft.com/office/officeart/2018/5/layout/CenteredIconLabelDescriptionList"/>
    <dgm:cxn modelId="{A0FC89C1-E992-4E25-9076-131D7418C003}" type="presParOf" srcId="{01725B62-B0D7-49E0-BE86-5BE6BD936E0D}" destId="{9A5F5321-44BA-4682-973A-BBCD37D915AA}" srcOrd="3" destOrd="0" presId="urn:microsoft.com/office/officeart/2018/5/layout/CenteredIconLabelDescriptionList"/>
    <dgm:cxn modelId="{0BFA0FCE-1DD0-4DE0-B668-B2C3954B5A62}" type="presParOf" srcId="{01725B62-B0D7-49E0-BE86-5BE6BD936E0D}" destId="{E32BDD31-8C38-4199-85EE-EFB4ADADC0AD}" srcOrd="4" destOrd="0" presId="urn:microsoft.com/office/officeart/2018/5/layout/CenteredIconLabelDescriptionList"/>
    <dgm:cxn modelId="{8A0F1887-2876-493E-A081-29DECF9ADC6C}" type="presParOf" srcId="{E32BDD31-8C38-4199-85EE-EFB4ADADC0AD}" destId="{33E44850-E956-4B68-870B-EB9AEA510B3C}" srcOrd="0" destOrd="0" presId="urn:microsoft.com/office/officeart/2018/5/layout/CenteredIconLabelDescriptionList"/>
    <dgm:cxn modelId="{05D03D33-A29A-489F-8504-B6AAB6921D2F}" type="presParOf" srcId="{E32BDD31-8C38-4199-85EE-EFB4ADADC0AD}" destId="{160750AB-0A0C-4F92-97EB-1793C1A2FF94}" srcOrd="1" destOrd="0" presId="urn:microsoft.com/office/officeart/2018/5/layout/CenteredIconLabelDescriptionList"/>
    <dgm:cxn modelId="{BBE5BF97-656D-485D-8952-46F19808A3A7}" type="presParOf" srcId="{E32BDD31-8C38-4199-85EE-EFB4ADADC0AD}" destId="{BB5AC111-A983-44F6-A6A1-09B226ABA9C1}" srcOrd="2" destOrd="0" presId="urn:microsoft.com/office/officeart/2018/5/layout/CenteredIconLabelDescriptionList"/>
    <dgm:cxn modelId="{7BBD814C-82E5-409B-9645-CB10F1B150A9}" type="presParOf" srcId="{E32BDD31-8C38-4199-85EE-EFB4ADADC0AD}" destId="{ABCEB086-D740-43F3-A93C-1B672004E361}" srcOrd="3" destOrd="0" presId="urn:microsoft.com/office/officeart/2018/5/layout/CenteredIconLabelDescriptionList"/>
    <dgm:cxn modelId="{DA8B52B2-0F20-4594-A978-04DE946AE52A}" type="presParOf" srcId="{E32BDD31-8C38-4199-85EE-EFB4ADADC0AD}" destId="{526327FA-077D-4AB4-B236-91DC9AF2112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B60DDA-7B37-4B51-98AD-674724811CC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4C31936-DB0E-4802-AAA7-C3214E7B9C5B}">
      <dgm:prSet/>
      <dgm:spPr/>
      <dgm:t>
        <a:bodyPr/>
        <a:lstStyle/>
        <a:p>
          <a:pPr>
            <a:defRPr b="1"/>
          </a:pPr>
          <a:r>
            <a:rPr lang="en-US" dirty="0"/>
            <a:t>Quantitative data:</a:t>
          </a:r>
        </a:p>
      </dgm:t>
    </dgm:pt>
    <dgm:pt modelId="{4ECB1347-A420-4596-91D5-48AF1AAF61B5}" type="parTrans" cxnId="{36C6F937-4022-484A-971F-88C43B30794D}">
      <dgm:prSet/>
      <dgm:spPr/>
      <dgm:t>
        <a:bodyPr/>
        <a:lstStyle/>
        <a:p>
          <a:endParaRPr lang="en-US"/>
        </a:p>
      </dgm:t>
    </dgm:pt>
    <dgm:pt modelId="{00AFD16C-3CA1-4A5B-AEFE-68CA49F5C994}" type="sibTrans" cxnId="{36C6F937-4022-484A-971F-88C43B30794D}">
      <dgm:prSet/>
      <dgm:spPr/>
      <dgm:t>
        <a:bodyPr/>
        <a:lstStyle/>
        <a:p>
          <a:endParaRPr lang="en-US"/>
        </a:p>
      </dgm:t>
    </dgm:pt>
    <dgm:pt modelId="{6B2E9B48-BDC0-45A4-BDC5-4A3387BC3EA5}">
      <dgm:prSet custT="1"/>
      <dgm:spPr/>
      <dgm:t>
        <a:bodyPr/>
        <a:lstStyle/>
        <a:p>
          <a:r>
            <a:rPr lang="en-US" sz="2400"/>
            <a:t>Mode – the most frequently occurring observation</a:t>
          </a:r>
          <a:endParaRPr lang="en-US" sz="2400" dirty="0"/>
        </a:p>
      </dgm:t>
    </dgm:pt>
    <dgm:pt modelId="{097471C3-1D41-4E15-BE42-F4A58A934617}" type="parTrans" cxnId="{6B110388-C72D-491C-97AE-282A2E7B39D1}">
      <dgm:prSet/>
      <dgm:spPr/>
      <dgm:t>
        <a:bodyPr/>
        <a:lstStyle/>
        <a:p>
          <a:endParaRPr lang="en-US"/>
        </a:p>
      </dgm:t>
    </dgm:pt>
    <dgm:pt modelId="{0FE0A761-CEF6-4266-8FAF-BFF915CF030E}" type="sibTrans" cxnId="{6B110388-C72D-491C-97AE-282A2E7B39D1}">
      <dgm:prSet/>
      <dgm:spPr/>
      <dgm:t>
        <a:bodyPr/>
        <a:lstStyle/>
        <a:p>
          <a:endParaRPr lang="en-US"/>
        </a:p>
      </dgm:t>
    </dgm:pt>
    <dgm:pt modelId="{7A6D27F2-D344-44A4-ADCD-227B48D3F2C6}">
      <dgm:prSet custT="1"/>
      <dgm:spPr/>
      <dgm:t>
        <a:bodyPr/>
        <a:lstStyle/>
        <a:p>
          <a:r>
            <a:rPr lang="en-US" sz="2400"/>
            <a:t>Median – the middle value in the data (50 ~50  ) </a:t>
          </a:r>
          <a:endParaRPr lang="en-US" sz="2400" dirty="0"/>
        </a:p>
      </dgm:t>
    </dgm:pt>
    <dgm:pt modelId="{D7B5B2BF-F2F8-4621-A361-1C9DA0ED904B}" type="parTrans" cxnId="{3B9BEAB6-2962-4FAD-B042-5507343D899E}">
      <dgm:prSet/>
      <dgm:spPr/>
      <dgm:t>
        <a:bodyPr/>
        <a:lstStyle/>
        <a:p>
          <a:endParaRPr lang="en-US"/>
        </a:p>
      </dgm:t>
    </dgm:pt>
    <dgm:pt modelId="{D82F6A0A-B13B-4DF9-9CA5-519BBA3F2DAD}" type="sibTrans" cxnId="{3B9BEAB6-2962-4FAD-B042-5507343D899E}">
      <dgm:prSet/>
      <dgm:spPr/>
      <dgm:t>
        <a:bodyPr/>
        <a:lstStyle/>
        <a:p>
          <a:endParaRPr lang="en-US"/>
        </a:p>
      </dgm:t>
    </dgm:pt>
    <dgm:pt modelId="{CD0CB401-27EA-4E2D-B8EB-183C08C8DAEA}">
      <dgm:prSet custT="1"/>
      <dgm:spPr/>
      <dgm:t>
        <a:bodyPr/>
        <a:lstStyle/>
        <a:p>
          <a:r>
            <a:rPr lang="en-US" sz="2400"/>
            <a:t>Mean – arithmetic average</a:t>
          </a:r>
          <a:endParaRPr lang="en-US" sz="2400" dirty="0"/>
        </a:p>
      </dgm:t>
    </dgm:pt>
    <dgm:pt modelId="{41F5BB23-D19B-497A-AAB7-96BB4A51B60B}" type="parTrans" cxnId="{D0A2DC92-C41A-48B3-84EB-7D59683E8A5A}">
      <dgm:prSet/>
      <dgm:spPr/>
      <dgm:t>
        <a:bodyPr/>
        <a:lstStyle/>
        <a:p>
          <a:endParaRPr lang="en-US"/>
        </a:p>
      </dgm:t>
    </dgm:pt>
    <dgm:pt modelId="{BFE7E641-C504-4EEB-A55B-74EF5CAD8019}" type="sibTrans" cxnId="{D0A2DC92-C41A-48B3-84EB-7D59683E8A5A}">
      <dgm:prSet/>
      <dgm:spPr/>
      <dgm:t>
        <a:bodyPr/>
        <a:lstStyle/>
        <a:p>
          <a:endParaRPr lang="en-US"/>
        </a:p>
      </dgm:t>
    </dgm:pt>
    <dgm:pt modelId="{E05084B6-0EA2-4F48-B8E2-73964DD8DB7F}">
      <dgm:prSet/>
      <dgm:spPr/>
      <dgm:t>
        <a:bodyPr/>
        <a:lstStyle/>
        <a:p>
          <a:pPr>
            <a:defRPr b="1"/>
          </a:pPr>
          <a:r>
            <a:rPr lang="en-US"/>
            <a:t>Qualitative data:</a:t>
          </a:r>
        </a:p>
      </dgm:t>
    </dgm:pt>
    <dgm:pt modelId="{3A7E9947-78F3-4AD4-B8E8-A7A2BB9E9891}" type="parTrans" cxnId="{8323080B-A641-4E89-B1DF-02AA3B8CB193}">
      <dgm:prSet/>
      <dgm:spPr/>
      <dgm:t>
        <a:bodyPr/>
        <a:lstStyle/>
        <a:p>
          <a:endParaRPr lang="en-US"/>
        </a:p>
      </dgm:t>
    </dgm:pt>
    <dgm:pt modelId="{6856BA37-BD0E-42D1-9DFA-2CFCD86CAF8C}" type="sibTrans" cxnId="{8323080B-A641-4E89-B1DF-02AA3B8CB193}">
      <dgm:prSet/>
      <dgm:spPr/>
      <dgm:t>
        <a:bodyPr/>
        <a:lstStyle/>
        <a:p>
          <a:endParaRPr lang="en-US"/>
        </a:p>
      </dgm:t>
    </dgm:pt>
    <dgm:pt modelId="{5AB57A5B-1C0B-452F-9691-DE6A7A0997EB}">
      <dgm:prSet/>
      <dgm:spPr/>
      <dgm:t>
        <a:bodyPr/>
        <a:lstStyle/>
        <a:p>
          <a:r>
            <a:rPr lang="en-US"/>
            <a:t>Mode – always appropriate</a:t>
          </a:r>
        </a:p>
      </dgm:t>
    </dgm:pt>
    <dgm:pt modelId="{2AB56973-F41D-4A08-AB1E-68C97C9177F3}" type="parTrans" cxnId="{60E4588A-1741-49F1-AC58-9A146994AE2F}">
      <dgm:prSet/>
      <dgm:spPr/>
      <dgm:t>
        <a:bodyPr/>
        <a:lstStyle/>
        <a:p>
          <a:endParaRPr lang="en-US"/>
        </a:p>
      </dgm:t>
    </dgm:pt>
    <dgm:pt modelId="{43315C43-BA30-488F-851D-50C586E8D13F}" type="sibTrans" cxnId="{60E4588A-1741-49F1-AC58-9A146994AE2F}">
      <dgm:prSet/>
      <dgm:spPr/>
      <dgm:t>
        <a:bodyPr/>
        <a:lstStyle/>
        <a:p>
          <a:endParaRPr lang="en-US"/>
        </a:p>
      </dgm:t>
    </dgm:pt>
    <dgm:pt modelId="{FACE6292-816B-4E4B-AB4E-3F359B8D1357}">
      <dgm:prSet/>
      <dgm:spPr/>
      <dgm:t>
        <a:bodyPr/>
        <a:lstStyle/>
        <a:p>
          <a:r>
            <a:rPr lang="en-US"/>
            <a:t>Mean – never appropriate</a:t>
          </a:r>
        </a:p>
      </dgm:t>
    </dgm:pt>
    <dgm:pt modelId="{DA91F261-009A-4B0E-B4C1-F29FF1162467}" type="parTrans" cxnId="{F2971453-4227-4FA0-A715-57D9BFEC7418}">
      <dgm:prSet/>
      <dgm:spPr/>
      <dgm:t>
        <a:bodyPr/>
        <a:lstStyle/>
        <a:p>
          <a:endParaRPr lang="en-US"/>
        </a:p>
      </dgm:t>
    </dgm:pt>
    <dgm:pt modelId="{4B330D44-04AC-49F5-8453-B139A2B68C0D}" type="sibTrans" cxnId="{F2971453-4227-4FA0-A715-57D9BFEC7418}">
      <dgm:prSet/>
      <dgm:spPr/>
      <dgm:t>
        <a:bodyPr/>
        <a:lstStyle/>
        <a:p>
          <a:endParaRPr lang="en-US"/>
        </a:p>
      </dgm:t>
    </dgm:pt>
    <dgm:pt modelId="{C5C6B7F0-8569-4C7B-879C-FFF5C28B85A6}" type="pres">
      <dgm:prSet presAssocID="{08B60DDA-7B37-4B51-98AD-674724811CC3}" presName="root" presStyleCnt="0">
        <dgm:presLayoutVars>
          <dgm:dir/>
          <dgm:resizeHandles val="exact"/>
        </dgm:presLayoutVars>
      </dgm:prSet>
      <dgm:spPr/>
    </dgm:pt>
    <dgm:pt modelId="{A15D90FA-B0C1-4D8C-B13E-6F13E7B9C07F}" type="pres">
      <dgm:prSet presAssocID="{F4C31936-DB0E-4802-AAA7-C3214E7B9C5B}" presName="compNode" presStyleCnt="0"/>
      <dgm:spPr/>
    </dgm:pt>
    <dgm:pt modelId="{CA31B1AF-6732-49CA-AD56-A16E88E44477}" type="pres">
      <dgm:prSet presAssocID="{F4C31936-DB0E-4802-AAA7-C3214E7B9C5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DD61D21-8EA9-4A9F-8768-CC16C3118939}" type="pres">
      <dgm:prSet presAssocID="{F4C31936-DB0E-4802-AAA7-C3214E7B9C5B}" presName="iconSpace" presStyleCnt="0"/>
      <dgm:spPr/>
    </dgm:pt>
    <dgm:pt modelId="{63CD2FCD-B3E3-4C61-A173-381F1FC2FC10}" type="pres">
      <dgm:prSet presAssocID="{F4C31936-DB0E-4802-AAA7-C3214E7B9C5B}" presName="parTx" presStyleLbl="revTx" presStyleIdx="0" presStyleCnt="4">
        <dgm:presLayoutVars>
          <dgm:chMax val="0"/>
          <dgm:chPref val="0"/>
        </dgm:presLayoutVars>
      </dgm:prSet>
      <dgm:spPr/>
    </dgm:pt>
    <dgm:pt modelId="{810F1046-91F9-4500-817B-61B9113DC9F1}" type="pres">
      <dgm:prSet presAssocID="{F4C31936-DB0E-4802-AAA7-C3214E7B9C5B}" presName="txSpace" presStyleCnt="0"/>
      <dgm:spPr/>
    </dgm:pt>
    <dgm:pt modelId="{B999FC95-505C-4EB4-96CB-5CC7FD3B57C0}" type="pres">
      <dgm:prSet presAssocID="{F4C31936-DB0E-4802-AAA7-C3214E7B9C5B}" presName="desTx" presStyleLbl="revTx" presStyleIdx="1" presStyleCnt="4">
        <dgm:presLayoutVars/>
      </dgm:prSet>
      <dgm:spPr/>
    </dgm:pt>
    <dgm:pt modelId="{8023EE9E-E8ED-494E-BD0F-4933CD869127}" type="pres">
      <dgm:prSet presAssocID="{00AFD16C-3CA1-4A5B-AEFE-68CA49F5C994}" presName="sibTrans" presStyleCnt="0"/>
      <dgm:spPr/>
    </dgm:pt>
    <dgm:pt modelId="{E410911A-DDED-47CC-991B-4D9C4B3CEB03}" type="pres">
      <dgm:prSet presAssocID="{E05084B6-0EA2-4F48-B8E2-73964DD8DB7F}" presName="compNode" presStyleCnt="0"/>
      <dgm:spPr/>
    </dgm:pt>
    <dgm:pt modelId="{46CB89B1-27DD-45C1-8DF5-0EE78D589696}" type="pres">
      <dgm:prSet presAssocID="{E05084B6-0EA2-4F48-B8E2-73964DD8DB7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CD671C16-2734-4C85-9E38-742FBEAC2E1F}" type="pres">
      <dgm:prSet presAssocID="{E05084B6-0EA2-4F48-B8E2-73964DD8DB7F}" presName="iconSpace" presStyleCnt="0"/>
      <dgm:spPr/>
    </dgm:pt>
    <dgm:pt modelId="{3D92764C-E50B-4FA1-8C87-2B317CDDE1CE}" type="pres">
      <dgm:prSet presAssocID="{E05084B6-0EA2-4F48-B8E2-73964DD8DB7F}" presName="parTx" presStyleLbl="revTx" presStyleIdx="2" presStyleCnt="4">
        <dgm:presLayoutVars>
          <dgm:chMax val="0"/>
          <dgm:chPref val="0"/>
        </dgm:presLayoutVars>
      </dgm:prSet>
      <dgm:spPr/>
    </dgm:pt>
    <dgm:pt modelId="{F3B7E590-B6B8-46EB-8219-5E0592170765}" type="pres">
      <dgm:prSet presAssocID="{E05084B6-0EA2-4F48-B8E2-73964DD8DB7F}" presName="txSpace" presStyleCnt="0"/>
      <dgm:spPr/>
    </dgm:pt>
    <dgm:pt modelId="{7DD27E0A-432B-4725-9CD8-81184E5A5011}" type="pres">
      <dgm:prSet presAssocID="{E05084B6-0EA2-4F48-B8E2-73964DD8DB7F}" presName="desTx" presStyleLbl="revTx" presStyleIdx="3" presStyleCnt="4">
        <dgm:presLayoutVars/>
      </dgm:prSet>
      <dgm:spPr/>
    </dgm:pt>
  </dgm:ptLst>
  <dgm:cxnLst>
    <dgm:cxn modelId="{8323080B-A641-4E89-B1DF-02AA3B8CB193}" srcId="{08B60DDA-7B37-4B51-98AD-674724811CC3}" destId="{E05084B6-0EA2-4F48-B8E2-73964DD8DB7F}" srcOrd="1" destOrd="0" parTransId="{3A7E9947-78F3-4AD4-B8E8-A7A2BB9E9891}" sibTransId="{6856BA37-BD0E-42D1-9DFA-2CFCD86CAF8C}"/>
    <dgm:cxn modelId="{901D030F-1FFA-4423-A847-7025A40D5BD8}" type="presOf" srcId="{FACE6292-816B-4E4B-AB4E-3F359B8D1357}" destId="{7DD27E0A-432B-4725-9CD8-81184E5A5011}" srcOrd="0" destOrd="1" presId="urn:microsoft.com/office/officeart/2018/5/layout/CenteredIconLabelDescriptionList"/>
    <dgm:cxn modelId="{36C6F937-4022-484A-971F-88C43B30794D}" srcId="{08B60DDA-7B37-4B51-98AD-674724811CC3}" destId="{F4C31936-DB0E-4802-AAA7-C3214E7B9C5B}" srcOrd="0" destOrd="0" parTransId="{4ECB1347-A420-4596-91D5-48AF1AAF61B5}" sibTransId="{00AFD16C-3CA1-4A5B-AEFE-68CA49F5C994}"/>
    <dgm:cxn modelId="{6B6BFE3B-A340-4802-B77D-202E36414EF3}" type="presOf" srcId="{6B2E9B48-BDC0-45A4-BDC5-4A3387BC3EA5}" destId="{B999FC95-505C-4EB4-96CB-5CC7FD3B57C0}" srcOrd="0" destOrd="0" presId="urn:microsoft.com/office/officeart/2018/5/layout/CenteredIconLabelDescriptionList"/>
    <dgm:cxn modelId="{5C98AF49-92AC-4096-802C-CFA86FB4431A}" type="presOf" srcId="{08B60DDA-7B37-4B51-98AD-674724811CC3}" destId="{C5C6B7F0-8569-4C7B-879C-FFF5C28B85A6}" srcOrd="0" destOrd="0" presId="urn:microsoft.com/office/officeart/2018/5/layout/CenteredIconLabelDescriptionList"/>
    <dgm:cxn modelId="{F2971453-4227-4FA0-A715-57D9BFEC7418}" srcId="{E05084B6-0EA2-4F48-B8E2-73964DD8DB7F}" destId="{FACE6292-816B-4E4B-AB4E-3F359B8D1357}" srcOrd="1" destOrd="0" parTransId="{DA91F261-009A-4B0E-B4C1-F29FF1162467}" sibTransId="{4B330D44-04AC-49F5-8453-B139A2B68C0D}"/>
    <dgm:cxn modelId="{6B110388-C72D-491C-97AE-282A2E7B39D1}" srcId="{F4C31936-DB0E-4802-AAA7-C3214E7B9C5B}" destId="{6B2E9B48-BDC0-45A4-BDC5-4A3387BC3EA5}" srcOrd="0" destOrd="0" parTransId="{097471C3-1D41-4E15-BE42-F4A58A934617}" sibTransId="{0FE0A761-CEF6-4266-8FAF-BFF915CF030E}"/>
    <dgm:cxn modelId="{60E4588A-1741-49F1-AC58-9A146994AE2F}" srcId="{E05084B6-0EA2-4F48-B8E2-73964DD8DB7F}" destId="{5AB57A5B-1C0B-452F-9691-DE6A7A0997EB}" srcOrd="0" destOrd="0" parTransId="{2AB56973-F41D-4A08-AB1E-68C97C9177F3}" sibTransId="{43315C43-BA30-488F-851D-50C586E8D13F}"/>
    <dgm:cxn modelId="{D0A2DC92-C41A-48B3-84EB-7D59683E8A5A}" srcId="{F4C31936-DB0E-4802-AAA7-C3214E7B9C5B}" destId="{CD0CB401-27EA-4E2D-B8EB-183C08C8DAEA}" srcOrd="2" destOrd="0" parTransId="{41F5BB23-D19B-497A-AAB7-96BB4A51B60B}" sibTransId="{BFE7E641-C504-4EEB-A55B-74EF5CAD8019}"/>
    <dgm:cxn modelId="{0A6945A2-C1A8-4998-B1BD-E671DD0E73DE}" type="presOf" srcId="{CD0CB401-27EA-4E2D-B8EB-183C08C8DAEA}" destId="{B999FC95-505C-4EB4-96CB-5CC7FD3B57C0}" srcOrd="0" destOrd="2" presId="urn:microsoft.com/office/officeart/2018/5/layout/CenteredIconLabelDescriptionList"/>
    <dgm:cxn modelId="{F2E6FEB0-2306-4DD7-A67D-2542501F9E0D}" type="presOf" srcId="{E05084B6-0EA2-4F48-B8E2-73964DD8DB7F}" destId="{3D92764C-E50B-4FA1-8C87-2B317CDDE1CE}" srcOrd="0" destOrd="0" presId="urn:microsoft.com/office/officeart/2018/5/layout/CenteredIconLabelDescriptionList"/>
    <dgm:cxn modelId="{3B9BEAB6-2962-4FAD-B042-5507343D899E}" srcId="{F4C31936-DB0E-4802-AAA7-C3214E7B9C5B}" destId="{7A6D27F2-D344-44A4-ADCD-227B48D3F2C6}" srcOrd="1" destOrd="0" parTransId="{D7B5B2BF-F2F8-4621-A361-1C9DA0ED904B}" sibTransId="{D82F6A0A-B13B-4DF9-9CA5-519BBA3F2DAD}"/>
    <dgm:cxn modelId="{6F0B3BD6-07A9-4DD6-B46E-0A06F708FBEE}" type="presOf" srcId="{5AB57A5B-1C0B-452F-9691-DE6A7A0997EB}" destId="{7DD27E0A-432B-4725-9CD8-81184E5A5011}" srcOrd="0" destOrd="0" presId="urn:microsoft.com/office/officeart/2018/5/layout/CenteredIconLabelDescriptionList"/>
    <dgm:cxn modelId="{5CC405E7-5BE1-4DF2-91F0-A5257897D9B6}" type="presOf" srcId="{F4C31936-DB0E-4802-AAA7-C3214E7B9C5B}" destId="{63CD2FCD-B3E3-4C61-A173-381F1FC2FC10}" srcOrd="0" destOrd="0" presId="urn:microsoft.com/office/officeart/2018/5/layout/CenteredIconLabelDescriptionList"/>
    <dgm:cxn modelId="{B861C1FD-21E4-4E71-B708-1EC60D59D25F}" type="presOf" srcId="{7A6D27F2-D344-44A4-ADCD-227B48D3F2C6}" destId="{B999FC95-505C-4EB4-96CB-5CC7FD3B57C0}" srcOrd="0" destOrd="1" presId="urn:microsoft.com/office/officeart/2018/5/layout/CenteredIconLabelDescriptionList"/>
    <dgm:cxn modelId="{42DE2E0D-1BFF-4CEC-AFBB-B7AA5A241C92}" type="presParOf" srcId="{C5C6B7F0-8569-4C7B-879C-FFF5C28B85A6}" destId="{A15D90FA-B0C1-4D8C-B13E-6F13E7B9C07F}" srcOrd="0" destOrd="0" presId="urn:microsoft.com/office/officeart/2018/5/layout/CenteredIconLabelDescriptionList"/>
    <dgm:cxn modelId="{6C08CE38-DBAA-4234-98BB-4C5711F0CD22}" type="presParOf" srcId="{A15D90FA-B0C1-4D8C-B13E-6F13E7B9C07F}" destId="{CA31B1AF-6732-49CA-AD56-A16E88E44477}" srcOrd="0" destOrd="0" presId="urn:microsoft.com/office/officeart/2018/5/layout/CenteredIconLabelDescriptionList"/>
    <dgm:cxn modelId="{2106278C-18D6-45D6-AD60-5969146F72CE}" type="presParOf" srcId="{A15D90FA-B0C1-4D8C-B13E-6F13E7B9C07F}" destId="{0DD61D21-8EA9-4A9F-8768-CC16C3118939}" srcOrd="1" destOrd="0" presId="urn:microsoft.com/office/officeart/2018/5/layout/CenteredIconLabelDescriptionList"/>
    <dgm:cxn modelId="{CE0A6B65-FA18-49CD-BCE2-E75564B2DA75}" type="presParOf" srcId="{A15D90FA-B0C1-4D8C-B13E-6F13E7B9C07F}" destId="{63CD2FCD-B3E3-4C61-A173-381F1FC2FC10}" srcOrd="2" destOrd="0" presId="urn:microsoft.com/office/officeart/2018/5/layout/CenteredIconLabelDescriptionList"/>
    <dgm:cxn modelId="{FF900B55-9D09-4286-81C2-F3104945C008}" type="presParOf" srcId="{A15D90FA-B0C1-4D8C-B13E-6F13E7B9C07F}" destId="{810F1046-91F9-4500-817B-61B9113DC9F1}" srcOrd="3" destOrd="0" presId="urn:microsoft.com/office/officeart/2018/5/layout/CenteredIconLabelDescriptionList"/>
    <dgm:cxn modelId="{27E7B4E0-EC24-4D04-818E-97B14F1FBEB6}" type="presParOf" srcId="{A15D90FA-B0C1-4D8C-B13E-6F13E7B9C07F}" destId="{B999FC95-505C-4EB4-96CB-5CC7FD3B57C0}" srcOrd="4" destOrd="0" presId="urn:microsoft.com/office/officeart/2018/5/layout/CenteredIconLabelDescriptionList"/>
    <dgm:cxn modelId="{DCDC33B1-2A8C-47C1-8B36-62D38A7F7973}" type="presParOf" srcId="{C5C6B7F0-8569-4C7B-879C-FFF5C28B85A6}" destId="{8023EE9E-E8ED-494E-BD0F-4933CD869127}" srcOrd="1" destOrd="0" presId="urn:microsoft.com/office/officeart/2018/5/layout/CenteredIconLabelDescriptionList"/>
    <dgm:cxn modelId="{47C42C91-6331-4273-8B96-566D2E2C8406}" type="presParOf" srcId="{C5C6B7F0-8569-4C7B-879C-FFF5C28B85A6}" destId="{E410911A-DDED-47CC-991B-4D9C4B3CEB03}" srcOrd="2" destOrd="0" presId="urn:microsoft.com/office/officeart/2018/5/layout/CenteredIconLabelDescriptionList"/>
    <dgm:cxn modelId="{C7884465-0BA5-44F6-B6D0-69285721CBF1}" type="presParOf" srcId="{E410911A-DDED-47CC-991B-4D9C4B3CEB03}" destId="{46CB89B1-27DD-45C1-8DF5-0EE78D589696}" srcOrd="0" destOrd="0" presId="urn:microsoft.com/office/officeart/2018/5/layout/CenteredIconLabelDescriptionList"/>
    <dgm:cxn modelId="{05084D65-DEFA-421F-AD5E-B665C7355AC3}" type="presParOf" srcId="{E410911A-DDED-47CC-991B-4D9C4B3CEB03}" destId="{CD671C16-2734-4C85-9E38-742FBEAC2E1F}" srcOrd="1" destOrd="0" presId="urn:microsoft.com/office/officeart/2018/5/layout/CenteredIconLabelDescriptionList"/>
    <dgm:cxn modelId="{344ED3F5-5ABE-4D42-929A-1C20DA1FABD7}" type="presParOf" srcId="{E410911A-DDED-47CC-991B-4D9C4B3CEB03}" destId="{3D92764C-E50B-4FA1-8C87-2B317CDDE1CE}" srcOrd="2" destOrd="0" presId="urn:microsoft.com/office/officeart/2018/5/layout/CenteredIconLabelDescriptionList"/>
    <dgm:cxn modelId="{53ECF450-F08B-4531-8ED7-6707E3A2BD39}" type="presParOf" srcId="{E410911A-DDED-47CC-991B-4D9C4B3CEB03}" destId="{F3B7E590-B6B8-46EB-8219-5E0592170765}" srcOrd="3" destOrd="0" presId="urn:microsoft.com/office/officeart/2018/5/layout/CenteredIconLabelDescriptionList"/>
    <dgm:cxn modelId="{5A8D1461-DB6E-44D9-B3E7-CC6D4DEB9F70}" type="presParOf" srcId="{E410911A-DDED-47CC-991B-4D9C4B3CEB03}" destId="{7DD27E0A-432B-4725-9CD8-81184E5A501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6A592A5-0E13-40E7-A96B-ADC314ACC213}" type="doc">
      <dgm:prSet loTypeId="urn:microsoft.com/office/officeart/2005/8/layout/hierarchy3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43F367C-7F13-4A45-8979-78597FB7FC26}">
      <dgm:prSet/>
      <dgm:spPr/>
      <dgm:t>
        <a:bodyPr/>
        <a:lstStyle/>
        <a:p>
          <a:r>
            <a:rPr lang="en-US"/>
            <a:t>Question: How spread out is the data?</a:t>
          </a:r>
        </a:p>
      </dgm:t>
    </dgm:pt>
    <dgm:pt modelId="{D00C3F04-C694-4F24-8625-440E27BADD4B}" type="parTrans" cxnId="{35DDABFD-9795-4268-9A54-03C99881A8D5}">
      <dgm:prSet/>
      <dgm:spPr/>
      <dgm:t>
        <a:bodyPr/>
        <a:lstStyle/>
        <a:p>
          <a:endParaRPr lang="en-US" sz="3200"/>
        </a:p>
      </dgm:t>
    </dgm:pt>
    <dgm:pt modelId="{B60D8273-87D1-4110-A16E-EC0253F737AF}" type="sibTrans" cxnId="{35DDABFD-9795-4268-9A54-03C99881A8D5}">
      <dgm:prSet/>
      <dgm:spPr/>
      <dgm:t>
        <a:bodyPr/>
        <a:lstStyle/>
        <a:p>
          <a:endParaRPr lang="en-US"/>
        </a:p>
      </dgm:t>
    </dgm:pt>
    <dgm:pt modelId="{23D4E8F5-085D-443B-8E6F-A118446AFB98}">
      <dgm:prSet/>
      <dgm:spPr/>
      <dgm:t>
        <a:bodyPr/>
        <a:lstStyle/>
        <a:p>
          <a:r>
            <a:rPr lang="en-US"/>
            <a:t>Why it matters:</a:t>
          </a:r>
        </a:p>
      </dgm:t>
    </dgm:pt>
    <dgm:pt modelId="{A0DADCF6-97A0-4076-80A4-6B3C3FBDB947}" type="parTrans" cxnId="{031440D4-EF53-4AB7-A445-018A4DEB4AD7}">
      <dgm:prSet/>
      <dgm:spPr/>
      <dgm:t>
        <a:bodyPr/>
        <a:lstStyle/>
        <a:p>
          <a:endParaRPr lang="en-US" sz="3200"/>
        </a:p>
      </dgm:t>
    </dgm:pt>
    <dgm:pt modelId="{05C3602C-F034-490A-8A33-DA04FC54371D}" type="sibTrans" cxnId="{031440D4-EF53-4AB7-A445-018A4DEB4AD7}">
      <dgm:prSet/>
      <dgm:spPr/>
      <dgm:t>
        <a:bodyPr/>
        <a:lstStyle/>
        <a:p>
          <a:endParaRPr lang="en-US"/>
        </a:p>
      </dgm:t>
    </dgm:pt>
    <dgm:pt modelId="{84D0E62C-9524-49F3-A3E4-DD4CB4B8FE5C}">
      <dgm:prSet/>
      <dgm:spPr/>
      <dgm:t>
        <a:bodyPr/>
        <a:lstStyle/>
        <a:p>
          <a:r>
            <a:rPr lang="en-US"/>
            <a:t>Two datasets can have the same mean but very different risks</a:t>
          </a:r>
        </a:p>
      </dgm:t>
    </dgm:pt>
    <dgm:pt modelId="{EB69A3E2-3BC6-437C-868F-7A94295D49F2}" type="parTrans" cxnId="{9AFD06B5-34EE-4A1F-B2FA-4B0BD95E52F4}">
      <dgm:prSet/>
      <dgm:spPr/>
      <dgm:t>
        <a:bodyPr/>
        <a:lstStyle/>
        <a:p>
          <a:endParaRPr lang="en-US" sz="3200"/>
        </a:p>
      </dgm:t>
    </dgm:pt>
    <dgm:pt modelId="{F298E5B3-FB06-4DF9-BB41-1E3BD1F17947}" type="sibTrans" cxnId="{9AFD06B5-34EE-4A1F-B2FA-4B0BD95E52F4}">
      <dgm:prSet/>
      <dgm:spPr/>
      <dgm:t>
        <a:bodyPr/>
        <a:lstStyle/>
        <a:p>
          <a:endParaRPr lang="en-US"/>
        </a:p>
      </dgm:t>
    </dgm:pt>
    <dgm:pt modelId="{69BBBB50-1E1C-47FD-8AE0-8A6B2DB26EDB}" type="pres">
      <dgm:prSet presAssocID="{D6A592A5-0E13-40E7-A96B-ADC314ACC21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C0E22FD-6D8C-4DD7-9C74-AC0F1C7F3861}" type="pres">
      <dgm:prSet presAssocID="{343F367C-7F13-4A45-8979-78597FB7FC26}" presName="root" presStyleCnt="0"/>
      <dgm:spPr/>
    </dgm:pt>
    <dgm:pt modelId="{B9E6E95E-A157-48A1-9D30-8A3EC1F533B3}" type="pres">
      <dgm:prSet presAssocID="{343F367C-7F13-4A45-8979-78597FB7FC26}" presName="rootComposite" presStyleCnt="0"/>
      <dgm:spPr/>
    </dgm:pt>
    <dgm:pt modelId="{8BC66074-B67E-4CE9-B8A4-62E02435B253}" type="pres">
      <dgm:prSet presAssocID="{343F367C-7F13-4A45-8979-78597FB7FC26}" presName="rootText" presStyleLbl="node1" presStyleIdx="0" presStyleCnt="2"/>
      <dgm:spPr/>
    </dgm:pt>
    <dgm:pt modelId="{53A69843-8DE6-4619-9F46-6CE7A6B041E9}" type="pres">
      <dgm:prSet presAssocID="{343F367C-7F13-4A45-8979-78597FB7FC26}" presName="rootConnector" presStyleLbl="node1" presStyleIdx="0" presStyleCnt="2"/>
      <dgm:spPr/>
    </dgm:pt>
    <dgm:pt modelId="{CB0D3289-1E81-4C19-8518-2F372F3648AE}" type="pres">
      <dgm:prSet presAssocID="{343F367C-7F13-4A45-8979-78597FB7FC26}" presName="childShape" presStyleCnt="0"/>
      <dgm:spPr/>
    </dgm:pt>
    <dgm:pt modelId="{B25D6483-F986-4503-82B8-8EF990C95CE2}" type="pres">
      <dgm:prSet presAssocID="{23D4E8F5-085D-443B-8E6F-A118446AFB98}" presName="root" presStyleCnt="0"/>
      <dgm:spPr/>
    </dgm:pt>
    <dgm:pt modelId="{567185E0-8325-417E-B59C-EEEA1E185C79}" type="pres">
      <dgm:prSet presAssocID="{23D4E8F5-085D-443B-8E6F-A118446AFB98}" presName="rootComposite" presStyleCnt="0"/>
      <dgm:spPr/>
    </dgm:pt>
    <dgm:pt modelId="{258987B5-1E76-4E52-BA09-AA4EA397A245}" type="pres">
      <dgm:prSet presAssocID="{23D4E8F5-085D-443B-8E6F-A118446AFB98}" presName="rootText" presStyleLbl="node1" presStyleIdx="1" presStyleCnt="2"/>
      <dgm:spPr/>
    </dgm:pt>
    <dgm:pt modelId="{EE14FB38-1D8F-4F93-B969-419AC08EF769}" type="pres">
      <dgm:prSet presAssocID="{23D4E8F5-085D-443B-8E6F-A118446AFB98}" presName="rootConnector" presStyleLbl="node1" presStyleIdx="1" presStyleCnt="2"/>
      <dgm:spPr/>
    </dgm:pt>
    <dgm:pt modelId="{21F6E3B4-44C2-40E9-87FD-9FDD7B518B93}" type="pres">
      <dgm:prSet presAssocID="{23D4E8F5-085D-443B-8E6F-A118446AFB98}" presName="childShape" presStyleCnt="0"/>
      <dgm:spPr/>
    </dgm:pt>
    <dgm:pt modelId="{24D58BDF-6B98-4062-A59E-BBA739FEDDA5}" type="pres">
      <dgm:prSet presAssocID="{EB69A3E2-3BC6-437C-868F-7A94295D49F2}" presName="Name13" presStyleLbl="parChTrans1D2" presStyleIdx="0" presStyleCnt="1"/>
      <dgm:spPr/>
    </dgm:pt>
    <dgm:pt modelId="{10C93BEB-0B81-4FB6-8CF9-EF91F467BB5A}" type="pres">
      <dgm:prSet presAssocID="{84D0E62C-9524-49F3-A3E4-DD4CB4B8FE5C}" presName="childText" presStyleLbl="bgAcc1" presStyleIdx="0" presStyleCnt="1">
        <dgm:presLayoutVars>
          <dgm:bulletEnabled val="1"/>
        </dgm:presLayoutVars>
      </dgm:prSet>
      <dgm:spPr/>
    </dgm:pt>
  </dgm:ptLst>
  <dgm:cxnLst>
    <dgm:cxn modelId="{F0057F3A-07D7-410C-85F1-D74E09393AAA}" type="presOf" srcId="{EB69A3E2-3BC6-437C-868F-7A94295D49F2}" destId="{24D58BDF-6B98-4062-A59E-BBA739FEDDA5}" srcOrd="0" destOrd="0" presId="urn:microsoft.com/office/officeart/2005/8/layout/hierarchy3"/>
    <dgm:cxn modelId="{1A06C93C-7869-497C-8A04-A4761F898C33}" type="presOf" srcId="{23D4E8F5-085D-443B-8E6F-A118446AFB98}" destId="{258987B5-1E76-4E52-BA09-AA4EA397A245}" srcOrd="0" destOrd="0" presId="urn:microsoft.com/office/officeart/2005/8/layout/hierarchy3"/>
    <dgm:cxn modelId="{69070152-48D8-4137-9778-63E5995C3BA2}" type="presOf" srcId="{D6A592A5-0E13-40E7-A96B-ADC314ACC213}" destId="{69BBBB50-1E1C-47FD-8AE0-8A6B2DB26EDB}" srcOrd="0" destOrd="0" presId="urn:microsoft.com/office/officeart/2005/8/layout/hierarchy3"/>
    <dgm:cxn modelId="{2DD14D93-B0D4-4C3F-8F55-B5DDDBF47F41}" type="presOf" srcId="{23D4E8F5-085D-443B-8E6F-A118446AFB98}" destId="{EE14FB38-1D8F-4F93-B969-419AC08EF769}" srcOrd="1" destOrd="0" presId="urn:microsoft.com/office/officeart/2005/8/layout/hierarchy3"/>
    <dgm:cxn modelId="{9AFD06B5-34EE-4A1F-B2FA-4B0BD95E52F4}" srcId="{23D4E8F5-085D-443B-8E6F-A118446AFB98}" destId="{84D0E62C-9524-49F3-A3E4-DD4CB4B8FE5C}" srcOrd="0" destOrd="0" parTransId="{EB69A3E2-3BC6-437C-868F-7A94295D49F2}" sibTransId="{F298E5B3-FB06-4DF9-BB41-1E3BD1F17947}"/>
    <dgm:cxn modelId="{5A97ACB7-AADD-4868-8663-FEC71FD389FA}" type="presOf" srcId="{343F367C-7F13-4A45-8979-78597FB7FC26}" destId="{53A69843-8DE6-4619-9F46-6CE7A6B041E9}" srcOrd="1" destOrd="0" presId="urn:microsoft.com/office/officeart/2005/8/layout/hierarchy3"/>
    <dgm:cxn modelId="{9E92E6C9-18DD-4FE3-BB45-63EE68ED9C43}" type="presOf" srcId="{343F367C-7F13-4A45-8979-78597FB7FC26}" destId="{8BC66074-B67E-4CE9-B8A4-62E02435B253}" srcOrd="0" destOrd="0" presId="urn:microsoft.com/office/officeart/2005/8/layout/hierarchy3"/>
    <dgm:cxn modelId="{031440D4-EF53-4AB7-A445-018A4DEB4AD7}" srcId="{D6A592A5-0E13-40E7-A96B-ADC314ACC213}" destId="{23D4E8F5-085D-443B-8E6F-A118446AFB98}" srcOrd="1" destOrd="0" parTransId="{A0DADCF6-97A0-4076-80A4-6B3C3FBDB947}" sibTransId="{05C3602C-F034-490A-8A33-DA04FC54371D}"/>
    <dgm:cxn modelId="{35DDABFD-9795-4268-9A54-03C99881A8D5}" srcId="{D6A592A5-0E13-40E7-A96B-ADC314ACC213}" destId="{343F367C-7F13-4A45-8979-78597FB7FC26}" srcOrd="0" destOrd="0" parTransId="{D00C3F04-C694-4F24-8625-440E27BADD4B}" sibTransId="{B60D8273-87D1-4110-A16E-EC0253F737AF}"/>
    <dgm:cxn modelId="{A61105FF-2923-41F7-8FC6-E069AF3D1910}" type="presOf" srcId="{84D0E62C-9524-49F3-A3E4-DD4CB4B8FE5C}" destId="{10C93BEB-0B81-4FB6-8CF9-EF91F467BB5A}" srcOrd="0" destOrd="0" presId="urn:microsoft.com/office/officeart/2005/8/layout/hierarchy3"/>
    <dgm:cxn modelId="{9F8B8800-F74E-45E1-9832-97706711AED9}" type="presParOf" srcId="{69BBBB50-1E1C-47FD-8AE0-8A6B2DB26EDB}" destId="{8C0E22FD-6D8C-4DD7-9C74-AC0F1C7F3861}" srcOrd="0" destOrd="0" presId="urn:microsoft.com/office/officeart/2005/8/layout/hierarchy3"/>
    <dgm:cxn modelId="{4CF384A3-B2AE-448E-950D-AADFBFF678D7}" type="presParOf" srcId="{8C0E22FD-6D8C-4DD7-9C74-AC0F1C7F3861}" destId="{B9E6E95E-A157-48A1-9D30-8A3EC1F533B3}" srcOrd="0" destOrd="0" presId="urn:microsoft.com/office/officeart/2005/8/layout/hierarchy3"/>
    <dgm:cxn modelId="{0B2D0ABE-5C3C-450D-8D49-929F94539FC8}" type="presParOf" srcId="{B9E6E95E-A157-48A1-9D30-8A3EC1F533B3}" destId="{8BC66074-B67E-4CE9-B8A4-62E02435B253}" srcOrd="0" destOrd="0" presId="urn:microsoft.com/office/officeart/2005/8/layout/hierarchy3"/>
    <dgm:cxn modelId="{33439D32-9156-4AD0-9981-655DC3570B2F}" type="presParOf" srcId="{B9E6E95E-A157-48A1-9D30-8A3EC1F533B3}" destId="{53A69843-8DE6-4619-9F46-6CE7A6B041E9}" srcOrd="1" destOrd="0" presId="urn:microsoft.com/office/officeart/2005/8/layout/hierarchy3"/>
    <dgm:cxn modelId="{63297013-5E8A-46DC-BD4A-772E74876063}" type="presParOf" srcId="{8C0E22FD-6D8C-4DD7-9C74-AC0F1C7F3861}" destId="{CB0D3289-1E81-4C19-8518-2F372F3648AE}" srcOrd="1" destOrd="0" presId="urn:microsoft.com/office/officeart/2005/8/layout/hierarchy3"/>
    <dgm:cxn modelId="{A366E6D6-8B2B-4547-A2F1-216B9455145B}" type="presParOf" srcId="{69BBBB50-1E1C-47FD-8AE0-8A6B2DB26EDB}" destId="{B25D6483-F986-4503-82B8-8EF990C95CE2}" srcOrd="1" destOrd="0" presId="urn:microsoft.com/office/officeart/2005/8/layout/hierarchy3"/>
    <dgm:cxn modelId="{9D650888-E7FA-4BEA-AD61-0F835509ED2A}" type="presParOf" srcId="{B25D6483-F986-4503-82B8-8EF990C95CE2}" destId="{567185E0-8325-417E-B59C-EEEA1E185C79}" srcOrd="0" destOrd="0" presId="urn:microsoft.com/office/officeart/2005/8/layout/hierarchy3"/>
    <dgm:cxn modelId="{2E24F207-1442-4BB7-81AA-FF0EE68CBBFD}" type="presParOf" srcId="{567185E0-8325-417E-B59C-EEEA1E185C79}" destId="{258987B5-1E76-4E52-BA09-AA4EA397A245}" srcOrd="0" destOrd="0" presId="urn:microsoft.com/office/officeart/2005/8/layout/hierarchy3"/>
    <dgm:cxn modelId="{8A2C2E15-534F-43DF-8B1F-F912D6F921C2}" type="presParOf" srcId="{567185E0-8325-417E-B59C-EEEA1E185C79}" destId="{EE14FB38-1D8F-4F93-B969-419AC08EF769}" srcOrd="1" destOrd="0" presId="urn:microsoft.com/office/officeart/2005/8/layout/hierarchy3"/>
    <dgm:cxn modelId="{5BA2879B-C828-45CD-ACAD-DB22B7F0BA5A}" type="presParOf" srcId="{B25D6483-F986-4503-82B8-8EF990C95CE2}" destId="{21F6E3B4-44C2-40E9-87FD-9FDD7B518B93}" srcOrd="1" destOrd="0" presId="urn:microsoft.com/office/officeart/2005/8/layout/hierarchy3"/>
    <dgm:cxn modelId="{3BAC7ACB-6C79-4CBD-A11F-E329A864FF83}" type="presParOf" srcId="{21F6E3B4-44C2-40E9-87FD-9FDD7B518B93}" destId="{24D58BDF-6B98-4062-A59E-BBA739FEDDA5}" srcOrd="0" destOrd="0" presId="urn:microsoft.com/office/officeart/2005/8/layout/hierarchy3"/>
    <dgm:cxn modelId="{6246701F-5857-4F6D-B9D1-3E95970F6283}" type="presParOf" srcId="{21F6E3B4-44C2-40E9-87FD-9FDD7B518B93}" destId="{10C93BEB-0B81-4FB6-8CF9-EF91F467BB5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B775D49-632B-4A18-A11C-BA48AA9F95F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FEF65B-7677-4EDC-AE06-C38AFF2229A4}">
      <dgm:prSet custT="1"/>
      <dgm:spPr/>
      <dgm:t>
        <a:bodyPr/>
        <a:lstStyle/>
        <a:p>
          <a:r>
            <a:rPr lang="en-US" sz="2400" dirty="0"/>
            <a:t>Definition: Max − Min</a:t>
          </a:r>
        </a:p>
      </dgm:t>
    </dgm:pt>
    <dgm:pt modelId="{FB23A7D2-0BD1-4AD3-89CB-220E195E8E77}" type="parTrans" cxnId="{1F02A24A-CA46-46B6-84A1-5563F17050C0}">
      <dgm:prSet/>
      <dgm:spPr/>
      <dgm:t>
        <a:bodyPr/>
        <a:lstStyle/>
        <a:p>
          <a:endParaRPr lang="en-US" sz="2800"/>
        </a:p>
      </dgm:t>
    </dgm:pt>
    <dgm:pt modelId="{430F0C2A-6373-4075-BF54-E837E0215520}" type="sibTrans" cxnId="{1F02A24A-CA46-46B6-84A1-5563F17050C0}">
      <dgm:prSet/>
      <dgm:spPr/>
      <dgm:t>
        <a:bodyPr/>
        <a:lstStyle/>
        <a:p>
          <a:endParaRPr lang="en-US" sz="2800"/>
        </a:p>
      </dgm:t>
    </dgm:pt>
    <dgm:pt modelId="{3F644FE7-D64A-49D5-BB11-95FA079E077A}">
      <dgm:prSet custT="1"/>
      <dgm:spPr/>
      <dgm:t>
        <a:bodyPr/>
        <a:lstStyle/>
        <a:p>
          <a:r>
            <a:rPr lang="en-US" sz="2400"/>
            <a:t>Example:</a:t>
          </a:r>
        </a:p>
      </dgm:t>
    </dgm:pt>
    <dgm:pt modelId="{9AD483DC-83D9-4516-9462-86D14EE64F8D}" type="parTrans" cxnId="{92F9F103-7B4B-431C-905A-FE1ACE906D21}">
      <dgm:prSet/>
      <dgm:spPr/>
      <dgm:t>
        <a:bodyPr/>
        <a:lstStyle/>
        <a:p>
          <a:endParaRPr lang="en-US" sz="2800"/>
        </a:p>
      </dgm:t>
    </dgm:pt>
    <dgm:pt modelId="{EBEDC2F9-81D5-425A-90C6-9A8CE4E0786E}" type="sibTrans" cxnId="{92F9F103-7B4B-431C-905A-FE1ACE906D21}">
      <dgm:prSet/>
      <dgm:spPr/>
      <dgm:t>
        <a:bodyPr/>
        <a:lstStyle/>
        <a:p>
          <a:endParaRPr lang="en-US" sz="2800"/>
        </a:p>
      </dgm:t>
    </dgm:pt>
    <dgm:pt modelId="{7B2C7549-598B-4F06-AED9-EE0FD247E918}">
      <dgm:prSet custT="1"/>
      <dgm:spPr/>
      <dgm:t>
        <a:bodyPr/>
        <a:lstStyle/>
        <a:p>
          <a:r>
            <a:rPr lang="en-US" sz="2400" dirty="0"/>
            <a:t>Fastest vs slowest delivery time</a:t>
          </a:r>
        </a:p>
      </dgm:t>
    </dgm:pt>
    <dgm:pt modelId="{A45A0C1D-0E99-4A9C-9371-74ADEC68DAC8}" type="parTrans" cxnId="{ED05D3C8-6502-4018-BD99-4DC6ED30D8DF}">
      <dgm:prSet/>
      <dgm:spPr/>
      <dgm:t>
        <a:bodyPr/>
        <a:lstStyle/>
        <a:p>
          <a:endParaRPr lang="en-US" sz="2800"/>
        </a:p>
      </dgm:t>
    </dgm:pt>
    <dgm:pt modelId="{E8B68C39-DA71-4E27-8DD5-6519DD4F6E84}" type="sibTrans" cxnId="{ED05D3C8-6502-4018-BD99-4DC6ED30D8DF}">
      <dgm:prSet/>
      <dgm:spPr/>
      <dgm:t>
        <a:bodyPr/>
        <a:lstStyle/>
        <a:p>
          <a:endParaRPr lang="en-US" sz="2800"/>
        </a:p>
      </dgm:t>
    </dgm:pt>
    <dgm:pt modelId="{49A238E3-DFB8-47F5-8E2A-FB16DE925806}">
      <dgm:prSet custT="1"/>
      <dgm:spPr/>
      <dgm:t>
        <a:bodyPr/>
        <a:lstStyle/>
        <a:p>
          <a:r>
            <a:rPr lang="en-US" sz="2400"/>
            <a:t>Industry Use:</a:t>
          </a:r>
        </a:p>
      </dgm:t>
    </dgm:pt>
    <dgm:pt modelId="{60C429BA-2CAF-4101-A954-16E8B9899DF8}" type="parTrans" cxnId="{A16FBEE3-9427-4D05-BF54-2D0566B7C7C8}">
      <dgm:prSet/>
      <dgm:spPr/>
      <dgm:t>
        <a:bodyPr/>
        <a:lstStyle/>
        <a:p>
          <a:endParaRPr lang="en-US" sz="2800"/>
        </a:p>
      </dgm:t>
    </dgm:pt>
    <dgm:pt modelId="{1CE00562-D85F-4D7C-9838-532CC93FF57C}" type="sibTrans" cxnId="{A16FBEE3-9427-4D05-BF54-2D0566B7C7C8}">
      <dgm:prSet/>
      <dgm:spPr/>
      <dgm:t>
        <a:bodyPr/>
        <a:lstStyle/>
        <a:p>
          <a:endParaRPr lang="en-US" sz="2800"/>
        </a:p>
      </dgm:t>
    </dgm:pt>
    <dgm:pt modelId="{3271AD8F-07D2-4484-81C5-C5FBEF83C1C5}">
      <dgm:prSet custT="1"/>
      <dgm:spPr/>
      <dgm:t>
        <a:bodyPr/>
        <a:lstStyle/>
        <a:p>
          <a:r>
            <a:rPr lang="en-US" sz="2400" dirty="0"/>
            <a:t>Quality control</a:t>
          </a:r>
        </a:p>
      </dgm:t>
    </dgm:pt>
    <dgm:pt modelId="{5D1F6D03-A426-401D-BB00-7BDA7AF6A142}" type="parTrans" cxnId="{3326673F-F84C-463B-8B6F-1BEAF161D6B4}">
      <dgm:prSet/>
      <dgm:spPr/>
      <dgm:t>
        <a:bodyPr/>
        <a:lstStyle/>
        <a:p>
          <a:endParaRPr lang="en-US" sz="2800"/>
        </a:p>
      </dgm:t>
    </dgm:pt>
    <dgm:pt modelId="{CDB84BC6-B019-4EE8-B419-95D9041653C8}" type="sibTrans" cxnId="{3326673F-F84C-463B-8B6F-1BEAF161D6B4}">
      <dgm:prSet/>
      <dgm:spPr/>
      <dgm:t>
        <a:bodyPr/>
        <a:lstStyle/>
        <a:p>
          <a:endParaRPr lang="en-US" sz="2800"/>
        </a:p>
      </dgm:t>
    </dgm:pt>
    <dgm:pt modelId="{CE6A4D90-D96C-4386-88D0-75FEA2C709EE}">
      <dgm:prSet custT="1"/>
      <dgm:spPr/>
      <dgm:t>
        <a:bodyPr/>
        <a:lstStyle/>
        <a:p>
          <a:r>
            <a:rPr lang="en-US" sz="2400" dirty="0"/>
            <a:t>SLA violations</a:t>
          </a:r>
        </a:p>
      </dgm:t>
    </dgm:pt>
    <dgm:pt modelId="{85B730C2-2A9A-4317-8ED6-7D0D19BDED89}" type="parTrans" cxnId="{7FCD1348-0E82-4E26-9A71-2B7A3A1C16B1}">
      <dgm:prSet/>
      <dgm:spPr/>
      <dgm:t>
        <a:bodyPr/>
        <a:lstStyle/>
        <a:p>
          <a:endParaRPr lang="en-US" sz="2800"/>
        </a:p>
      </dgm:t>
    </dgm:pt>
    <dgm:pt modelId="{8AD26FA8-612D-4703-A9BA-B8A0D65F1D7E}" type="sibTrans" cxnId="{7FCD1348-0E82-4E26-9A71-2B7A3A1C16B1}">
      <dgm:prSet/>
      <dgm:spPr/>
      <dgm:t>
        <a:bodyPr/>
        <a:lstStyle/>
        <a:p>
          <a:endParaRPr lang="en-US" sz="2800"/>
        </a:p>
      </dgm:t>
    </dgm:pt>
    <dgm:pt modelId="{69156D57-2986-44FA-A755-4374CB5E0F0F}">
      <dgm:prSet custT="1"/>
      <dgm:spPr/>
      <dgm:t>
        <a:bodyPr/>
        <a:lstStyle/>
        <a:p>
          <a:r>
            <a:rPr lang="en-US" sz="2400"/>
            <a:t>Too sensitive to extremes</a:t>
          </a:r>
        </a:p>
      </dgm:t>
    </dgm:pt>
    <dgm:pt modelId="{34D54B50-483A-4FB4-8410-BF99E26B0E52}" type="parTrans" cxnId="{2E682FAE-4037-4663-8C8E-ACDB68FD2BF4}">
      <dgm:prSet/>
      <dgm:spPr/>
      <dgm:t>
        <a:bodyPr/>
        <a:lstStyle/>
        <a:p>
          <a:endParaRPr lang="en-US" sz="2800"/>
        </a:p>
      </dgm:t>
    </dgm:pt>
    <dgm:pt modelId="{52921B6B-497C-4BBC-B5A0-26D5365A4E28}" type="sibTrans" cxnId="{2E682FAE-4037-4663-8C8E-ACDB68FD2BF4}">
      <dgm:prSet/>
      <dgm:spPr/>
      <dgm:t>
        <a:bodyPr/>
        <a:lstStyle/>
        <a:p>
          <a:endParaRPr lang="en-US" sz="2800"/>
        </a:p>
      </dgm:t>
    </dgm:pt>
    <dgm:pt modelId="{8BE01282-4E78-4769-A595-ED8434DA0527}" type="pres">
      <dgm:prSet presAssocID="{1B775D49-632B-4A18-A11C-BA48AA9F95F0}" presName="linear" presStyleCnt="0">
        <dgm:presLayoutVars>
          <dgm:dir/>
          <dgm:animLvl val="lvl"/>
          <dgm:resizeHandles val="exact"/>
        </dgm:presLayoutVars>
      </dgm:prSet>
      <dgm:spPr/>
    </dgm:pt>
    <dgm:pt modelId="{A5D58394-38FF-4042-8051-211128EB8EB2}" type="pres">
      <dgm:prSet presAssocID="{33FEF65B-7677-4EDC-AE06-C38AFF2229A4}" presName="parentLin" presStyleCnt="0"/>
      <dgm:spPr/>
    </dgm:pt>
    <dgm:pt modelId="{D097E9F7-D0A5-4990-908B-A5E049044506}" type="pres">
      <dgm:prSet presAssocID="{33FEF65B-7677-4EDC-AE06-C38AFF2229A4}" presName="parentLeftMargin" presStyleLbl="node1" presStyleIdx="0" presStyleCnt="4"/>
      <dgm:spPr/>
    </dgm:pt>
    <dgm:pt modelId="{8F1B5101-71A1-44AE-BD4B-A58EEA07D14A}" type="pres">
      <dgm:prSet presAssocID="{33FEF65B-7677-4EDC-AE06-C38AFF2229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7661045-2471-416A-B656-EB07D24F21F7}" type="pres">
      <dgm:prSet presAssocID="{33FEF65B-7677-4EDC-AE06-C38AFF2229A4}" presName="negativeSpace" presStyleCnt="0"/>
      <dgm:spPr/>
    </dgm:pt>
    <dgm:pt modelId="{FF74FDA0-23F8-442E-86EE-97D04A1F6292}" type="pres">
      <dgm:prSet presAssocID="{33FEF65B-7677-4EDC-AE06-C38AFF2229A4}" presName="childText" presStyleLbl="conFgAcc1" presStyleIdx="0" presStyleCnt="4">
        <dgm:presLayoutVars>
          <dgm:bulletEnabled val="1"/>
        </dgm:presLayoutVars>
      </dgm:prSet>
      <dgm:spPr/>
    </dgm:pt>
    <dgm:pt modelId="{558E3D48-7B14-4C93-B9EE-76A8279EF821}" type="pres">
      <dgm:prSet presAssocID="{430F0C2A-6373-4075-BF54-E837E0215520}" presName="spaceBetweenRectangles" presStyleCnt="0"/>
      <dgm:spPr/>
    </dgm:pt>
    <dgm:pt modelId="{2BFF064A-2858-4F68-9F47-9F0BBD783D59}" type="pres">
      <dgm:prSet presAssocID="{3F644FE7-D64A-49D5-BB11-95FA079E077A}" presName="parentLin" presStyleCnt="0"/>
      <dgm:spPr/>
    </dgm:pt>
    <dgm:pt modelId="{8AAD4F2A-B434-4A15-A86F-0B19FB1E30A0}" type="pres">
      <dgm:prSet presAssocID="{3F644FE7-D64A-49D5-BB11-95FA079E077A}" presName="parentLeftMargin" presStyleLbl="node1" presStyleIdx="0" presStyleCnt="4"/>
      <dgm:spPr/>
    </dgm:pt>
    <dgm:pt modelId="{D53A217C-57D1-4FAD-900C-1D435F9B4984}" type="pres">
      <dgm:prSet presAssocID="{3F644FE7-D64A-49D5-BB11-95FA079E077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4D1289B-C7EA-4C3E-9785-46E6AF9C910B}" type="pres">
      <dgm:prSet presAssocID="{3F644FE7-D64A-49D5-BB11-95FA079E077A}" presName="negativeSpace" presStyleCnt="0"/>
      <dgm:spPr/>
    </dgm:pt>
    <dgm:pt modelId="{49A6EA43-7F5B-403D-98A3-CDD8D46B8A8B}" type="pres">
      <dgm:prSet presAssocID="{3F644FE7-D64A-49D5-BB11-95FA079E077A}" presName="childText" presStyleLbl="conFgAcc1" presStyleIdx="1" presStyleCnt="4">
        <dgm:presLayoutVars>
          <dgm:bulletEnabled val="1"/>
        </dgm:presLayoutVars>
      </dgm:prSet>
      <dgm:spPr/>
    </dgm:pt>
    <dgm:pt modelId="{EE5FD1A4-0624-4AA6-9644-5F2CE336B68A}" type="pres">
      <dgm:prSet presAssocID="{EBEDC2F9-81D5-425A-90C6-9A8CE4E0786E}" presName="spaceBetweenRectangles" presStyleCnt="0"/>
      <dgm:spPr/>
    </dgm:pt>
    <dgm:pt modelId="{95315CCC-82CD-4DED-8D8E-ECCBD4ED7F26}" type="pres">
      <dgm:prSet presAssocID="{49A238E3-DFB8-47F5-8E2A-FB16DE925806}" presName="parentLin" presStyleCnt="0"/>
      <dgm:spPr/>
    </dgm:pt>
    <dgm:pt modelId="{2D48AD24-0F7A-436F-BF61-D73B205F7DD8}" type="pres">
      <dgm:prSet presAssocID="{49A238E3-DFB8-47F5-8E2A-FB16DE925806}" presName="parentLeftMargin" presStyleLbl="node1" presStyleIdx="1" presStyleCnt="4"/>
      <dgm:spPr/>
    </dgm:pt>
    <dgm:pt modelId="{8753E1C7-4526-4BA7-B805-6672D73AE5A6}" type="pres">
      <dgm:prSet presAssocID="{49A238E3-DFB8-47F5-8E2A-FB16DE92580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2A80AE1-F92B-4F73-91CD-526BB38D990F}" type="pres">
      <dgm:prSet presAssocID="{49A238E3-DFB8-47F5-8E2A-FB16DE925806}" presName="negativeSpace" presStyleCnt="0"/>
      <dgm:spPr/>
    </dgm:pt>
    <dgm:pt modelId="{F3F53CAE-2E79-455B-B13A-30D726FEFB94}" type="pres">
      <dgm:prSet presAssocID="{49A238E3-DFB8-47F5-8E2A-FB16DE925806}" presName="childText" presStyleLbl="conFgAcc1" presStyleIdx="2" presStyleCnt="4">
        <dgm:presLayoutVars>
          <dgm:bulletEnabled val="1"/>
        </dgm:presLayoutVars>
      </dgm:prSet>
      <dgm:spPr/>
    </dgm:pt>
    <dgm:pt modelId="{3E1CBA5B-2302-4E67-B9A5-78815CF5677E}" type="pres">
      <dgm:prSet presAssocID="{1CE00562-D85F-4D7C-9838-532CC93FF57C}" presName="spaceBetweenRectangles" presStyleCnt="0"/>
      <dgm:spPr/>
    </dgm:pt>
    <dgm:pt modelId="{6A59196E-D238-4BCA-893D-74A7BD8E35E2}" type="pres">
      <dgm:prSet presAssocID="{69156D57-2986-44FA-A755-4374CB5E0F0F}" presName="parentLin" presStyleCnt="0"/>
      <dgm:spPr/>
    </dgm:pt>
    <dgm:pt modelId="{BF72C80E-8BFF-4416-B8EE-BEFEF59D8E69}" type="pres">
      <dgm:prSet presAssocID="{69156D57-2986-44FA-A755-4374CB5E0F0F}" presName="parentLeftMargin" presStyleLbl="node1" presStyleIdx="2" presStyleCnt="4"/>
      <dgm:spPr/>
    </dgm:pt>
    <dgm:pt modelId="{36E2EDA5-2C89-48C2-BA9D-905834C8EEDF}" type="pres">
      <dgm:prSet presAssocID="{69156D57-2986-44FA-A755-4374CB5E0F0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1C53E66-A5F6-42DC-B17E-119412869EE0}" type="pres">
      <dgm:prSet presAssocID="{69156D57-2986-44FA-A755-4374CB5E0F0F}" presName="negativeSpace" presStyleCnt="0"/>
      <dgm:spPr/>
    </dgm:pt>
    <dgm:pt modelId="{05324819-8C45-448F-A521-C2A27FF9444D}" type="pres">
      <dgm:prSet presAssocID="{69156D57-2986-44FA-A755-4374CB5E0F0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2F9F103-7B4B-431C-905A-FE1ACE906D21}" srcId="{1B775D49-632B-4A18-A11C-BA48AA9F95F0}" destId="{3F644FE7-D64A-49D5-BB11-95FA079E077A}" srcOrd="1" destOrd="0" parTransId="{9AD483DC-83D9-4516-9462-86D14EE64F8D}" sibTransId="{EBEDC2F9-81D5-425A-90C6-9A8CE4E0786E}"/>
    <dgm:cxn modelId="{AC702726-AB5A-4183-BA93-692EA2F6EA4D}" type="presOf" srcId="{3F644FE7-D64A-49D5-BB11-95FA079E077A}" destId="{D53A217C-57D1-4FAD-900C-1D435F9B4984}" srcOrd="1" destOrd="0" presId="urn:microsoft.com/office/officeart/2005/8/layout/list1"/>
    <dgm:cxn modelId="{ACE9842F-7259-43E9-A0F6-32D6BB5A27A7}" type="presOf" srcId="{33FEF65B-7677-4EDC-AE06-C38AFF2229A4}" destId="{8F1B5101-71A1-44AE-BD4B-A58EEA07D14A}" srcOrd="1" destOrd="0" presId="urn:microsoft.com/office/officeart/2005/8/layout/list1"/>
    <dgm:cxn modelId="{3326673F-F84C-463B-8B6F-1BEAF161D6B4}" srcId="{49A238E3-DFB8-47F5-8E2A-FB16DE925806}" destId="{3271AD8F-07D2-4484-81C5-C5FBEF83C1C5}" srcOrd="0" destOrd="0" parTransId="{5D1F6D03-A426-401D-BB00-7BDA7AF6A142}" sibTransId="{CDB84BC6-B019-4EE8-B419-95D9041653C8}"/>
    <dgm:cxn modelId="{0E3FAF5E-E7DB-4AF0-9986-671FB7CC9833}" type="presOf" srcId="{69156D57-2986-44FA-A755-4374CB5E0F0F}" destId="{36E2EDA5-2C89-48C2-BA9D-905834C8EEDF}" srcOrd="1" destOrd="0" presId="urn:microsoft.com/office/officeart/2005/8/layout/list1"/>
    <dgm:cxn modelId="{7FCD1348-0E82-4E26-9A71-2B7A3A1C16B1}" srcId="{49A238E3-DFB8-47F5-8E2A-FB16DE925806}" destId="{CE6A4D90-D96C-4386-88D0-75FEA2C709EE}" srcOrd="1" destOrd="0" parTransId="{85B730C2-2A9A-4317-8ED6-7D0D19BDED89}" sibTransId="{8AD26FA8-612D-4703-A9BA-B8A0D65F1D7E}"/>
    <dgm:cxn modelId="{1F02A24A-CA46-46B6-84A1-5563F17050C0}" srcId="{1B775D49-632B-4A18-A11C-BA48AA9F95F0}" destId="{33FEF65B-7677-4EDC-AE06-C38AFF2229A4}" srcOrd="0" destOrd="0" parTransId="{FB23A7D2-0BD1-4AD3-89CB-220E195E8E77}" sibTransId="{430F0C2A-6373-4075-BF54-E837E0215520}"/>
    <dgm:cxn modelId="{3CB38E80-8F24-44B1-A420-9EEF422140EC}" type="presOf" srcId="{CE6A4D90-D96C-4386-88D0-75FEA2C709EE}" destId="{F3F53CAE-2E79-455B-B13A-30D726FEFB94}" srcOrd="0" destOrd="1" presId="urn:microsoft.com/office/officeart/2005/8/layout/list1"/>
    <dgm:cxn modelId="{2211AA80-D421-4511-B78B-1216BBCE3044}" type="presOf" srcId="{3271AD8F-07D2-4484-81C5-C5FBEF83C1C5}" destId="{F3F53CAE-2E79-455B-B13A-30D726FEFB94}" srcOrd="0" destOrd="0" presId="urn:microsoft.com/office/officeart/2005/8/layout/list1"/>
    <dgm:cxn modelId="{2D20A194-6EEB-427B-835D-ED31CE9DBCB0}" type="presOf" srcId="{49A238E3-DFB8-47F5-8E2A-FB16DE925806}" destId="{2D48AD24-0F7A-436F-BF61-D73B205F7DD8}" srcOrd="0" destOrd="0" presId="urn:microsoft.com/office/officeart/2005/8/layout/list1"/>
    <dgm:cxn modelId="{0FA6E595-DD75-4386-BC66-2303F5FFDD5A}" type="presOf" srcId="{33FEF65B-7677-4EDC-AE06-C38AFF2229A4}" destId="{D097E9F7-D0A5-4990-908B-A5E049044506}" srcOrd="0" destOrd="0" presId="urn:microsoft.com/office/officeart/2005/8/layout/list1"/>
    <dgm:cxn modelId="{1D7AA198-548B-4182-B848-823418DEC9BD}" type="presOf" srcId="{3F644FE7-D64A-49D5-BB11-95FA079E077A}" destId="{8AAD4F2A-B434-4A15-A86F-0B19FB1E30A0}" srcOrd="0" destOrd="0" presId="urn:microsoft.com/office/officeart/2005/8/layout/list1"/>
    <dgm:cxn modelId="{FA0DACA8-2B0A-4794-BF2F-E68BD10FEB79}" type="presOf" srcId="{49A238E3-DFB8-47F5-8E2A-FB16DE925806}" destId="{8753E1C7-4526-4BA7-B805-6672D73AE5A6}" srcOrd="1" destOrd="0" presId="urn:microsoft.com/office/officeart/2005/8/layout/list1"/>
    <dgm:cxn modelId="{2E682FAE-4037-4663-8C8E-ACDB68FD2BF4}" srcId="{1B775D49-632B-4A18-A11C-BA48AA9F95F0}" destId="{69156D57-2986-44FA-A755-4374CB5E0F0F}" srcOrd="3" destOrd="0" parTransId="{34D54B50-483A-4FB4-8410-BF99E26B0E52}" sibTransId="{52921B6B-497C-4BBC-B5A0-26D5365A4E28}"/>
    <dgm:cxn modelId="{2A3C65B1-75E4-4EF4-A2CC-17F64CCA14A7}" type="presOf" srcId="{69156D57-2986-44FA-A755-4374CB5E0F0F}" destId="{BF72C80E-8BFF-4416-B8EE-BEFEF59D8E69}" srcOrd="0" destOrd="0" presId="urn:microsoft.com/office/officeart/2005/8/layout/list1"/>
    <dgm:cxn modelId="{CADA2EB5-2D48-4B5D-B8DD-3316AA1A73B1}" type="presOf" srcId="{7B2C7549-598B-4F06-AED9-EE0FD247E918}" destId="{49A6EA43-7F5B-403D-98A3-CDD8D46B8A8B}" srcOrd="0" destOrd="0" presId="urn:microsoft.com/office/officeart/2005/8/layout/list1"/>
    <dgm:cxn modelId="{445717B7-0731-40E6-BF74-7E7091B03D65}" type="presOf" srcId="{1B775D49-632B-4A18-A11C-BA48AA9F95F0}" destId="{8BE01282-4E78-4769-A595-ED8434DA0527}" srcOrd="0" destOrd="0" presId="urn:microsoft.com/office/officeart/2005/8/layout/list1"/>
    <dgm:cxn modelId="{ED05D3C8-6502-4018-BD99-4DC6ED30D8DF}" srcId="{3F644FE7-D64A-49D5-BB11-95FA079E077A}" destId="{7B2C7549-598B-4F06-AED9-EE0FD247E918}" srcOrd="0" destOrd="0" parTransId="{A45A0C1D-0E99-4A9C-9371-74ADEC68DAC8}" sibTransId="{E8B68C39-DA71-4E27-8DD5-6519DD4F6E84}"/>
    <dgm:cxn modelId="{A16FBEE3-9427-4D05-BF54-2D0566B7C7C8}" srcId="{1B775D49-632B-4A18-A11C-BA48AA9F95F0}" destId="{49A238E3-DFB8-47F5-8E2A-FB16DE925806}" srcOrd="2" destOrd="0" parTransId="{60C429BA-2CAF-4101-A954-16E8B9899DF8}" sibTransId="{1CE00562-D85F-4D7C-9838-532CC93FF57C}"/>
    <dgm:cxn modelId="{AEE56331-FE79-45A2-9BDE-1FD1B82DA137}" type="presParOf" srcId="{8BE01282-4E78-4769-A595-ED8434DA0527}" destId="{A5D58394-38FF-4042-8051-211128EB8EB2}" srcOrd="0" destOrd="0" presId="urn:microsoft.com/office/officeart/2005/8/layout/list1"/>
    <dgm:cxn modelId="{C9EF0EFA-514E-4573-94DD-60E35BDC81C5}" type="presParOf" srcId="{A5D58394-38FF-4042-8051-211128EB8EB2}" destId="{D097E9F7-D0A5-4990-908B-A5E049044506}" srcOrd="0" destOrd="0" presId="urn:microsoft.com/office/officeart/2005/8/layout/list1"/>
    <dgm:cxn modelId="{F0F7B72D-A1F4-4634-9FF8-1343CAD5762C}" type="presParOf" srcId="{A5D58394-38FF-4042-8051-211128EB8EB2}" destId="{8F1B5101-71A1-44AE-BD4B-A58EEA07D14A}" srcOrd="1" destOrd="0" presId="urn:microsoft.com/office/officeart/2005/8/layout/list1"/>
    <dgm:cxn modelId="{7444AF9B-E644-47BB-956E-E2E36ABA7248}" type="presParOf" srcId="{8BE01282-4E78-4769-A595-ED8434DA0527}" destId="{47661045-2471-416A-B656-EB07D24F21F7}" srcOrd="1" destOrd="0" presId="urn:microsoft.com/office/officeart/2005/8/layout/list1"/>
    <dgm:cxn modelId="{E6DE8B9B-FB56-4B2B-9807-3662C33DDCF2}" type="presParOf" srcId="{8BE01282-4E78-4769-A595-ED8434DA0527}" destId="{FF74FDA0-23F8-442E-86EE-97D04A1F6292}" srcOrd="2" destOrd="0" presId="urn:microsoft.com/office/officeart/2005/8/layout/list1"/>
    <dgm:cxn modelId="{5A0FA6D3-1FF7-464C-9D69-DF0CADD59FB9}" type="presParOf" srcId="{8BE01282-4E78-4769-A595-ED8434DA0527}" destId="{558E3D48-7B14-4C93-B9EE-76A8279EF821}" srcOrd="3" destOrd="0" presId="urn:microsoft.com/office/officeart/2005/8/layout/list1"/>
    <dgm:cxn modelId="{686D7923-389B-4CF3-A0A3-95FF5E9F9689}" type="presParOf" srcId="{8BE01282-4E78-4769-A595-ED8434DA0527}" destId="{2BFF064A-2858-4F68-9F47-9F0BBD783D59}" srcOrd="4" destOrd="0" presId="urn:microsoft.com/office/officeart/2005/8/layout/list1"/>
    <dgm:cxn modelId="{D813E610-3842-41AD-A528-17EF84C32818}" type="presParOf" srcId="{2BFF064A-2858-4F68-9F47-9F0BBD783D59}" destId="{8AAD4F2A-B434-4A15-A86F-0B19FB1E30A0}" srcOrd="0" destOrd="0" presId="urn:microsoft.com/office/officeart/2005/8/layout/list1"/>
    <dgm:cxn modelId="{8E24D888-4123-4B9B-B232-F2CA4512E754}" type="presParOf" srcId="{2BFF064A-2858-4F68-9F47-9F0BBD783D59}" destId="{D53A217C-57D1-4FAD-900C-1D435F9B4984}" srcOrd="1" destOrd="0" presId="urn:microsoft.com/office/officeart/2005/8/layout/list1"/>
    <dgm:cxn modelId="{5924577C-B766-4F01-BBED-6264F0B2CA7E}" type="presParOf" srcId="{8BE01282-4E78-4769-A595-ED8434DA0527}" destId="{94D1289B-C7EA-4C3E-9785-46E6AF9C910B}" srcOrd="5" destOrd="0" presId="urn:microsoft.com/office/officeart/2005/8/layout/list1"/>
    <dgm:cxn modelId="{41CB3A08-EA00-4472-A98B-09E78AA6126D}" type="presParOf" srcId="{8BE01282-4E78-4769-A595-ED8434DA0527}" destId="{49A6EA43-7F5B-403D-98A3-CDD8D46B8A8B}" srcOrd="6" destOrd="0" presId="urn:microsoft.com/office/officeart/2005/8/layout/list1"/>
    <dgm:cxn modelId="{12AD233E-70DC-48ED-B8F5-13005624B3E6}" type="presParOf" srcId="{8BE01282-4E78-4769-A595-ED8434DA0527}" destId="{EE5FD1A4-0624-4AA6-9644-5F2CE336B68A}" srcOrd="7" destOrd="0" presId="urn:microsoft.com/office/officeart/2005/8/layout/list1"/>
    <dgm:cxn modelId="{E0497A2F-8789-42FC-9C76-93870954B68E}" type="presParOf" srcId="{8BE01282-4E78-4769-A595-ED8434DA0527}" destId="{95315CCC-82CD-4DED-8D8E-ECCBD4ED7F26}" srcOrd="8" destOrd="0" presId="urn:microsoft.com/office/officeart/2005/8/layout/list1"/>
    <dgm:cxn modelId="{E23DDA54-DABD-4876-A771-AFC4F747DDC5}" type="presParOf" srcId="{95315CCC-82CD-4DED-8D8E-ECCBD4ED7F26}" destId="{2D48AD24-0F7A-436F-BF61-D73B205F7DD8}" srcOrd="0" destOrd="0" presId="urn:microsoft.com/office/officeart/2005/8/layout/list1"/>
    <dgm:cxn modelId="{FD35A826-286F-403B-825E-1A305730CCDC}" type="presParOf" srcId="{95315CCC-82CD-4DED-8D8E-ECCBD4ED7F26}" destId="{8753E1C7-4526-4BA7-B805-6672D73AE5A6}" srcOrd="1" destOrd="0" presId="urn:microsoft.com/office/officeart/2005/8/layout/list1"/>
    <dgm:cxn modelId="{98CCDE03-F63D-4DEB-8446-E19071B2A272}" type="presParOf" srcId="{8BE01282-4E78-4769-A595-ED8434DA0527}" destId="{22A80AE1-F92B-4F73-91CD-526BB38D990F}" srcOrd="9" destOrd="0" presId="urn:microsoft.com/office/officeart/2005/8/layout/list1"/>
    <dgm:cxn modelId="{3F9535C8-9740-4EB7-8463-8623D40AAD94}" type="presParOf" srcId="{8BE01282-4E78-4769-A595-ED8434DA0527}" destId="{F3F53CAE-2E79-455B-B13A-30D726FEFB94}" srcOrd="10" destOrd="0" presId="urn:microsoft.com/office/officeart/2005/8/layout/list1"/>
    <dgm:cxn modelId="{C6BE949B-41D8-431E-A511-E10D972C9E50}" type="presParOf" srcId="{8BE01282-4E78-4769-A595-ED8434DA0527}" destId="{3E1CBA5B-2302-4E67-B9A5-78815CF5677E}" srcOrd="11" destOrd="0" presId="urn:microsoft.com/office/officeart/2005/8/layout/list1"/>
    <dgm:cxn modelId="{C3354503-F20D-40D8-A8BF-33E6A12B7A88}" type="presParOf" srcId="{8BE01282-4E78-4769-A595-ED8434DA0527}" destId="{6A59196E-D238-4BCA-893D-74A7BD8E35E2}" srcOrd="12" destOrd="0" presId="urn:microsoft.com/office/officeart/2005/8/layout/list1"/>
    <dgm:cxn modelId="{63D6C68E-5B16-4BCD-B149-4FEB9527C91B}" type="presParOf" srcId="{6A59196E-D238-4BCA-893D-74A7BD8E35E2}" destId="{BF72C80E-8BFF-4416-B8EE-BEFEF59D8E69}" srcOrd="0" destOrd="0" presId="urn:microsoft.com/office/officeart/2005/8/layout/list1"/>
    <dgm:cxn modelId="{172B174D-C0EA-4E28-AF26-D70B38742603}" type="presParOf" srcId="{6A59196E-D238-4BCA-893D-74A7BD8E35E2}" destId="{36E2EDA5-2C89-48C2-BA9D-905834C8EEDF}" srcOrd="1" destOrd="0" presId="urn:microsoft.com/office/officeart/2005/8/layout/list1"/>
    <dgm:cxn modelId="{94FD83C7-B5BD-49CE-9A85-1797C5FBC53F}" type="presParOf" srcId="{8BE01282-4E78-4769-A595-ED8434DA0527}" destId="{71C53E66-A5F6-42DC-B17E-119412869EE0}" srcOrd="13" destOrd="0" presId="urn:microsoft.com/office/officeart/2005/8/layout/list1"/>
    <dgm:cxn modelId="{92DC3B75-EB42-4C85-B6C7-4C07CFD5421E}" type="presParOf" srcId="{8BE01282-4E78-4769-A595-ED8434DA0527}" destId="{05324819-8C45-448F-A521-C2A27FF9444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B52209E-7139-4D8F-AF9B-AA3E729F4CB5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3FC91E9-F309-4A3B-8CC3-8569303BAA11}">
      <dgm:prSet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Average squared deviation from mean</a:t>
          </a:r>
        </a:p>
      </dgm:t>
    </dgm:pt>
    <dgm:pt modelId="{A8E1E323-6F19-4487-8421-2AA5E091ADAE}" type="parTrans" cxnId="{A3818199-2741-4AC2-9970-36D66D4CA9F6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3693E7F6-D70E-4D8F-9438-1419D82A00DA}" type="sibTrans" cxnId="{A3818199-2741-4AC2-9970-36D66D4CA9F6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C4C56242-AAEA-45C6-B906-FBF7061EAD8D}">
      <dgm:prSet custT="1"/>
      <dgm:spPr/>
      <dgm:t>
        <a:bodyPr/>
        <a:lstStyle/>
        <a:p>
          <a:r>
            <a:rPr lang="en-US" sz="2400">
              <a:solidFill>
                <a:schemeClr val="tx1"/>
              </a:solidFill>
            </a:rPr>
            <a:t>Layman Explanation:</a:t>
          </a:r>
        </a:p>
      </dgm:t>
    </dgm:pt>
    <dgm:pt modelId="{6BDF5E6A-9C05-46B1-BC2D-BE3A710A94CD}" type="parTrans" cxnId="{68606027-A967-4A12-857C-6DBC2B3FFCEC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32E11C82-F34F-46F8-AE63-86B2F8F7240D}" type="sibTrans" cxnId="{68606027-A967-4A12-857C-6DBC2B3FFCEC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7FD6DDE1-11F6-4FAE-BC1E-E9E1766D43D9}">
      <dgm:prSet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Measures inconsistency</a:t>
          </a:r>
        </a:p>
      </dgm:t>
    </dgm:pt>
    <dgm:pt modelId="{53267B02-3356-4898-9F24-67AE87E12E8C}" type="parTrans" cxnId="{2C55DB1C-DAD7-4BAE-B338-88F25FBDD4FD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0984E036-5813-4874-8510-760C5DBDC479}" type="sibTrans" cxnId="{2C55DB1C-DAD7-4BAE-B338-88F25FBDD4FD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07D92EED-7319-4902-89DE-25E6B86886C9}">
      <dgm:prSet custT="1"/>
      <dgm:spPr/>
      <dgm:t>
        <a:bodyPr/>
        <a:lstStyle/>
        <a:p>
          <a:r>
            <a:rPr lang="en-US" sz="2400">
              <a:solidFill>
                <a:schemeClr val="tx1"/>
              </a:solidFill>
            </a:rPr>
            <a:t>Industry Use:</a:t>
          </a:r>
        </a:p>
      </dgm:t>
    </dgm:pt>
    <dgm:pt modelId="{827323AA-BD01-4B0B-A85D-94752F164EA7}" type="parTrans" cxnId="{0C01397B-5F8D-449C-8B55-BAD8892D03DE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85E1BA31-7B7E-4984-BD07-9189A2297B03}" type="sibTrans" cxnId="{0C01397B-5F8D-449C-8B55-BAD8892D03DE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76063BCA-1D7A-46A9-8B24-DEFEFC9A9A70}">
      <dgm:prSet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Manufacturing consistency</a:t>
          </a:r>
        </a:p>
      </dgm:t>
    </dgm:pt>
    <dgm:pt modelId="{0F616DA2-127A-46DA-8608-5F9C8BD7A693}" type="parTrans" cxnId="{114748C0-BE0C-4C8C-A1ED-B7E7513E36C6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E7028E72-8ABB-4369-A82A-EB7A50FA7535}" type="sibTrans" cxnId="{114748C0-BE0C-4C8C-A1ED-B7E7513E36C6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1F75472D-AA15-4493-9F61-495CCA021D6F}">
      <dgm:prSet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Financial risk modeling</a:t>
          </a:r>
        </a:p>
      </dgm:t>
    </dgm:pt>
    <dgm:pt modelId="{D574C872-7246-4599-AC8C-2D650D0544BF}" type="parTrans" cxnId="{20B4BDCF-AB41-42F2-8CA9-22FF2F43D59B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349E91FB-E1A4-4D38-8772-AD46FCE22431}" type="sibTrans" cxnId="{20B4BDCF-AB41-42F2-8CA9-22FF2F43D59B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8306C610-D550-46F5-81D3-B91174D7BA29}">
      <dgm:prSet custT="1"/>
      <dgm:spPr/>
      <dgm:t>
        <a:bodyPr/>
        <a:lstStyle/>
        <a:p>
          <a:r>
            <a:rPr lang="en-US" sz="2400">
              <a:solidFill>
                <a:schemeClr val="tx1"/>
              </a:solidFill>
            </a:rPr>
            <a:t>Units are squared → less interpretable</a:t>
          </a:r>
        </a:p>
      </dgm:t>
    </dgm:pt>
    <dgm:pt modelId="{32A9590D-1832-4599-A158-456BBD4FE9E1}" type="parTrans" cxnId="{056E8A8B-B2C6-4038-881E-A2EE71B8EBFD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39CDD1B7-4799-452F-A9E4-89D1C5B21C55}" type="sibTrans" cxnId="{056E8A8B-B2C6-4038-881E-A2EE71B8EBFD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77A0B781-3C50-4F5E-BD02-70E794B07B75}" type="pres">
      <dgm:prSet presAssocID="{3B52209E-7139-4D8F-AF9B-AA3E729F4CB5}" presName="linear" presStyleCnt="0">
        <dgm:presLayoutVars>
          <dgm:dir/>
          <dgm:animLvl val="lvl"/>
          <dgm:resizeHandles val="exact"/>
        </dgm:presLayoutVars>
      </dgm:prSet>
      <dgm:spPr/>
    </dgm:pt>
    <dgm:pt modelId="{63AD2627-968E-42A8-BBA5-0394B4B7C80D}" type="pres">
      <dgm:prSet presAssocID="{83FC91E9-F309-4A3B-8CC3-8569303BAA11}" presName="parentLin" presStyleCnt="0"/>
      <dgm:spPr/>
    </dgm:pt>
    <dgm:pt modelId="{022C8A41-9A86-41FE-9858-4979BA6F85E8}" type="pres">
      <dgm:prSet presAssocID="{83FC91E9-F309-4A3B-8CC3-8569303BAA11}" presName="parentLeftMargin" presStyleLbl="node1" presStyleIdx="0" presStyleCnt="4"/>
      <dgm:spPr/>
    </dgm:pt>
    <dgm:pt modelId="{91EB7CF9-94D9-4C9B-B079-C248A7BA2F27}" type="pres">
      <dgm:prSet presAssocID="{83FC91E9-F309-4A3B-8CC3-8569303BAA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0C2EA0-52CD-46DA-8437-6D3B5F3A3246}" type="pres">
      <dgm:prSet presAssocID="{83FC91E9-F309-4A3B-8CC3-8569303BAA11}" presName="negativeSpace" presStyleCnt="0"/>
      <dgm:spPr/>
    </dgm:pt>
    <dgm:pt modelId="{AD173A00-9414-45F5-AA90-EC2B3CEEBEBB}" type="pres">
      <dgm:prSet presAssocID="{83FC91E9-F309-4A3B-8CC3-8569303BAA11}" presName="childText" presStyleLbl="conFgAcc1" presStyleIdx="0" presStyleCnt="4">
        <dgm:presLayoutVars>
          <dgm:bulletEnabled val="1"/>
        </dgm:presLayoutVars>
      </dgm:prSet>
      <dgm:spPr/>
    </dgm:pt>
    <dgm:pt modelId="{6D538148-D344-4FDD-A192-2C6B68F8FAEC}" type="pres">
      <dgm:prSet presAssocID="{3693E7F6-D70E-4D8F-9438-1419D82A00DA}" presName="spaceBetweenRectangles" presStyleCnt="0"/>
      <dgm:spPr/>
    </dgm:pt>
    <dgm:pt modelId="{D1D7AE58-F36B-4D74-8488-DB8B13E498AF}" type="pres">
      <dgm:prSet presAssocID="{C4C56242-AAEA-45C6-B906-FBF7061EAD8D}" presName="parentLin" presStyleCnt="0"/>
      <dgm:spPr/>
    </dgm:pt>
    <dgm:pt modelId="{762CAFA4-3029-4D28-9D03-815ABE5AB0D6}" type="pres">
      <dgm:prSet presAssocID="{C4C56242-AAEA-45C6-B906-FBF7061EAD8D}" presName="parentLeftMargin" presStyleLbl="node1" presStyleIdx="0" presStyleCnt="4"/>
      <dgm:spPr/>
    </dgm:pt>
    <dgm:pt modelId="{BBF7F034-F4C2-4756-BE97-27EA2CB0F6EA}" type="pres">
      <dgm:prSet presAssocID="{C4C56242-AAEA-45C6-B906-FBF7061EAD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5AE036-172B-4FF3-9AE2-F92CF72E8C6F}" type="pres">
      <dgm:prSet presAssocID="{C4C56242-AAEA-45C6-B906-FBF7061EAD8D}" presName="negativeSpace" presStyleCnt="0"/>
      <dgm:spPr/>
    </dgm:pt>
    <dgm:pt modelId="{6E65757D-B99A-42C4-B2BF-D29E214AFEB1}" type="pres">
      <dgm:prSet presAssocID="{C4C56242-AAEA-45C6-B906-FBF7061EAD8D}" presName="childText" presStyleLbl="conFgAcc1" presStyleIdx="1" presStyleCnt="4">
        <dgm:presLayoutVars>
          <dgm:bulletEnabled val="1"/>
        </dgm:presLayoutVars>
      </dgm:prSet>
      <dgm:spPr/>
    </dgm:pt>
    <dgm:pt modelId="{C5E855A9-6A0C-4227-82A3-AA34AD5E1312}" type="pres">
      <dgm:prSet presAssocID="{32E11C82-F34F-46F8-AE63-86B2F8F7240D}" presName="spaceBetweenRectangles" presStyleCnt="0"/>
      <dgm:spPr/>
    </dgm:pt>
    <dgm:pt modelId="{2E1F0606-9358-490D-8734-16E153C27FEB}" type="pres">
      <dgm:prSet presAssocID="{07D92EED-7319-4902-89DE-25E6B86886C9}" presName="parentLin" presStyleCnt="0"/>
      <dgm:spPr/>
    </dgm:pt>
    <dgm:pt modelId="{45ABB67D-E71E-4580-9667-E03C816D97F1}" type="pres">
      <dgm:prSet presAssocID="{07D92EED-7319-4902-89DE-25E6B86886C9}" presName="parentLeftMargin" presStyleLbl="node1" presStyleIdx="1" presStyleCnt="4"/>
      <dgm:spPr/>
    </dgm:pt>
    <dgm:pt modelId="{39E5FDE5-3788-4404-9AB2-8609B14FB56C}" type="pres">
      <dgm:prSet presAssocID="{07D92EED-7319-4902-89DE-25E6B86886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3ADEF03-87A2-4809-97BE-AD0B3A0AC346}" type="pres">
      <dgm:prSet presAssocID="{07D92EED-7319-4902-89DE-25E6B86886C9}" presName="negativeSpace" presStyleCnt="0"/>
      <dgm:spPr/>
    </dgm:pt>
    <dgm:pt modelId="{358B3A1A-2954-4D54-B3BE-2E366D39DCE9}" type="pres">
      <dgm:prSet presAssocID="{07D92EED-7319-4902-89DE-25E6B86886C9}" presName="childText" presStyleLbl="conFgAcc1" presStyleIdx="2" presStyleCnt="4">
        <dgm:presLayoutVars>
          <dgm:bulletEnabled val="1"/>
        </dgm:presLayoutVars>
      </dgm:prSet>
      <dgm:spPr/>
    </dgm:pt>
    <dgm:pt modelId="{6581C539-7260-4BAD-814F-157E2345189E}" type="pres">
      <dgm:prSet presAssocID="{85E1BA31-7B7E-4984-BD07-9189A2297B03}" presName="spaceBetweenRectangles" presStyleCnt="0"/>
      <dgm:spPr/>
    </dgm:pt>
    <dgm:pt modelId="{4078D4BE-1153-4850-8A21-08C7627C0218}" type="pres">
      <dgm:prSet presAssocID="{8306C610-D550-46F5-81D3-B91174D7BA29}" presName="parentLin" presStyleCnt="0"/>
      <dgm:spPr/>
    </dgm:pt>
    <dgm:pt modelId="{A3AEFFE7-FA36-400E-8F21-293B68185D4B}" type="pres">
      <dgm:prSet presAssocID="{8306C610-D550-46F5-81D3-B91174D7BA29}" presName="parentLeftMargin" presStyleLbl="node1" presStyleIdx="2" presStyleCnt="4"/>
      <dgm:spPr/>
    </dgm:pt>
    <dgm:pt modelId="{FC6AF61F-D535-42AC-BFBC-94ABC2036E4C}" type="pres">
      <dgm:prSet presAssocID="{8306C610-D550-46F5-81D3-B91174D7BA2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08B96B2-DA3F-4978-86FD-7DE52CF04DEA}" type="pres">
      <dgm:prSet presAssocID="{8306C610-D550-46F5-81D3-B91174D7BA29}" presName="negativeSpace" presStyleCnt="0"/>
      <dgm:spPr/>
    </dgm:pt>
    <dgm:pt modelId="{7D7ED8FD-2181-4DC8-AD77-55F0D88E5685}" type="pres">
      <dgm:prSet presAssocID="{8306C610-D550-46F5-81D3-B91174D7BA2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D7E7806-8636-4AAC-BAE9-C8D328E3D1E7}" type="presOf" srcId="{3B52209E-7139-4D8F-AF9B-AA3E729F4CB5}" destId="{77A0B781-3C50-4F5E-BD02-70E794B07B75}" srcOrd="0" destOrd="0" presId="urn:microsoft.com/office/officeart/2005/8/layout/list1"/>
    <dgm:cxn modelId="{2C55DB1C-DAD7-4BAE-B338-88F25FBDD4FD}" srcId="{C4C56242-AAEA-45C6-B906-FBF7061EAD8D}" destId="{7FD6DDE1-11F6-4FAE-BC1E-E9E1766D43D9}" srcOrd="0" destOrd="0" parTransId="{53267B02-3356-4898-9F24-67AE87E12E8C}" sibTransId="{0984E036-5813-4874-8510-760C5DBDC479}"/>
    <dgm:cxn modelId="{68606027-A967-4A12-857C-6DBC2B3FFCEC}" srcId="{3B52209E-7139-4D8F-AF9B-AA3E729F4CB5}" destId="{C4C56242-AAEA-45C6-B906-FBF7061EAD8D}" srcOrd="1" destOrd="0" parTransId="{6BDF5E6A-9C05-46B1-BC2D-BE3A710A94CD}" sibTransId="{32E11C82-F34F-46F8-AE63-86B2F8F7240D}"/>
    <dgm:cxn modelId="{4A2ECE67-1780-43EE-B8EB-D48ADB160199}" type="presOf" srcId="{1F75472D-AA15-4493-9F61-495CCA021D6F}" destId="{358B3A1A-2954-4D54-B3BE-2E366D39DCE9}" srcOrd="0" destOrd="1" presId="urn:microsoft.com/office/officeart/2005/8/layout/list1"/>
    <dgm:cxn modelId="{7B9EE575-6BBB-434F-AD45-555FCE604BA3}" type="presOf" srcId="{07D92EED-7319-4902-89DE-25E6B86886C9}" destId="{45ABB67D-E71E-4580-9667-E03C816D97F1}" srcOrd="0" destOrd="0" presId="urn:microsoft.com/office/officeart/2005/8/layout/list1"/>
    <dgm:cxn modelId="{0C01397B-5F8D-449C-8B55-BAD8892D03DE}" srcId="{3B52209E-7139-4D8F-AF9B-AA3E729F4CB5}" destId="{07D92EED-7319-4902-89DE-25E6B86886C9}" srcOrd="2" destOrd="0" parTransId="{827323AA-BD01-4B0B-A85D-94752F164EA7}" sibTransId="{85E1BA31-7B7E-4984-BD07-9189A2297B03}"/>
    <dgm:cxn modelId="{F573A984-208C-477F-BC58-89E1A39AA603}" type="presOf" srcId="{C4C56242-AAEA-45C6-B906-FBF7061EAD8D}" destId="{762CAFA4-3029-4D28-9D03-815ABE5AB0D6}" srcOrd="0" destOrd="0" presId="urn:microsoft.com/office/officeart/2005/8/layout/list1"/>
    <dgm:cxn modelId="{056E8A8B-B2C6-4038-881E-A2EE71B8EBFD}" srcId="{3B52209E-7139-4D8F-AF9B-AA3E729F4CB5}" destId="{8306C610-D550-46F5-81D3-B91174D7BA29}" srcOrd="3" destOrd="0" parTransId="{32A9590D-1832-4599-A158-456BBD4FE9E1}" sibTransId="{39CDD1B7-4799-452F-A9E4-89D1C5B21C55}"/>
    <dgm:cxn modelId="{8F8EF491-E775-4D85-8E84-D198EBE6B392}" type="presOf" srcId="{C4C56242-AAEA-45C6-B906-FBF7061EAD8D}" destId="{BBF7F034-F4C2-4756-BE97-27EA2CB0F6EA}" srcOrd="1" destOrd="0" presId="urn:microsoft.com/office/officeart/2005/8/layout/list1"/>
    <dgm:cxn modelId="{78C44893-196F-472F-A5B7-B6E7A86434BF}" type="presOf" srcId="{76063BCA-1D7A-46A9-8B24-DEFEFC9A9A70}" destId="{358B3A1A-2954-4D54-B3BE-2E366D39DCE9}" srcOrd="0" destOrd="0" presId="urn:microsoft.com/office/officeart/2005/8/layout/list1"/>
    <dgm:cxn modelId="{A3818199-2741-4AC2-9970-36D66D4CA9F6}" srcId="{3B52209E-7139-4D8F-AF9B-AA3E729F4CB5}" destId="{83FC91E9-F309-4A3B-8CC3-8569303BAA11}" srcOrd="0" destOrd="0" parTransId="{A8E1E323-6F19-4487-8421-2AA5E091ADAE}" sibTransId="{3693E7F6-D70E-4D8F-9438-1419D82A00DA}"/>
    <dgm:cxn modelId="{27AC19B4-E69D-46BD-9BE5-8F8DF74A784F}" type="presOf" srcId="{83FC91E9-F309-4A3B-8CC3-8569303BAA11}" destId="{91EB7CF9-94D9-4C9B-B079-C248A7BA2F27}" srcOrd="1" destOrd="0" presId="urn:microsoft.com/office/officeart/2005/8/layout/list1"/>
    <dgm:cxn modelId="{76A9F3B6-3790-4E23-8238-10385C0A7199}" type="presOf" srcId="{8306C610-D550-46F5-81D3-B91174D7BA29}" destId="{A3AEFFE7-FA36-400E-8F21-293B68185D4B}" srcOrd="0" destOrd="0" presId="urn:microsoft.com/office/officeart/2005/8/layout/list1"/>
    <dgm:cxn modelId="{114748C0-BE0C-4C8C-A1ED-B7E7513E36C6}" srcId="{07D92EED-7319-4902-89DE-25E6B86886C9}" destId="{76063BCA-1D7A-46A9-8B24-DEFEFC9A9A70}" srcOrd="0" destOrd="0" parTransId="{0F616DA2-127A-46DA-8608-5F9C8BD7A693}" sibTransId="{E7028E72-8ABB-4369-A82A-EB7A50FA7535}"/>
    <dgm:cxn modelId="{7C8B2AC1-BFBE-41DD-957B-36EBAC58D585}" type="presOf" srcId="{8306C610-D550-46F5-81D3-B91174D7BA29}" destId="{FC6AF61F-D535-42AC-BFBC-94ABC2036E4C}" srcOrd="1" destOrd="0" presId="urn:microsoft.com/office/officeart/2005/8/layout/list1"/>
    <dgm:cxn modelId="{20B4BDCF-AB41-42F2-8CA9-22FF2F43D59B}" srcId="{07D92EED-7319-4902-89DE-25E6B86886C9}" destId="{1F75472D-AA15-4493-9F61-495CCA021D6F}" srcOrd="1" destOrd="0" parTransId="{D574C872-7246-4599-AC8C-2D650D0544BF}" sibTransId="{349E91FB-E1A4-4D38-8772-AD46FCE22431}"/>
    <dgm:cxn modelId="{0B7403D8-DBBB-485B-9F88-79F4BF191264}" type="presOf" srcId="{83FC91E9-F309-4A3B-8CC3-8569303BAA11}" destId="{022C8A41-9A86-41FE-9858-4979BA6F85E8}" srcOrd="0" destOrd="0" presId="urn:microsoft.com/office/officeart/2005/8/layout/list1"/>
    <dgm:cxn modelId="{9E825AE6-70E9-4F82-8F48-F651D129DFB0}" type="presOf" srcId="{7FD6DDE1-11F6-4FAE-BC1E-E9E1766D43D9}" destId="{6E65757D-B99A-42C4-B2BF-D29E214AFEB1}" srcOrd="0" destOrd="0" presId="urn:microsoft.com/office/officeart/2005/8/layout/list1"/>
    <dgm:cxn modelId="{F91AB7F3-964E-4AA7-AC68-B7B5DFE5FE53}" type="presOf" srcId="{07D92EED-7319-4902-89DE-25E6B86886C9}" destId="{39E5FDE5-3788-4404-9AB2-8609B14FB56C}" srcOrd="1" destOrd="0" presId="urn:microsoft.com/office/officeart/2005/8/layout/list1"/>
    <dgm:cxn modelId="{45FED4C9-691A-4D06-8878-A96B06F6C5AD}" type="presParOf" srcId="{77A0B781-3C50-4F5E-BD02-70E794B07B75}" destId="{63AD2627-968E-42A8-BBA5-0394B4B7C80D}" srcOrd="0" destOrd="0" presId="urn:microsoft.com/office/officeart/2005/8/layout/list1"/>
    <dgm:cxn modelId="{98892DFE-9BA8-4912-A704-ADB7B44B1C7C}" type="presParOf" srcId="{63AD2627-968E-42A8-BBA5-0394B4B7C80D}" destId="{022C8A41-9A86-41FE-9858-4979BA6F85E8}" srcOrd="0" destOrd="0" presId="urn:microsoft.com/office/officeart/2005/8/layout/list1"/>
    <dgm:cxn modelId="{6341964E-3AE5-4FED-9662-5EA755E45030}" type="presParOf" srcId="{63AD2627-968E-42A8-BBA5-0394B4B7C80D}" destId="{91EB7CF9-94D9-4C9B-B079-C248A7BA2F27}" srcOrd="1" destOrd="0" presId="urn:microsoft.com/office/officeart/2005/8/layout/list1"/>
    <dgm:cxn modelId="{B2A86205-D092-4122-A10F-F9FF5230923E}" type="presParOf" srcId="{77A0B781-3C50-4F5E-BD02-70E794B07B75}" destId="{8F0C2EA0-52CD-46DA-8437-6D3B5F3A3246}" srcOrd="1" destOrd="0" presId="urn:microsoft.com/office/officeart/2005/8/layout/list1"/>
    <dgm:cxn modelId="{30874C2B-3666-4043-91EF-C8F94327144D}" type="presParOf" srcId="{77A0B781-3C50-4F5E-BD02-70E794B07B75}" destId="{AD173A00-9414-45F5-AA90-EC2B3CEEBEBB}" srcOrd="2" destOrd="0" presId="urn:microsoft.com/office/officeart/2005/8/layout/list1"/>
    <dgm:cxn modelId="{5765B981-3831-4972-B109-FA2A0ABF3351}" type="presParOf" srcId="{77A0B781-3C50-4F5E-BD02-70E794B07B75}" destId="{6D538148-D344-4FDD-A192-2C6B68F8FAEC}" srcOrd="3" destOrd="0" presId="urn:microsoft.com/office/officeart/2005/8/layout/list1"/>
    <dgm:cxn modelId="{34C350F2-C12A-4049-BF2E-B56412478EB0}" type="presParOf" srcId="{77A0B781-3C50-4F5E-BD02-70E794B07B75}" destId="{D1D7AE58-F36B-4D74-8488-DB8B13E498AF}" srcOrd="4" destOrd="0" presId="urn:microsoft.com/office/officeart/2005/8/layout/list1"/>
    <dgm:cxn modelId="{CB96D888-21C5-4AAA-AAA9-3699CCBBD926}" type="presParOf" srcId="{D1D7AE58-F36B-4D74-8488-DB8B13E498AF}" destId="{762CAFA4-3029-4D28-9D03-815ABE5AB0D6}" srcOrd="0" destOrd="0" presId="urn:microsoft.com/office/officeart/2005/8/layout/list1"/>
    <dgm:cxn modelId="{1E75DCA4-704D-44FD-AA61-62D2095EFEF9}" type="presParOf" srcId="{D1D7AE58-F36B-4D74-8488-DB8B13E498AF}" destId="{BBF7F034-F4C2-4756-BE97-27EA2CB0F6EA}" srcOrd="1" destOrd="0" presId="urn:microsoft.com/office/officeart/2005/8/layout/list1"/>
    <dgm:cxn modelId="{4309E2CC-2C3A-4BE9-909E-1ADE93032674}" type="presParOf" srcId="{77A0B781-3C50-4F5E-BD02-70E794B07B75}" destId="{845AE036-172B-4FF3-9AE2-F92CF72E8C6F}" srcOrd="5" destOrd="0" presId="urn:microsoft.com/office/officeart/2005/8/layout/list1"/>
    <dgm:cxn modelId="{2F49DA61-23DF-4446-8720-9FF221D78383}" type="presParOf" srcId="{77A0B781-3C50-4F5E-BD02-70E794B07B75}" destId="{6E65757D-B99A-42C4-B2BF-D29E214AFEB1}" srcOrd="6" destOrd="0" presId="urn:microsoft.com/office/officeart/2005/8/layout/list1"/>
    <dgm:cxn modelId="{74D32E18-BBE9-4064-A988-636987965430}" type="presParOf" srcId="{77A0B781-3C50-4F5E-BD02-70E794B07B75}" destId="{C5E855A9-6A0C-4227-82A3-AA34AD5E1312}" srcOrd="7" destOrd="0" presId="urn:microsoft.com/office/officeart/2005/8/layout/list1"/>
    <dgm:cxn modelId="{6D4AEF03-0EA0-41F3-8BD1-B3C27B4AAAAB}" type="presParOf" srcId="{77A0B781-3C50-4F5E-BD02-70E794B07B75}" destId="{2E1F0606-9358-490D-8734-16E153C27FEB}" srcOrd="8" destOrd="0" presId="urn:microsoft.com/office/officeart/2005/8/layout/list1"/>
    <dgm:cxn modelId="{645AC2D7-07C2-4088-AFC5-C61F4792B72D}" type="presParOf" srcId="{2E1F0606-9358-490D-8734-16E153C27FEB}" destId="{45ABB67D-E71E-4580-9667-E03C816D97F1}" srcOrd="0" destOrd="0" presId="urn:microsoft.com/office/officeart/2005/8/layout/list1"/>
    <dgm:cxn modelId="{2F543FA8-B04D-4274-B804-49B6D7817E97}" type="presParOf" srcId="{2E1F0606-9358-490D-8734-16E153C27FEB}" destId="{39E5FDE5-3788-4404-9AB2-8609B14FB56C}" srcOrd="1" destOrd="0" presId="urn:microsoft.com/office/officeart/2005/8/layout/list1"/>
    <dgm:cxn modelId="{689D222B-895A-4FAA-9827-669AD6457F84}" type="presParOf" srcId="{77A0B781-3C50-4F5E-BD02-70E794B07B75}" destId="{93ADEF03-87A2-4809-97BE-AD0B3A0AC346}" srcOrd="9" destOrd="0" presId="urn:microsoft.com/office/officeart/2005/8/layout/list1"/>
    <dgm:cxn modelId="{4A0810A2-F586-409A-AE3D-59ED308E51D9}" type="presParOf" srcId="{77A0B781-3C50-4F5E-BD02-70E794B07B75}" destId="{358B3A1A-2954-4D54-B3BE-2E366D39DCE9}" srcOrd="10" destOrd="0" presId="urn:microsoft.com/office/officeart/2005/8/layout/list1"/>
    <dgm:cxn modelId="{5C4109FA-B694-459D-9F54-DCC9D071789F}" type="presParOf" srcId="{77A0B781-3C50-4F5E-BD02-70E794B07B75}" destId="{6581C539-7260-4BAD-814F-157E2345189E}" srcOrd="11" destOrd="0" presId="urn:microsoft.com/office/officeart/2005/8/layout/list1"/>
    <dgm:cxn modelId="{EC9014EA-DE44-4521-A09B-5B653CD53A27}" type="presParOf" srcId="{77A0B781-3C50-4F5E-BD02-70E794B07B75}" destId="{4078D4BE-1153-4850-8A21-08C7627C0218}" srcOrd="12" destOrd="0" presId="urn:microsoft.com/office/officeart/2005/8/layout/list1"/>
    <dgm:cxn modelId="{7C554AF9-5FF2-4404-BA78-6AB930FBB6EA}" type="presParOf" srcId="{4078D4BE-1153-4850-8A21-08C7627C0218}" destId="{A3AEFFE7-FA36-400E-8F21-293B68185D4B}" srcOrd="0" destOrd="0" presId="urn:microsoft.com/office/officeart/2005/8/layout/list1"/>
    <dgm:cxn modelId="{1E65CA3E-4CF6-4AD1-8FAB-C1B3C33A0160}" type="presParOf" srcId="{4078D4BE-1153-4850-8A21-08C7627C0218}" destId="{FC6AF61F-D535-42AC-BFBC-94ABC2036E4C}" srcOrd="1" destOrd="0" presId="urn:microsoft.com/office/officeart/2005/8/layout/list1"/>
    <dgm:cxn modelId="{E655E91A-B10E-48D6-B2D8-46D7F04CE93C}" type="presParOf" srcId="{77A0B781-3C50-4F5E-BD02-70E794B07B75}" destId="{408B96B2-DA3F-4978-86FD-7DE52CF04DEA}" srcOrd="13" destOrd="0" presId="urn:microsoft.com/office/officeart/2005/8/layout/list1"/>
    <dgm:cxn modelId="{3D6A75A5-C048-4E19-AE3E-44EF5A34B749}" type="presParOf" srcId="{77A0B781-3C50-4F5E-BD02-70E794B07B75}" destId="{7D7ED8FD-2181-4DC8-AD77-55F0D88E568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22952A7-7784-4E39-A384-08121A2FB54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6C58D32-D2EC-4F5A-AD51-8A644C385A48}">
      <dgm:prSet custT="1"/>
      <dgm:spPr/>
      <dgm:t>
        <a:bodyPr/>
        <a:lstStyle/>
        <a:p>
          <a:r>
            <a:rPr lang="en-US" sz="2400" dirty="0"/>
            <a:t>Square root of variance</a:t>
          </a:r>
        </a:p>
      </dgm:t>
    </dgm:pt>
    <dgm:pt modelId="{D02F1557-CE77-4DD8-B76B-6EE31F53A3C4}" type="parTrans" cxnId="{5A2A81F3-9B36-4CED-B32A-73980B491BA8}">
      <dgm:prSet/>
      <dgm:spPr/>
      <dgm:t>
        <a:bodyPr/>
        <a:lstStyle/>
        <a:p>
          <a:endParaRPr lang="en-US" sz="2000"/>
        </a:p>
      </dgm:t>
    </dgm:pt>
    <dgm:pt modelId="{E3BF6EF2-17DC-4CC7-986C-83A275A268BA}" type="sibTrans" cxnId="{5A2A81F3-9B36-4CED-B32A-73980B491BA8}">
      <dgm:prSet/>
      <dgm:spPr/>
      <dgm:t>
        <a:bodyPr/>
        <a:lstStyle/>
        <a:p>
          <a:endParaRPr lang="en-US" sz="2000"/>
        </a:p>
      </dgm:t>
    </dgm:pt>
    <dgm:pt modelId="{4403476E-33B0-448C-BD5A-D6C63982E759}">
      <dgm:prSet custT="1"/>
      <dgm:spPr/>
      <dgm:t>
        <a:bodyPr/>
        <a:lstStyle/>
        <a:p>
          <a:r>
            <a:rPr lang="en-US" sz="2400"/>
            <a:t>Example:</a:t>
          </a:r>
        </a:p>
      </dgm:t>
    </dgm:pt>
    <dgm:pt modelId="{CA08AD92-E4D0-484D-BE27-6EA805E65504}" type="parTrans" cxnId="{EFDE6569-FC55-48AE-9BFC-ED443878CDBF}">
      <dgm:prSet/>
      <dgm:spPr/>
      <dgm:t>
        <a:bodyPr/>
        <a:lstStyle/>
        <a:p>
          <a:endParaRPr lang="en-US" sz="2000"/>
        </a:p>
      </dgm:t>
    </dgm:pt>
    <dgm:pt modelId="{D632FF72-B52D-487B-8984-24EFB142BEC6}" type="sibTrans" cxnId="{EFDE6569-FC55-48AE-9BFC-ED443878CDBF}">
      <dgm:prSet/>
      <dgm:spPr/>
      <dgm:t>
        <a:bodyPr/>
        <a:lstStyle/>
        <a:p>
          <a:endParaRPr lang="en-US" sz="2000"/>
        </a:p>
      </dgm:t>
    </dgm:pt>
    <dgm:pt modelId="{ABB55833-2A54-4589-A20E-D4979EA87193}">
      <dgm:prSet custT="1"/>
      <dgm:spPr/>
      <dgm:t>
        <a:bodyPr/>
        <a:lstStyle/>
        <a:p>
          <a:pPr>
            <a:buNone/>
          </a:pPr>
          <a:r>
            <a:rPr lang="en-US" sz="2000" dirty="0"/>
            <a:t>How much delivery times vary around the average</a:t>
          </a:r>
        </a:p>
      </dgm:t>
    </dgm:pt>
    <dgm:pt modelId="{B32D1C01-9214-4A08-8ECE-48DFD81D0E2A}" type="parTrans" cxnId="{895CC9D9-F746-4D1F-8836-041931B4A4EA}">
      <dgm:prSet/>
      <dgm:spPr/>
      <dgm:t>
        <a:bodyPr/>
        <a:lstStyle/>
        <a:p>
          <a:endParaRPr lang="en-US" sz="2000"/>
        </a:p>
      </dgm:t>
    </dgm:pt>
    <dgm:pt modelId="{C44AA174-00BF-49F1-94B4-BD7E31AD52B4}" type="sibTrans" cxnId="{895CC9D9-F746-4D1F-8836-041931B4A4EA}">
      <dgm:prSet/>
      <dgm:spPr/>
      <dgm:t>
        <a:bodyPr/>
        <a:lstStyle/>
        <a:p>
          <a:endParaRPr lang="en-US" sz="2000"/>
        </a:p>
      </dgm:t>
    </dgm:pt>
    <dgm:pt modelId="{E5062C23-877D-428F-A8CC-305BAAFAEDA0}">
      <dgm:prSet custT="1"/>
      <dgm:spPr/>
      <dgm:t>
        <a:bodyPr/>
        <a:lstStyle/>
        <a:p>
          <a:r>
            <a:rPr lang="en-US" sz="2400"/>
            <a:t>Industry Use:</a:t>
          </a:r>
        </a:p>
      </dgm:t>
    </dgm:pt>
    <dgm:pt modelId="{A4C9EA52-9B5C-4745-B70B-9D8924898C00}" type="parTrans" cxnId="{6B92D8BA-D647-4E90-9D26-D2A9E82F66D4}">
      <dgm:prSet/>
      <dgm:spPr/>
      <dgm:t>
        <a:bodyPr/>
        <a:lstStyle/>
        <a:p>
          <a:endParaRPr lang="en-US" sz="2000"/>
        </a:p>
      </dgm:t>
    </dgm:pt>
    <dgm:pt modelId="{5805ED57-5E07-4A9E-9833-CF79FADE4BEC}" type="sibTrans" cxnId="{6B92D8BA-D647-4E90-9D26-D2A9E82F66D4}">
      <dgm:prSet/>
      <dgm:spPr/>
      <dgm:t>
        <a:bodyPr/>
        <a:lstStyle/>
        <a:p>
          <a:endParaRPr lang="en-US" sz="2000"/>
        </a:p>
      </dgm:t>
    </dgm:pt>
    <dgm:pt modelId="{48AD3677-1A27-4746-989B-50D6D0F316D7}">
      <dgm:prSet custT="1"/>
      <dgm:spPr/>
      <dgm:t>
        <a:bodyPr/>
        <a:lstStyle/>
        <a:p>
          <a:r>
            <a:rPr lang="en-US" sz="2000" dirty="0"/>
            <a:t>Stock volatility</a:t>
          </a:r>
        </a:p>
      </dgm:t>
    </dgm:pt>
    <dgm:pt modelId="{BDCC41F6-3D31-4662-BFC8-EE3AA8B97AFD}" type="parTrans" cxnId="{D4BD4349-2408-4128-86E3-6DEC9176E76B}">
      <dgm:prSet/>
      <dgm:spPr/>
      <dgm:t>
        <a:bodyPr/>
        <a:lstStyle/>
        <a:p>
          <a:endParaRPr lang="en-US" sz="2000"/>
        </a:p>
      </dgm:t>
    </dgm:pt>
    <dgm:pt modelId="{F455841C-9229-48F5-A0DB-F663922F2566}" type="sibTrans" cxnId="{D4BD4349-2408-4128-86E3-6DEC9176E76B}">
      <dgm:prSet/>
      <dgm:spPr/>
      <dgm:t>
        <a:bodyPr/>
        <a:lstStyle/>
        <a:p>
          <a:endParaRPr lang="en-US" sz="2000"/>
        </a:p>
      </dgm:t>
    </dgm:pt>
    <dgm:pt modelId="{8CD7DA99-0643-44BA-8E91-5B8DB56359E3}">
      <dgm:prSet custT="1"/>
      <dgm:spPr/>
      <dgm:t>
        <a:bodyPr/>
        <a:lstStyle/>
        <a:p>
          <a:r>
            <a:rPr lang="en-US" sz="2000" dirty="0"/>
            <a:t>Forecasting demand</a:t>
          </a:r>
        </a:p>
      </dgm:t>
    </dgm:pt>
    <dgm:pt modelId="{C04CE325-B1CA-4C08-B1BC-4074CB360C24}" type="parTrans" cxnId="{01775ED9-4166-415E-AECE-06F70D991D47}">
      <dgm:prSet/>
      <dgm:spPr/>
      <dgm:t>
        <a:bodyPr/>
        <a:lstStyle/>
        <a:p>
          <a:endParaRPr lang="en-US" sz="2000"/>
        </a:p>
      </dgm:t>
    </dgm:pt>
    <dgm:pt modelId="{72A0137D-AF31-468A-A760-96D40D8F2518}" type="sibTrans" cxnId="{01775ED9-4166-415E-AECE-06F70D991D47}">
      <dgm:prSet/>
      <dgm:spPr/>
      <dgm:t>
        <a:bodyPr/>
        <a:lstStyle/>
        <a:p>
          <a:endParaRPr lang="en-US" sz="2000"/>
        </a:p>
      </dgm:t>
    </dgm:pt>
    <dgm:pt modelId="{0D9604D3-0DE3-4311-B417-86140EC22441}">
      <dgm:prSet custT="1"/>
      <dgm:spPr/>
      <dgm:t>
        <a:bodyPr/>
        <a:lstStyle/>
        <a:p>
          <a:r>
            <a:rPr lang="en-US" sz="2000" dirty="0"/>
            <a:t>ML model stability</a:t>
          </a:r>
        </a:p>
      </dgm:t>
    </dgm:pt>
    <dgm:pt modelId="{1469A6DE-3976-4F6E-A112-8E55326EAB0C}" type="parTrans" cxnId="{F0843C25-1FE2-4EFA-8969-5DE9C4FD17AE}">
      <dgm:prSet/>
      <dgm:spPr/>
      <dgm:t>
        <a:bodyPr/>
        <a:lstStyle/>
        <a:p>
          <a:endParaRPr lang="en-US" sz="2000"/>
        </a:p>
      </dgm:t>
    </dgm:pt>
    <dgm:pt modelId="{7D79D5A5-137A-4B26-A06B-CF3BD8921BB6}" type="sibTrans" cxnId="{F0843C25-1FE2-4EFA-8969-5DE9C4FD17AE}">
      <dgm:prSet/>
      <dgm:spPr/>
      <dgm:t>
        <a:bodyPr/>
        <a:lstStyle/>
        <a:p>
          <a:endParaRPr lang="en-US" sz="2000"/>
        </a:p>
      </dgm:t>
    </dgm:pt>
    <dgm:pt modelId="{A76FC013-9B6F-492E-A8C9-1F785D967DD7}">
      <dgm:prSet custT="1"/>
      <dgm:spPr/>
      <dgm:t>
        <a:bodyPr/>
        <a:lstStyle/>
        <a:p>
          <a:r>
            <a:rPr lang="en-US" sz="2400"/>
            <a:t>Most commonly used dispersion metric</a:t>
          </a:r>
        </a:p>
      </dgm:t>
    </dgm:pt>
    <dgm:pt modelId="{9FE6A872-1643-42E6-BA62-415A8D27E587}" type="parTrans" cxnId="{60DD8ADD-2216-4987-8E32-D8086D7A5370}">
      <dgm:prSet/>
      <dgm:spPr/>
      <dgm:t>
        <a:bodyPr/>
        <a:lstStyle/>
        <a:p>
          <a:endParaRPr lang="en-US" sz="2000"/>
        </a:p>
      </dgm:t>
    </dgm:pt>
    <dgm:pt modelId="{DC14C2F7-D703-4A97-8B88-FBE11C1E0D45}" type="sibTrans" cxnId="{60DD8ADD-2216-4987-8E32-D8086D7A5370}">
      <dgm:prSet/>
      <dgm:spPr/>
      <dgm:t>
        <a:bodyPr/>
        <a:lstStyle/>
        <a:p>
          <a:endParaRPr lang="en-US" sz="2000"/>
        </a:p>
      </dgm:t>
    </dgm:pt>
    <dgm:pt modelId="{636E1DC3-F6C3-4C9C-A112-BB38E7784FA2}" type="pres">
      <dgm:prSet presAssocID="{122952A7-7784-4E39-A384-08121A2FB54C}" presName="linear" presStyleCnt="0">
        <dgm:presLayoutVars>
          <dgm:animLvl val="lvl"/>
          <dgm:resizeHandles val="exact"/>
        </dgm:presLayoutVars>
      </dgm:prSet>
      <dgm:spPr/>
    </dgm:pt>
    <dgm:pt modelId="{51E0750C-5DAE-4673-AFF8-80321F6490E9}" type="pres">
      <dgm:prSet presAssocID="{56C58D32-D2EC-4F5A-AD51-8A644C385A4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2A27629-B6A8-48EB-82FE-BEB84F442FAB}" type="pres">
      <dgm:prSet presAssocID="{E3BF6EF2-17DC-4CC7-986C-83A275A268BA}" presName="spacer" presStyleCnt="0"/>
      <dgm:spPr/>
    </dgm:pt>
    <dgm:pt modelId="{EB319DD2-C613-48CF-9C1E-F965EC0A88C1}" type="pres">
      <dgm:prSet presAssocID="{4403476E-33B0-448C-BD5A-D6C63982E7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A430F0D-5824-42CA-A8AE-26CAC20C179A}" type="pres">
      <dgm:prSet presAssocID="{4403476E-33B0-448C-BD5A-D6C63982E759}" presName="childText" presStyleLbl="revTx" presStyleIdx="0" presStyleCnt="2">
        <dgm:presLayoutVars>
          <dgm:bulletEnabled val="1"/>
        </dgm:presLayoutVars>
      </dgm:prSet>
      <dgm:spPr/>
    </dgm:pt>
    <dgm:pt modelId="{40C0B376-BCF8-4562-9867-96CAB7FF1BC7}" type="pres">
      <dgm:prSet presAssocID="{E5062C23-877D-428F-A8CC-305BAAFAED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2C61E0C-71A3-4CD7-86E4-9A6D6D0A6510}" type="pres">
      <dgm:prSet presAssocID="{E5062C23-877D-428F-A8CC-305BAAFAEDA0}" presName="childText" presStyleLbl="revTx" presStyleIdx="1" presStyleCnt="2">
        <dgm:presLayoutVars>
          <dgm:bulletEnabled val="1"/>
        </dgm:presLayoutVars>
      </dgm:prSet>
      <dgm:spPr/>
    </dgm:pt>
    <dgm:pt modelId="{DF5A6E85-0B4C-47C0-AFC8-98BADA8ECF56}" type="pres">
      <dgm:prSet presAssocID="{A76FC013-9B6F-492E-A8C9-1F785D967DD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42A1A18-3CA3-492A-80F6-4360D3541D92}" type="presOf" srcId="{122952A7-7784-4E39-A384-08121A2FB54C}" destId="{636E1DC3-F6C3-4C9C-A112-BB38E7784FA2}" srcOrd="0" destOrd="0" presId="urn:microsoft.com/office/officeart/2005/8/layout/vList2"/>
    <dgm:cxn modelId="{D6DB851A-DC50-4879-9145-D56C2C83D180}" type="presOf" srcId="{4403476E-33B0-448C-BD5A-D6C63982E759}" destId="{EB319DD2-C613-48CF-9C1E-F965EC0A88C1}" srcOrd="0" destOrd="0" presId="urn:microsoft.com/office/officeart/2005/8/layout/vList2"/>
    <dgm:cxn modelId="{58BCDB1F-C6A4-4209-99C4-2232692F1C40}" type="presOf" srcId="{56C58D32-D2EC-4F5A-AD51-8A644C385A48}" destId="{51E0750C-5DAE-4673-AFF8-80321F6490E9}" srcOrd="0" destOrd="0" presId="urn:microsoft.com/office/officeart/2005/8/layout/vList2"/>
    <dgm:cxn modelId="{F0843C25-1FE2-4EFA-8969-5DE9C4FD17AE}" srcId="{E5062C23-877D-428F-A8CC-305BAAFAEDA0}" destId="{0D9604D3-0DE3-4311-B417-86140EC22441}" srcOrd="2" destOrd="0" parTransId="{1469A6DE-3976-4F6E-A112-8E55326EAB0C}" sibTransId="{7D79D5A5-137A-4B26-A06B-CF3BD8921BB6}"/>
    <dgm:cxn modelId="{4A9B4D5D-E27C-4F17-95E5-DD86C9DB7F88}" type="presOf" srcId="{48AD3677-1A27-4746-989B-50D6D0F316D7}" destId="{F2C61E0C-71A3-4CD7-86E4-9A6D6D0A6510}" srcOrd="0" destOrd="0" presId="urn:microsoft.com/office/officeart/2005/8/layout/vList2"/>
    <dgm:cxn modelId="{DE35C560-D76E-4413-914A-380BA11DC366}" type="presOf" srcId="{0D9604D3-0DE3-4311-B417-86140EC22441}" destId="{F2C61E0C-71A3-4CD7-86E4-9A6D6D0A6510}" srcOrd="0" destOrd="2" presId="urn:microsoft.com/office/officeart/2005/8/layout/vList2"/>
    <dgm:cxn modelId="{D4BD4349-2408-4128-86E3-6DEC9176E76B}" srcId="{E5062C23-877D-428F-A8CC-305BAAFAEDA0}" destId="{48AD3677-1A27-4746-989B-50D6D0F316D7}" srcOrd="0" destOrd="0" parTransId="{BDCC41F6-3D31-4662-BFC8-EE3AA8B97AFD}" sibTransId="{F455841C-9229-48F5-A0DB-F663922F2566}"/>
    <dgm:cxn modelId="{EFDE6569-FC55-48AE-9BFC-ED443878CDBF}" srcId="{122952A7-7784-4E39-A384-08121A2FB54C}" destId="{4403476E-33B0-448C-BD5A-D6C63982E759}" srcOrd="1" destOrd="0" parTransId="{CA08AD92-E4D0-484D-BE27-6EA805E65504}" sibTransId="{D632FF72-B52D-487B-8984-24EFB142BEC6}"/>
    <dgm:cxn modelId="{71ACCF85-B4DE-491A-B894-7B95065AC76E}" type="presOf" srcId="{ABB55833-2A54-4589-A20E-D4979EA87193}" destId="{FA430F0D-5824-42CA-A8AE-26CAC20C179A}" srcOrd="0" destOrd="0" presId="urn:microsoft.com/office/officeart/2005/8/layout/vList2"/>
    <dgm:cxn modelId="{99CFAC9C-EDD5-42DF-B0F2-05117C9F6331}" type="presOf" srcId="{8CD7DA99-0643-44BA-8E91-5B8DB56359E3}" destId="{F2C61E0C-71A3-4CD7-86E4-9A6D6D0A6510}" srcOrd="0" destOrd="1" presId="urn:microsoft.com/office/officeart/2005/8/layout/vList2"/>
    <dgm:cxn modelId="{6B92D8BA-D647-4E90-9D26-D2A9E82F66D4}" srcId="{122952A7-7784-4E39-A384-08121A2FB54C}" destId="{E5062C23-877D-428F-A8CC-305BAAFAEDA0}" srcOrd="2" destOrd="0" parTransId="{A4C9EA52-9B5C-4745-B70B-9D8924898C00}" sibTransId="{5805ED57-5E07-4A9E-9833-CF79FADE4BEC}"/>
    <dgm:cxn modelId="{3146E6D6-0F0E-4E89-ADC1-E7396299C1E8}" type="presOf" srcId="{A76FC013-9B6F-492E-A8C9-1F785D967DD7}" destId="{DF5A6E85-0B4C-47C0-AFC8-98BADA8ECF56}" srcOrd="0" destOrd="0" presId="urn:microsoft.com/office/officeart/2005/8/layout/vList2"/>
    <dgm:cxn modelId="{01775ED9-4166-415E-AECE-06F70D991D47}" srcId="{E5062C23-877D-428F-A8CC-305BAAFAEDA0}" destId="{8CD7DA99-0643-44BA-8E91-5B8DB56359E3}" srcOrd="1" destOrd="0" parTransId="{C04CE325-B1CA-4C08-B1BC-4074CB360C24}" sibTransId="{72A0137D-AF31-468A-A760-96D40D8F2518}"/>
    <dgm:cxn modelId="{895CC9D9-F746-4D1F-8836-041931B4A4EA}" srcId="{4403476E-33B0-448C-BD5A-D6C63982E759}" destId="{ABB55833-2A54-4589-A20E-D4979EA87193}" srcOrd="0" destOrd="0" parTransId="{B32D1C01-9214-4A08-8ECE-48DFD81D0E2A}" sibTransId="{C44AA174-00BF-49F1-94B4-BD7E31AD52B4}"/>
    <dgm:cxn modelId="{60DD8ADD-2216-4987-8E32-D8086D7A5370}" srcId="{122952A7-7784-4E39-A384-08121A2FB54C}" destId="{A76FC013-9B6F-492E-A8C9-1F785D967DD7}" srcOrd="3" destOrd="0" parTransId="{9FE6A872-1643-42E6-BA62-415A8D27E587}" sibTransId="{DC14C2F7-D703-4A97-8B88-FBE11C1E0D45}"/>
    <dgm:cxn modelId="{5A2A81F3-9B36-4CED-B32A-73980B491BA8}" srcId="{122952A7-7784-4E39-A384-08121A2FB54C}" destId="{56C58D32-D2EC-4F5A-AD51-8A644C385A48}" srcOrd="0" destOrd="0" parTransId="{D02F1557-CE77-4DD8-B76B-6EE31F53A3C4}" sibTransId="{E3BF6EF2-17DC-4CC7-986C-83A275A268BA}"/>
    <dgm:cxn modelId="{B163D3F5-8A72-43BE-B052-960E8C0DD5B1}" type="presOf" srcId="{E5062C23-877D-428F-A8CC-305BAAFAEDA0}" destId="{40C0B376-BCF8-4562-9867-96CAB7FF1BC7}" srcOrd="0" destOrd="0" presId="urn:microsoft.com/office/officeart/2005/8/layout/vList2"/>
    <dgm:cxn modelId="{59C41C0C-B791-4381-9B85-20D91388D70C}" type="presParOf" srcId="{636E1DC3-F6C3-4C9C-A112-BB38E7784FA2}" destId="{51E0750C-5DAE-4673-AFF8-80321F6490E9}" srcOrd="0" destOrd="0" presId="urn:microsoft.com/office/officeart/2005/8/layout/vList2"/>
    <dgm:cxn modelId="{1DCB13CA-837C-41AE-BF21-517EC677A923}" type="presParOf" srcId="{636E1DC3-F6C3-4C9C-A112-BB38E7784FA2}" destId="{C2A27629-B6A8-48EB-82FE-BEB84F442FAB}" srcOrd="1" destOrd="0" presId="urn:microsoft.com/office/officeart/2005/8/layout/vList2"/>
    <dgm:cxn modelId="{E176A9D5-508C-42F5-BCF5-0EBBC99FE97E}" type="presParOf" srcId="{636E1DC3-F6C3-4C9C-A112-BB38E7784FA2}" destId="{EB319DD2-C613-48CF-9C1E-F965EC0A88C1}" srcOrd="2" destOrd="0" presId="urn:microsoft.com/office/officeart/2005/8/layout/vList2"/>
    <dgm:cxn modelId="{69A8C0D8-1241-46B5-A986-F6A7EBBFBFE9}" type="presParOf" srcId="{636E1DC3-F6C3-4C9C-A112-BB38E7784FA2}" destId="{FA430F0D-5824-42CA-A8AE-26CAC20C179A}" srcOrd="3" destOrd="0" presId="urn:microsoft.com/office/officeart/2005/8/layout/vList2"/>
    <dgm:cxn modelId="{9D1AAC3D-7E91-43D2-A0CC-51660429C6CD}" type="presParOf" srcId="{636E1DC3-F6C3-4C9C-A112-BB38E7784FA2}" destId="{40C0B376-BCF8-4562-9867-96CAB7FF1BC7}" srcOrd="4" destOrd="0" presId="urn:microsoft.com/office/officeart/2005/8/layout/vList2"/>
    <dgm:cxn modelId="{A7494AE6-5B14-4E79-8677-1078089F1882}" type="presParOf" srcId="{636E1DC3-F6C3-4C9C-A112-BB38E7784FA2}" destId="{F2C61E0C-71A3-4CD7-86E4-9A6D6D0A6510}" srcOrd="5" destOrd="0" presId="urn:microsoft.com/office/officeart/2005/8/layout/vList2"/>
    <dgm:cxn modelId="{40F27BBB-31EF-488F-88DD-F271DDE1CBE2}" type="presParOf" srcId="{636E1DC3-F6C3-4C9C-A112-BB38E7784FA2}" destId="{DF5A6E85-0B4C-47C0-AFC8-98BADA8ECF5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9BFF256-6B6F-455B-93E0-A7A27D48F8C3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FF77380-D952-4DB3-882D-1D92850F7380}">
      <dgm:prSet/>
      <dgm:spPr/>
      <dgm:t>
        <a:bodyPr/>
        <a:lstStyle/>
        <a:p>
          <a:r>
            <a:rPr lang="en-US"/>
            <a:t>Percentile:</a:t>
          </a:r>
        </a:p>
      </dgm:t>
    </dgm:pt>
    <dgm:pt modelId="{621DF56C-4103-4ED9-8D2D-2EF2D9BF0F03}" type="parTrans" cxnId="{788AFF5B-E2AA-4082-90F9-B17D1EC3358A}">
      <dgm:prSet/>
      <dgm:spPr/>
      <dgm:t>
        <a:bodyPr/>
        <a:lstStyle/>
        <a:p>
          <a:endParaRPr lang="en-US"/>
        </a:p>
      </dgm:t>
    </dgm:pt>
    <dgm:pt modelId="{77A4EE99-85FD-4353-B3B9-2BEF939EFA58}" type="sibTrans" cxnId="{788AFF5B-E2AA-4082-90F9-B17D1EC3358A}">
      <dgm:prSet/>
      <dgm:spPr/>
      <dgm:t>
        <a:bodyPr/>
        <a:lstStyle/>
        <a:p>
          <a:endParaRPr lang="en-US"/>
        </a:p>
      </dgm:t>
    </dgm:pt>
    <dgm:pt modelId="{803B8B5B-C5FD-4F85-AF6B-19C4FB08CB86}">
      <dgm:prSet/>
      <dgm:spPr/>
      <dgm:t>
        <a:bodyPr/>
        <a:lstStyle/>
        <a:p>
          <a:pPr>
            <a:buNone/>
          </a:pPr>
          <a:r>
            <a:rPr lang="en-US" dirty="0"/>
            <a:t>Value below which X% of data lies</a:t>
          </a:r>
        </a:p>
      </dgm:t>
    </dgm:pt>
    <dgm:pt modelId="{498DBB01-B3D1-4877-BE49-F92532AD7373}" type="parTrans" cxnId="{ADD79725-0F24-4876-AB61-9BDD8073A7CF}">
      <dgm:prSet/>
      <dgm:spPr/>
      <dgm:t>
        <a:bodyPr/>
        <a:lstStyle/>
        <a:p>
          <a:endParaRPr lang="en-US"/>
        </a:p>
      </dgm:t>
    </dgm:pt>
    <dgm:pt modelId="{F8C99E51-1E56-455E-95BA-C3F1E36A0DCF}" type="sibTrans" cxnId="{ADD79725-0F24-4876-AB61-9BDD8073A7CF}">
      <dgm:prSet/>
      <dgm:spPr/>
      <dgm:t>
        <a:bodyPr/>
        <a:lstStyle/>
        <a:p>
          <a:endParaRPr lang="en-US"/>
        </a:p>
      </dgm:t>
    </dgm:pt>
    <dgm:pt modelId="{3BCA3725-F10A-4595-B37D-CD393A3481FB}">
      <dgm:prSet/>
      <dgm:spPr/>
      <dgm:t>
        <a:bodyPr/>
        <a:lstStyle/>
        <a:p>
          <a:r>
            <a:rPr lang="en-US"/>
            <a:t>Examples:</a:t>
          </a:r>
        </a:p>
      </dgm:t>
    </dgm:pt>
    <dgm:pt modelId="{15F1649D-ADAB-4F14-8745-E9424820DD98}" type="parTrans" cxnId="{34A9D556-6A1D-479F-B981-A098318FC825}">
      <dgm:prSet/>
      <dgm:spPr/>
      <dgm:t>
        <a:bodyPr/>
        <a:lstStyle/>
        <a:p>
          <a:endParaRPr lang="en-US"/>
        </a:p>
      </dgm:t>
    </dgm:pt>
    <dgm:pt modelId="{AC38E480-E4E0-4118-9406-5A4A9DF905DF}" type="sibTrans" cxnId="{34A9D556-6A1D-479F-B981-A098318FC825}">
      <dgm:prSet/>
      <dgm:spPr/>
      <dgm:t>
        <a:bodyPr/>
        <a:lstStyle/>
        <a:p>
          <a:endParaRPr lang="en-US"/>
        </a:p>
      </dgm:t>
    </dgm:pt>
    <dgm:pt modelId="{82816F67-FC52-4594-AC69-6FC31421D27D}">
      <dgm:prSet/>
      <dgm:spPr/>
      <dgm:t>
        <a:bodyPr/>
        <a:lstStyle/>
        <a:p>
          <a:r>
            <a:rPr lang="en-US" dirty="0"/>
            <a:t>90</a:t>
          </a:r>
          <a:r>
            <a:rPr lang="en-US" baseline="30000" dirty="0"/>
            <a:t>th</a:t>
          </a:r>
          <a:r>
            <a:rPr lang="en-US" dirty="0"/>
            <a:t> percentile latency</a:t>
          </a:r>
        </a:p>
      </dgm:t>
    </dgm:pt>
    <dgm:pt modelId="{8BF8204D-C2C1-44CC-A2B7-3A30B50BD140}" type="parTrans" cxnId="{BB4E20D6-D76A-4190-BE91-4BDEAA30726F}">
      <dgm:prSet/>
      <dgm:spPr/>
      <dgm:t>
        <a:bodyPr/>
        <a:lstStyle/>
        <a:p>
          <a:endParaRPr lang="en-US"/>
        </a:p>
      </dgm:t>
    </dgm:pt>
    <dgm:pt modelId="{5A00F528-B498-4D21-812F-449C69E0E389}" type="sibTrans" cxnId="{BB4E20D6-D76A-4190-BE91-4BDEAA30726F}">
      <dgm:prSet/>
      <dgm:spPr/>
      <dgm:t>
        <a:bodyPr/>
        <a:lstStyle/>
        <a:p>
          <a:endParaRPr lang="en-US"/>
        </a:p>
      </dgm:t>
    </dgm:pt>
    <dgm:pt modelId="{BD27A5A7-9ADA-4575-A965-50E20082049D}">
      <dgm:prSet/>
      <dgm:spPr/>
      <dgm:t>
        <a:bodyPr/>
        <a:lstStyle/>
        <a:p>
          <a:r>
            <a:rPr lang="en-US" dirty="0"/>
            <a:t>95</a:t>
          </a:r>
          <a:r>
            <a:rPr lang="en-US" baseline="30000" dirty="0"/>
            <a:t>th</a:t>
          </a:r>
          <a:r>
            <a:rPr lang="en-US" dirty="0"/>
            <a:t> percentile response time</a:t>
          </a:r>
        </a:p>
      </dgm:t>
    </dgm:pt>
    <dgm:pt modelId="{4E7044AD-35B7-46B3-95D3-D36B14B8E35F}" type="parTrans" cxnId="{44740A34-22A2-488F-B837-9FC1CD4CF6DB}">
      <dgm:prSet/>
      <dgm:spPr/>
      <dgm:t>
        <a:bodyPr/>
        <a:lstStyle/>
        <a:p>
          <a:endParaRPr lang="en-US"/>
        </a:p>
      </dgm:t>
    </dgm:pt>
    <dgm:pt modelId="{EA7DDFC0-039F-4CA0-A687-ABA41BEF9A80}" type="sibTrans" cxnId="{44740A34-22A2-488F-B837-9FC1CD4CF6DB}">
      <dgm:prSet/>
      <dgm:spPr/>
      <dgm:t>
        <a:bodyPr/>
        <a:lstStyle/>
        <a:p>
          <a:endParaRPr lang="en-US"/>
        </a:p>
      </dgm:t>
    </dgm:pt>
    <dgm:pt modelId="{EF421160-D677-4352-9356-A7E760F5B536}">
      <dgm:prSet/>
      <dgm:spPr/>
      <dgm:t>
        <a:bodyPr/>
        <a:lstStyle/>
        <a:p>
          <a:r>
            <a:rPr lang="en-US"/>
            <a:t>Industry Use:</a:t>
          </a:r>
        </a:p>
      </dgm:t>
    </dgm:pt>
    <dgm:pt modelId="{6E974FBC-0780-4B95-9933-E8FFABD7EFC6}" type="parTrans" cxnId="{696073D1-0F00-49EE-903C-12506165A538}">
      <dgm:prSet/>
      <dgm:spPr/>
      <dgm:t>
        <a:bodyPr/>
        <a:lstStyle/>
        <a:p>
          <a:endParaRPr lang="en-US"/>
        </a:p>
      </dgm:t>
    </dgm:pt>
    <dgm:pt modelId="{AC9BF468-0D4D-4191-900D-2A11B5FED55E}" type="sibTrans" cxnId="{696073D1-0F00-49EE-903C-12506165A538}">
      <dgm:prSet/>
      <dgm:spPr/>
      <dgm:t>
        <a:bodyPr/>
        <a:lstStyle/>
        <a:p>
          <a:endParaRPr lang="en-US"/>
        </a:p>
      </dgm:t>
    </dgm:pt>
    <dgm:pt modelId="{484EE6BA-B110-4EF5-AC7B-381BAF5C3817}">
      <dgm:prSet/>
      <dgm:spPr/>
      <dgm:t>
        <a:bodyPr/>
        <a:lstStyle/>
        <a:p>
          <a:r>
            <a:rPr lang="en-US" dirty="0"/>
            <a:t>Cloud SLAs</a:t>
          </a:r>
        </a:p>
      </dgm:t>
    </dgm:pt>
    <dgm:pt modelId="{79964904-2865-4FA0-AD7F-04FF9B885E4F}" type="parTrans" cxnId="{1DCCB200-3786-43F0-ADC9-D06CA84A7098}">
      <dgm:prSet/>
      <dgm:spPr/>
      <dgm:t>
        <a:bodyPr/>
        <a:lstStyle/>
        <a:p>
          <a:endParaRPr lang="en-US"/>
        </a:p>
      </dgm:t>
    </dgm:pt>
    <dgm:pt modelId="{A1383C13-13F9-4CDF-B7D6-061A76309E0D}" type="sibTrans" cxnId="{1DCCB200-3786-43F0-ADC9-D06CA84A7098}">
      <dgm:prSet/>
      <dgm:spPr/>
      <dgm:t>
        <a:bodyPr/>
        <a:lstStyle/>
        <a:p>
          <a:endParaRPr lang="en-US"/>
        </a:p>
      </dgm:t>
    </dgm:pt>
    <dgm:pt modelId="{268384D5-FADB-4F8D-AAF7-46A3F4184850}">
      <dgm:prSet/>
      <dgm:spPr/>
      <dgm:t>
        <a:bodyPr/>
        <a:lstStyle/>
        <a:p>
          <a:r>
            <a:rPr lang="en-US" dirty="0"/>
            <a:t>Network performance</a:t>
          </a:r>
        </a:p>
      </dgm:t>
    </dgm:pt>
    <dgm:pt modelId="{E9A432E8-4B66-4C4D-BD39-AF7F16905BBE}" type="parTrans" cxnId="{6386ED46-F5E7-4782-8835-B1744020C14C}">
      <dgm:prSet/>
      <dgm:spPr/>
      <dgm:t>
        <a:bodyPr/>
        <a:lstStyle/>
        <a:p>
          <a:endParaRPr lang="en-US"/>
        </a:p>
      </dgm:t>
    </dgm:pt>
    <dgm:pt modelId="{52D45529-9B8E-4310-8C6E-D30096857888}" type="sibTrans" cxnId="{6386ED46-F5E7-4782-8835-B1744020C14C}">
      <dgm:prSet/>
      <dgm:spPr/>
      <dgm:t>
        <a:bodyPr/>
        <a:lstStyle/>
        <a:p>
          <a:endParaRPr lang="en-US"/>
        </a:p>
      </dgm:t>
    </dgm:pt>
    <dgm:pt modelId="{476CE337-0249-45BB-A085-D5205CDA38C1}">
      <dgm:prSet/>
      <dgm:spPr/>
      <dgm:t>
        <a:bodyPr/>
        <a:lstStyle/>
        <a:p>
          <a:r>
            <a:rPr lang="en-US" dirty="0"/>
            <a:t>Exam grading</a:t>
          </a:r>
        </a:p>
      </dgm:t>
    </dgm:pt>
    <dgm:pt modelId="{12648018-94D7-4B75-A1DE-09D0C17C2F09}" type="parTrans" cxnId="{912A1E83-D4AF-4528-9181-229650123A8F}">
      <dgm:prSet/>
      <dgm:spPr/>
      <dgm:t>
        <a:bodyPr/>
        <a:lstStyle/>
        <a:p>
          <a:endParaRPr lang="en-US"/>
        </a:p>
      </dgm:t>
    </dgm:pt>
    <dgm:pt modelId="{A1EACA90-544C-478B-82E6-B93D6911B23A}" type="sibTrans" cxnId="{912A1E83-D4AF-4528-9181-229650123A8F}">
      <dgm:prSet/>
      <dgm:spPr/>
      <dgm:t>
        <a:bodyPr/>
        <a:lstStyle/>
        <a:p>
          <a:endParaRPr lang="en-US"/>
        </a:p>
      </dgm:t>
    </dgm:pt>
    <dgm:pt modelId="{4D6FC328-2F5E-432B-B10E-4E368618EDF2}" type="pres">
      <dgm:prSet presAssocID="{B9BFF256-6B6F-455B-93E0-A7A27D48F8C3}" presName="linear" presStyleCnt="0">
        <dgm:presLayoutVars>
          <dgm:animLvl val="lvl"/>
          <dgm:resizeHandles val="exact"/>
        </dgm:presLayoutVars>
      </dgm:prSet>
      <dgm:spPr/>
    </dgm:pt>
    <dgm:pt modelId="{5B4823C5-AA9B-4462-9B82-477762916ABD}" type="pres">
      <dgm:prSet presAssocID="{BFF77380-D952-4DB3-882D-1D92850F738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BD31F7-39AD-4F3D-A90D-5B2CF35B69EB}" type="pres">
      <dgm:prSet presAssocID="{BFF77380-D952-4DB3-882D-1D92850F7380}" presName="childText" presStyleLbl="revTx" presStyleIdx="0" presStyleCnt="3">
        <dgm:presLayoutVars>
          <dgm:bulletEnabled val="1"/>
        </dgm:presLayoutVars>
      </dgm:prSet>
      <dgm:spPr/>
    </dgm:pt>
    <dgm:pt modelId="{397D4A6D-A274-4A1C-8CE6-61E1A0A8235A}" type="pres">
      <dgm:prSet presAssocID="{3BCA3725-F10A-4595-B37D-CD393A3481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D5A8E2A-4022-4218-9C85-57725372215B}" type="pres">
      <dgm:prSet presAssocID="{3BCA3725-F10A-4595-B37D-CD393A3481FB}" presName="childText" presStyleLbl="revTx" presStyleIdx="1" presStyleCnt="3">
        <dgm:presLayoutVars>
          <dgm:bulletEnabled val="1"/>
        </dgm:presLayoutVars>
      </dgm:prSet>
      <dgm:spPr/>
    </dgm:pt>
    <dgm:pt modelId="{D57A6AF4-FEBF-415A-9AB6-7EF2EBD15F95}" type="pres">
      <dgm:prSet presAssocID="{EF421160-D677-4352-9356-A7E760F5B53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66A3FFB-7FD9-4D6B-B741-2F1F6B7A93AC}" type="pres">
      <dgm:prSet presAssocID="{EF421160-D677-4352-9356-A7E760F5B536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DCCB200-3786-43F0-ADC9-D06CA84A7098}" srcId="{EF421160-D677-4352-9356-A7E760F5B536}" destId="{484EE6BA-B110-4EF5-AC7B-381BAF5C3817}" srcOrd="0" destOrd="0" parTransId="{79964904-2865-4FA0-AD7F-04FF9B885E4F}" sibTransId="{A1383C13-13F9-4CDF-B7D6-061A76309E0D}"/>
    <dgm:cxn modelId="{ADD79725-0F24-4876-AB61-9BDD8073A7CF}" srcId="{BFF77380-D952-4DB3-882D-1D92850F7380}" destId="{803B8B5B-C5FD-4F85-AF6B-19C4FB08CB86}" srcOrd="0" destOrd="0" parTransId="{498DBB01-B3D1-4877-BE49-F92532AD7373}" sibTransId="{F8C99E51-1E56-455E-95BA-C3F1E36A0DCF}"/>
    <dgm:cxn modelId="{B7E9692E-0D5C-4668-815B-6DBE2C1CCB52}" type="presOf" srcId="{803B8B5B-C5FD-4F85-AF6B-19C4FB08CB86}" destId="{FDBD31F7-39AD-4F3D-A90D-5B2CF35B69EB}" srcOrd="0" destOrd="0" presId="urn:microsoft.com/office/officeart/2005/8/layout/vList2"/>
    <dgm:cxn modelId="{44740A34-22A2-488F-B837-9FC1CD4CF6DB}" srcId="{3BCA3725-F10A-4595-B37D-CD393A3481FB}" destId="{BD27A5A7-9ADA-4575-A965-50E20082049D}" srcOrd="1" destOrd="0" parTransId="{4E7044AD-35B7-46B3-95D3-D36B14B8E35F}" sibTransId="{EA7DDFC0-039F-4CA0-A687-ABA41BEF9A80}"/>
    <dgm:cxn modelId="{CD6EA434-69BE-4B0D-8E1A-1D033BE752CF}" type="presOf" srcId="{3BCA3725-F10A-4595-B37D-CD393A3481FB}" destId="{397D4A6D-A274-4A1C-8CE6-61E1A0A8235A}" srcOrd="0" destOrd="0" presId="urn:microsoft.com/office/officeart/2005/8/layout/vList2"/>
    <dgm:cxn modelId="{81751C35-D92C-45B2-9FFF-51F7A7353627}" type="presOf" srcId="{476CE337-0249-45BB-A085-D5205CDA38C1}" destId="{266A3FFB-7FD9-4D6B-B741-2F1F6B7A93AC}" srcOrd="0" destOrd="2" presId="urn:microsoft.com/office/officeart/2005/8/layout/vList2"/>
    <dgm:cxn modelId="{596F453B-EC1C-4032-8399-7B97A0E12C7B}" type="presOf" srcId="{B9BFF256-6B6F-455B-93E0-A7A27D48F8C3}" destId="{4D6FC328-2F5E-432B-B10E-4E368618EDF2}" srcOrd="0" destOrd="0" presId="urn:microsoft.com/office/officeart/2005/8/layout/vList2"/>
    <dgm:cxn modelId="{788AFF5B-E2AA-4082-90F9-B17D1EC3358A}" srcId="{B9BFF256-6B6F-455B-93E0-A7A27D48F8C3}" destId="{BFF77380-D952-4DB3-882D-1D92850F7380}" srcOrd="0" destOrd="0" parTransId="{621DF56C-4103-4ED9-8D2D-2EF2D9BF0F03}" sibTransId="{77A4EE99-85FD-4353-B3B9-2BEF939EFA58}"/>
    <dgm:cxn modelId="{156B6241-7DB7-4990-A89F-5AE1D2B29166}" type="presOf" srcId="{BD27A5A7-9ADA-4575-A965-50E20082049D}" destId="{4D5A8E2A-4022-4218-9C85-57725372215B}" srcOrd="0" destOrd="1" presId="urn:microsoft.com/office/officeart/2005/8/layout/vList2"/>
    <dgm:cxn modelId="{6386ED46-F5E7-4782-8835-B1744020C14C}" srcId="{EF421160-D677-4352-9356-A7E760F5B536}" destId="{268384D5-FADB-4F8D-AAF7-46A3F4184850}" srcOrd="1" destOrd="0" parTransId="{E9A432E8-4B66-4C4D-BD39-AF7F16905BBE}" sibTransId="{52D45529-9B8E-4310-8C6E-D30096857888}"/>
    <dgm:cxn modelId="{34A9D556-6A1D-479F-B981-A098318FC825}" srcId="{B9BFF256-6B6F-455B-93E0-A7A27D48F8C3}" destId="{3BCA3725-F10A-4595-B37D-CD393A3481FB}" srcOrd="1" destOrd="0" parTransId="{15F1649D-ADAB-4F14-8745-E9424820DD98}" sibTransId="{AC38E480-E4E0-4118-9406-5A4A9DF905DF}"/>
    <dgm:cxn modelId="{15280B7D-B2BD-49EA-9748-307BFAAE6774}" type="presOf" srcId="{268384D5-FADB-4F8D-AAF7-46A3F4184850}" destId="{266A3FFB-7FD9-4D6B-B741-2F1F6B7A93AC}" srcOrd="0" destOrd="1" presId="urn:microsoft.com/office/officeart/2005/8/layout/vList2"/>
    <dgm:cxn modelId="{912A1E83-D4AF-4528-9181-229650123A8F}" srcId="{EF421160-D677-4352-9356-A7E760F5B536}" destId="{476CE337-0249-45BB-A085-D5205CDA38C1}" srcOrd="2" destOrd="0" parTransId="{12648018-94D7-4B75-A1DE-09D0C17C2F09}" sibTransId="{A1EACA90-544C-478B-82E6-B93D6911B23A}"/>
    <dgm:cxn modelId="{46C0DD96-D572-4B27-915B-8DF387AB6127}" type="presOf" srcId="{BFF77380-D952-4DB3-882D-1D92850F7380}" destId="{5B4823C5-AA9B-4462-9B82-477762916ABD}" srcOrd="0" destOrd="0" presId="urn:microsoft.com/office/officeart/2005/8/layout/vList2"/>
    <dgm:cxn modelId="{696073D1-0F00-49EE-903C-12506165A538}" srcId="{B9BFF256-6B6F-455B-93E0-A7A27D48F8C3}" destId="{EF421160-D677-4352-9356-A7E760F5B536}" srcOrd="2" destOrd="0" parTransId="{6E974FBC-0780-4B95-9933-E8FFABD7EFC6}" sibTransId="{AC9BF468-0D4D-4191-900D-2A11B5FED55E}"/>
    <dgm:cxn modelId="{BB4E20D6-D76A-4190-BE91-4BDEAA30726F}" srcId="{3BCA3725-F10A-4595-B37D-CD393A3481FB}" destId="{82816F67-FC52-4594-AC69-6FC31421D27D}" srcOrd="0" destOrd="0" parTransId="{8BF8204D-C2C1-44CC-A2B7-3A30B50BD140}" sibTransId="{5A00F528-B498-4D21-812F-449C69E0E389}"/>
    <dgm:cxn modelId="{064FB1E3-67FB-4F14-947A-BCA810E31BEC}" type="presOf" srcId="{82816F67-FC52-4594-AC69-6FC31421D27D}" destId="{4D5A8E2A-4022-4218-9C85-57725372215B}" srcOrd="0" destOrd="0" presId="urn:microsoft.com/office/officeart/2005/8/layout/vList2"/>
    <dgm:cxn modelId="{614738EE-3C12-43A8-8250-733DE73D70E3}" type="presOf" srcId="{484EE6BA-B110-4EF5-AC7B-381BAF5C3817}" destId="{266A3FFB-7FD9-4D6B-B741-2F1F6B7A93AC}" srcOrd="0" destOrd="0" presId="urn:microsoft.com/office/officeart/2005/8/layout/vList2"/>
    <dgm:cxn modelId="{DEFBC5F6-5579-438A-99EB-6A56A8F1AA7B}" type="presOf" srcId="{EF421160-D677-4352-9356-A7E760F5B536}" destId="{D57A6AF4-FEBF-415A-9AB6-7EF2EBD15F95}" srcOrd="0" destOrd="0" presId="urn:microsoft.com/office/officeart/2005/8/layout/vList2"/>
    <dgm:cxn modelId="{0289B5C0-E7AE-4D99-9EB2-C02AF3E71B90}" type="presParOf" srcId="{4D6FC328-2F5E-432B-B10E-4E368618EDF2}" destId="{5B4823C5-AA9B-4462-9B82-477762916ABD}" srcOrd="0" destOrd="0" presId="urn:microsoft.com/office/officeart/2005/8/layout/vList2"/>
    <dgm:cxn modelId="{C1B53257-E0F8-441C-B693-9D5940366845}" type="presParOf" srcId="{4D6FC328-2F5E-432B-B10E-4E368618EDF2}" destId="{FDBD31F7-39AD-4F3D-A90D-5B2CF35B69EB}" srcOrd="1" destOrd="0" presId="urn:microsoft.com/office/officeart/2005/8/layout/vList2"/>
    <dgm:cxn modelId="{E6BA2810-38D4-477E-898D-49D0121F3CFB}" type="presParOf" srcId="{4D6FC328-2F5E-432B-B10E-4E368618EDF2}" destId="{397D4A6D-A274-4A1C-8CE6-61E1A0A8235A}" srcOrd="2" destOrd="0" presId="urn:microsoft.com/office/officeart/2005/8/layout/vList2"/>
    <dgm:cxn modelId="{7D26A65B-DBF9-4B2F-BC7A-7904ABEFD307}" type="presParOf" srcId="{4D6FC328-2F5E-432B-B10E-4E368618EDF2}" destId="{4D5A8E2A-4022-4218-9C85-57725372215B}" srcOrd="3" destOrd="0" presId="urn:microsoft.com/office/officeart/2005/8/layout/vList2"/>
    <dgm:cxn modelId="{8C245711-42B2-4B8C-9B44-CD9C83BC74B5}" type="presParOf" srcId="{4D6FC328-2F5E-432B-B10E-4E368618EDF2}" destId="{D57A6AF4-FEBF-415A-9AB6-7EF2EBD15F95}" srcOrd="4" destOrd="0" presId="urn:microsoft.com/office/officeart/2005/8/layout/vList2"/>
    <dgm:cxn modelId="{5E72D300-5190-458E-AD4D-745F926B2764}" type="presParOf" srcId="{4D6FC328-2F5E-432B-B10E-4E368618EDF2}" destId="{266A3FFB-7FD9-4D6B-B741-2F1F6B7A93A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35F3DEB-F454-4D74-800A-9F9266E5FD7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5A823E7-B036-4F3A-B80D-7671347FA0B8}">
      <dgm:prSet/>
      <dgm:spPr/>
      <dgm:t>
        <a:bodyPr/>
        <a:lstStyle/>
        <a:p>
          <a:pPr>
            <a:defRPr b="1"/>
          </a:pPr>
          <a:r>
            <a:rPr lang="en-US"/>
            <a:t>Includes:</a:t>
          </a:r>
        </a:p>
      </dgm:t>
    </dgm:pt>
    <dgm:pt modelId="{0C491FF7-ECE8-47FA-A9EC-9D0508BDAB50}" type="parTrans" cxnId="{FAF7D649-BAC3-4910-AD55-DF70E3D60921}">
      <dgm:prSet/>
      <dgm:spPr/>
      <dgm:t>
        <a:bodyPr/>
        <a:lstStyle/>
        <a:p>
          <a:endParaRPr lang="en-US"/>
        </a:p>
      </dgm:t>
    </dgm:pt>
    <dgm:pt modelId="{7BAC91D4-9053-4A93-8270-C7E85833B1C0}" type="sibTrans" cxnId="{FAF7D649-BAC3-4910-AD55-DF70E3D60921}">
      <dgm:prSet/>
      <dgm:spPr/>
      <dgm:t>
        <a:bodyPr/>
        <a:lstStyle/>
        <a:p>
          <a:endParaRPr lang="en-US"/>
        </a:p>
      </dgm:t>
    </dgm:pt>
    <dgm:pt modelId="{2C06741C-AB62-4B79-B668-F6941B5F85BF}">
      <dgm:prSet custT="1"/>
      <dgm:spPr/>
      <dgm:t>
        <a:bodyPr/>
        <a:lstStyle/>
        <a:p>
          <a:r>
            <a:rPr lang="en-US" sz="2400" dirty="0"/>
            <a:t>Minimum</a:t>
          </a:r>
        </a:p>
      </dgm:t>
    </dgm:pt>
    <dgm:pt modelId="{F2D54C86-BEE4-400D-AF4F-CAA871B66F46}" type="parTrans" cxnId="{E5584928-1195-4AA7-95F9-F53A7757F9AF}">
      <dgm:prSet/>
      <dgm:spPr/>
      <dgm:t>
        <a:bodyPr/>
        <a:lstStyle/>
        <a:p>
          <a:endParaRPr lang="en-US"/>
        </a:p>
      </dgm:t>
    </dgm:pt>
    <dgm:pt modelId="{FD34B5F5-CA51-471B-93D1-B57BF2FD3876}" type="sibTrans" cxnId="{E5584928-1195-4AA7-95F9-F53A7757F9AF}">
      <dgm:prSet/>
      <dgm:spPr/>
      <dgm:t>
        <a:bodyPr/>
        <a:lstStyle/>
        <a:p>
          <a:endParaRPr lang="en-US"/>
        </a:p>
      </dgm:t>
    </dgm:pt>
    <dgm:pt modelId="{31D4151F-C0F6-4730-BB96-041DEBF2CD80}">
      <dgm:prSet custT="1"/>
      <dgm:spPr/>
      <dgm:t>
        <a:bodyPr/>
        <a:lstStyle/>
        <a:p>
          <a:r>
            <a:rPr lang="en-US" sz="2400" dirty="0"/>
            <a:t>Q1 (25%)</a:t>
          </a:r>
        </a:p>
      </dgm:t>
    </dgm:pt>
    <dgm:pt modelId="{368A0801-EEFA-4B0A-A5C6-7F22414A7A74}" type="parTrans" cxnId="{056612A9-047E-40DC-B91A-0A517345A3FB}">
      <dgm:prSet/>
      <dgm:spPr/>
      <dgm:t>
        <a:bodyPr/>
        <a:lstStyle/>
        <a:p>
          <a:endParaRPr lang="en-US"/>
        </a:p>
      </dgm:t>
    </dgm:pt>
    <dgm:pt modelId="{89D98D4C-B462-4658-BB77-08A035B5ABF0}" type="sibTrans" cxnId="{056612A9-047E-40DC-B91A-0A517345A3FB}">
      <dgm:prSet/>
      <dgm:spPr/>
      <dgm:t>
        <a:bodyPr/>
        <a:lstStyle/>
        <a:p>
          <a:endParaRPr lang="en-US"/>
        </a:p>
      </dgm:t>
    </dgm:pt>
    <dgm:pt modelId="{2D2BC803-27A1-412B-966B-81BD1C6158A8}">
      <dgm:prSet custT="1"/>
      <dgm:spPr/>
      <dgm:t>
        <a:bodyPr/>
        <a:lstStyle/>
        <a:p>
          <a:r>
            <a:rPr lang="en-US" sz="2400" dirty="0"/>
            <a:t>Median</a:t>
          </a:r>
        </a:p>
      </dgm:t>
    </dgm:pt>
    <dgm:pt modelId="{6FFEDB0D-0AA3-4B18-9486-AE3A95B587AF}" type="parTrans" cxnId="{9059B27B-347D-4F3F-AE43-B15A30AF8D87}">
      <dgm:prSet/>
      <dgm:spPr/>
      <dgm:t>
        <a:bodyPr/>
        <a:lstStyle/>
        <a:p>
          <a:endParaRPr lang="en-US"/>
        </a:p>
      </dgm:t>
    </dgm:pt>
    <dgm:pt modelId="{C56A3F32-873F-4822-917D-8598DA2DD94C}" type="sibTrans" cxnId="{9059B27B-347D-4F3F-AE43-B15A30AF8D87}">
      <dgm:prSet/>
      <dgm:spPr/>
      <dgm:t>
        <a:bodyPr/>
        <a:lstStyle/>
        <a:p>
          <a:endParaRPr lang="en-US"/>
        </a:p>
      </dgm:t>
    </dgm:pt>
    <dgm:pt modelId="{C6290AC5-EF25-409B-B8CE-27BD3752F00F}">
      <dgm:prSet custT="1"/>
      <dgm:spPr/>
      <dgm:t>
        <a:bodyPr/>
        <a:lstStyle/>
        <a:p>
          <a:r>
            <a:rPr lang="en-US" sz="2400" dirty="0"/>
            <a:t>Q3 (75%)</a:t>
          </a:r>
        </a:p>
      </dgm:t>
    </dgm:pt>
    <dgm:pt modelId="{79082B28-AF62-4703-AB40-2600039A1E40}" type="parTrans" cxnId="{6A0E295A-6BF2-4F27-A5DF-90E83EC979B8}">
      <dgm:prSet/>
      <dgm:spPr/>
      <dgm:t>
        <a:bodyPr/>
        <a:lstStyle/>
        <a:p>
          <a:endParaRPr lang="en-US"/>
        </a:p>
      </dgm:t>
    </dgm:pt>
    <dgm:pt modelId="{9A12C004-1370-4717-8099-4054A65B1561}" type="sibTrans" cxnId="{6A0E295A-6BF2-4F27-A5DF-90E83EC979B8}">
      <dgm:prSet/>
      <dgm:spPr/>
      <dgm:t>
        <a:bodyPr/>
        <a:lstStyle/>
        <a:p>
          <a:endParaRPr lang="en-US"/>
        </a:p>
      </dgm:t>
    </dgm:pt>
    <dgm:pt modelId="{030FBAF0-EF5D-414C-ABD8-26DBD816E1EC}">
      <dgm:prSet custT="1"/>
      <dgm:spPr/>
      <dgm:t>
        <a:bodyPr/>
        <a:lstStyle/>
        <a:p>
          <a:r>
            <a:rPr lang="en-US" sz="2400" dirty="0"/>
            <a:t>Maximum</a:t>
          </a:r>
          <a:endParaRPr lang="en-US" sz="1700" dirty="0"/>
        </a:p>
      </dgm:t>
    </dgm:pt>
    <dgm:pt modelId="{5B7D421E-99BE-44DC-AF35-0DAD0E32D383}" type="parTrans" cxnId="{3FEC57A3-4E01-44AF-A18A-15B7ADEF2313}">
      <dgm:prSet/>
      <dgm:spPr/>
      <dgm:t>
        <a:bodyPr/>
        <a:lstStyle/>
        <a:p>
          <a:endParaRPr lang="en-US"/>
        </a:p>
      </dgm:t>
    </dgm:pt>
    <dgm:pt modelId="{36133B70-51AD-4534-B395-8AECCFF9054B}" type="sibTrans" cxnId="{3FEC57A3-4E01-44AF-A18A-15B7ADEF2313}">
      <dgm:prSet/>
      <dgm:spPr/>
      <dgm:t>
        <a:bodyPr/>
        <a:lstStyle/>
        <a:p>
          <a:endParaRPr lang="en-US"/>
        </a:p>
      </dgm:t>
    </dgm:pt>
    <dgm:pt modelId="{22A17577-4F88-46A0-89E9-E7CB5792C455}">
      <dgm:prSet/>
      <dgm:spPr/>
      <dgm:t>
        <a:bodyPr/>
        <a:lstStyle/>
        <a:p>
          <a:pPr>
            <a:defRPr b="1"/>
          </a:pPr>
          <a:r>
            <a:rPr lang="en-US"/>
            <a:t>Industry Tool:</a:t>
          </a:r>
        </a:p>
      </dgm:t>
    </dgm:pt>
    <dgm:pt modelId="{1D0A7A1A-64A9-48BB-B4E2-BEFC39E71D23}" type="parTrans" cxnId="{77136BD3-FB5C-43A3-B512-461D7927A084}">
      <dgm:prSet/>
      <dgm:spPr/>
      <dgm:t>
        <a:bodyPr/>
        <a:lstStyle/>
        <a:p>
          <a:endParaRPr lang="en-US"/>
        </a:p>
      </dgm:t>
    </dgm:pt>
    <dgm:pt modelId="{A766B21A-B316-4FB0-BB69-8854AA6DA73A}" type="sibTrans" cxnId="{77136BD3-FB5C-43A3-B512-461D7927A084}">
      <dgm:prSet/>
      <dgm:spPr/>
      <dgm:t>
        <a:bodyPr/>
        <a:lstStyle/>
        <a:p>
          <a:endParaRPr lang="en-US"/>
        </a:p>
      </dgm:t>
    </dgm:pt>
    <dgm:pt modelId="{224FC6C9-DB16-471C-95D5-ECE7996CBA90}">
      <dgm:prSet custT="1"/>
      <dgm:spPr/>
      <dgm:t>
        <a:bodyPr/>
        <a:lstStyle/>
        <a:p>
          <a:r>
            <a:rPr lang="en-US" sz="2800" dirty="0"/>
            <a:t>Box plots</a:t>
          </a:r>
        </a:p>
      </dgm:t>
    </dgm:pt>
    <dgm:pt modelId="{F28E3A7B-9E20-4E4A-93B7-E67091BDEB4F}" type="parTrans" cxnId="{545963D1-FD64-419E-8A51-A4B0EE5DEF65}">
      <dgm:prSet/>
      <dgm:spPr/>
      <dgm:t>
        <a:bodyPr/>
        <a:lstStyle/>
        <a:p>
          <a:endParaRPr lang="en-US"/>
        </a:p>
      </dgm:t>
    </dgm:pt>
    <dgm:pt modelId="{0DA252DD-DA2A-4405-BA30-878C6166D99C}" type="sibTrans" cxnId="{545963D1-FD64-419E-8A51-A4B0EE5DEF65}">
      <dgm:prSet/>
      <dgm:spPr/>
      <dgm:t>
        <a:bodyPr/>
        <a:lstStyle/>
        <a:p>
          <a:endParaRPr lang="en-US"/>
        </a:p>
      </dgm:t>
    </dgm:pt>
    <dgm:pt modelId="{244AA5FE-03FD-4D6C-8831-743CF5669724}">
      <dgm:prSet custT="1"/>
      <dgm:spPr/>
      <dgm:t>
        <a:bodyPr/>
        <a:lstStyle/>
        <a:p>
          <a:r>
            <a:rPr lang="en-US" sz="2800" dirty="0"/>
            <a:t>Executive dashboards</a:t>
          </a:r>
        </a:p>
      </dgm:t>
    </dgm:pt>
    <dgm:pt modelId="{C73FFE7C-09F2-43C5-A3DA-C3928BB8E0AD}" type="parTrans" cxnId="{8C7835B9-C5F8-4CA5-88A5-FA96DD5E1290}">
      <dgm:prSet/>
      <dgm:spPr/>
      <dgm:t>
        <a:bodyPr/>
        <a:lstStyle/>
        <a:p>
          <a:endParaRPr lang="en-US"/>
        </a:p>
      </dgm:t>
    </dgm:pt>
    <dgm:pt modelId="{B1D1079F-2D2D-4BCB-BB84-BA4D8210423E}" type="sibTrans" cxnId="{8C7835B9-C5F8-4CA5-88A5-FA96DD5E1290}">
      <dgm:prSet/>
      <dgm:spPr/>
      <dgm:t>
        <a:bodyPr/>
        <a:lstStyle/>
        <a:p>
          <a:endParaRPr lang="en-US"/>
        </a:p>
      </dgm:t>
    </dgm:pt>
    <dgm:pt modelId="{D4D529E5-0126-4529-AD2A-DD33AA996B76}" type="pres">
      <dgm:prSet presAssocID="{535F3DEB-F454-4D74-800A-9F9266E5FD7D}" presName="root" presStyleCnt="0">
        <dgm:presLayoutVars>
          <dgm:dir/>
          <dgm:resizeHandles val="exact"/>
        </dgm:presLayoutVars>
      </dgm:prSet>
      <dgm:spPr/>
    </dgm:pt>
    <dgm:pt modelId="{15037DEA-4969-4475-A3B6-CF1C2F3B9241}" type="pres">
      <dgm:prSet presAssocID="{35A823E7-B036-4F3A-B80D-7671347FA0B8}" presName="compNode" presStyleCnt="0"/>
      <dgm:spPr/>
    </dgm:pt>
    <dgm:pt modelId="{7274010B-DDA5-4804-9723-2E269D7F49D5}" type="pres">
      <dgm:prSet presAssocID="{35A823E7-B036-4F3A-B80D-7671347FA0B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D483AFFA-B008-4545-BE39-C3ED2843038D}" type="pres">
      <dgm:prSet presAssocID="{35A823E7-B036-4F3A-B80D-7671347FA0B8}" presName="iconSpace" presStyleCnt="0"/>
      <dgm:spPr/>
    </dgm:pt>
    <dgm:pt modelId="{F766CD3A-0817-481C-BF7B-F42731FEE3ED}" type="pres">
      <dgm:prSet presAssocID="{35A823E7-B036-4F3A-B80D-7671347FA0B8}" presName="parTx" presStyleLbl="revTx" presStyleIdx="0" presStyleCnt="4">
        <dgm:presLayoutVars>
          <dgm:chMax val="0"/>
          <dgm:chPref val="0"/>
        </dgm:presLayoutVars>
      </dgm:prSet>
      <dgm:spPr/>
    </dgm:pt>
    <dgm:pt modelId="{14986774-A4DF-48FF-A547-8D8DB8AEAF5B}" type="pres">
      <dgm:prSet presAssocID="{35A823E7-B036-4F3A-B80D-7671347FA0B8}" presName="txSpace" presStyleCnt="0"/>
      <dgm:spPr/>
    </dgm:pt>
    <dgm:pt modelId="{FCF0C442-2058-4074-B104-DEC0A186BD47}" type="pres">
      <dgm:prSet presAssocID="{35A823E7-B036-4F3A-B80D-7671347FA0B8}" presName="desTx" presStyleLbl="revTx" presStyleIdx="1" presStyleCnt="4">
        <dgm:presLayoutVars/>
      </dgm:prSet>
      <dgm:spPr/>
    </dgm:pt>
    <dgm:pt modelId="{0A0C2798-F5A7-40DE-AA29-2A18B5FCA22A}" type="pres">
      <dgm:prSet presAssocID="{7BAC91D4-9053-4A93-8270-C7E85833B1C0}" presName="sibTrans" presStyleCnt="0"/>
      <dgm:spPr/>
    </dgm:pt>
    <dgm:pt modelId="{385058FC-85F9-4A49-BF54-0259E0B0A480}" type="pres">
      <dgm:prSet presAssocID="{22A17577-4F88-46A0-89E9-E7CB5792C455}" presName="compNode" presStyleCnt="0"/>
      <dgm:spPr/>
    </dgm:pt>
    <dgm:pt modelId="{2D53B03C-CFA8-4408-988F-D0FF1F513B92}" type="pres">
      <dgm:prSet presAssocID="{22A17577-4F88-46A0-89E9-E7CB5792C45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3C5D82B-E593-4E52-BFDB-E0BEC7286B18}" type="pres">
      <dgm:prSet presAssocID="{22A17577-4F88-46A0-89E9-E7CB5792C455}" presName="iconSpace" presStyleCnt="0"/>
      <dgm:spPr/>
    </dgm:pt>
    <dgm:pt modelId="{BBFB22EC-DA5B-441C-B065-00F076026F38}" type="pres">
      <dgm:prSet presAssocID="{22A17577-4F88-46A0-89E9-E7CB5792C455}" presName="parTx" presStyleLbl="revTx" presStyleIdx="2" presStyleCnt="4">
        <dgm:presLayoutVars>
          <dgm:chMax val="0"/>
          <dgm:chPref val="0"/>
        </dgm:presLayoutVars>
      </dgm:prSet>
      <dgm:spPr/>
    </dgm:pt>
    <dgm:pt modelId="{B190FBAF-8507-48E8-AE35-0719A05F7C86}" type="pres">
      <dgm:prSet presAssocID="{22A17577-4F88-46A0-89E9-E7CB5792C455}" presName="txSpace" presStyleCnt="0"/>
      <dgm:spPr/>
    </dgm:pt>
    <dgm:pt modelId="{774BC687-8253-4679-9FAC-24CD8D5CC61E}" type="pres">
      <dgm:prSet presAssocID="{22A17577-4F88-46A0-89E9-E7CB5792C455}" presName="desTx" presStyleLbl="revTx" presStyleIdx="3" presStyleCnt="4">
        <dgm:presLayoutVars/>
      </dgm:prSet>
      <dgm:spPr/>
    </dgm:pt>
  </dgm:ptLst>
  <dgm:cxnLst>
    <dgm:cxn modelId="{968B5E08-E648-40A9-97E6-780F49BFC385}" type="presOf" srcId="{31D4151F-C0F6-4730-BB96-041DEBF2CD80}" destId="{FCF0C442-2058-4074-B104-DEC0A186BD47}" srcOrd="0" destOrd="1" presId="urn:microsoft.com/office/officeart/2018/5/layout/CenteredIconLabelDescriptionList"/>
    <dgm:cxn modelId="{BD6A7717-39F3-4012-8CE7-8BEAC2426CED}" type="presOf" srcId="{2D2BC803-27A1-412B-966B-81BD1C6158A8}" destId="{FCF0C442-2058-4074-B104-DEC0A186BD47}" srcOrd="0" destOrd="2" presId="urn:microsoft.com/office/officeart/2018/5/layout/CenteredIconLabelDescriptionList"/>
    <dgm:cxn modelId="{E5584928-1195-4AA7-95F9-F53A7757F9AF}" srcId="{35A823E7-B036-4F3A-B80D-7671347FA0B8}" destId="{2C06741C-AB62-4B79-B668-F6941B5F85BF}" srcOrd="0" destOrd="0" parTransId="{F2D54C86-BEE4-400D-AF4F-CAA871B66F46}" sibTransId="{FD34B5F5-CA51-471B-93D1-B57BF2FD3876}"/>
    <dgm:cxn modelId="{3FDCCE2E-989E-4598-914E-B35E95A1A21B}" type="presOf" srcId="{C6290AC5-EF25-409B-B8CE-27BD3752F00F}" destId="{FCF0C442-2058-4074-B104-DEC0A186BD47}" srcOrd="0" destOrd="3" presId="urn:microsoft.com/office/officeart/2018/5/layout/CenteredIconLabelDescriptionList"/>
    <dgm:cxn modelId="{FAF7D649-BAC3-4910-AD55-DF70E3D60921}" srcId="{535F3DEB-F454-4D74-800A-9F9266E5FD7D}" destId="{35A823E7-B036-4F3A-B80D-7671347FA0B8}" srcOrd="0" destOrd="0" parTransId="{0C491FF7-ECE8-47FA-A9EC-9D0508BDAB50}" sibTransId="{7BAC91D4-9053-4A93-8270-C7E85833B1C0}"/>
    <dgm:cxn modelId="{6A0E295A-6BF2-4F27-A5DF-90E83EC979B8}" srcId="{35A823E7-B036-4F3A-B80D-7671347FA0B8}" destId="{C6290AC5-EF25-409B-B8CE-27BD3752F00F}" srcOrd="3" destOrd="0" parTransId="{79082B28-AF62-4703-AB40-2600039A1E40}" sibTransId="{9A12C004-1370-4717-8099-4054A65B1561}"/>
    <dgm:cxn modelId="{332E737B-A25F-48B1-973F-C449A12AFB6B}" type="presOf" srcId="{030FBAF0-EF5D-414C-ABD8-26DBD816E1EC}" destId="{FCF0C442-2058-4074-B104-DEC0A186BD47}" srcOrd="0" destOrd="4" presId="urn:microsoft.com/office/officeart/2018/5/layout/CenteredIconLabelDescriptionList"/>
    <dgm:cxn modelId="{9059B27B-347D-4F3F-AE43-B15A30AF8D87}" srcId="{35A823E7-B036-4F3A-B80D-7671347FA0B8}" destId="{2D2BC803-27A1-412B-966B-81BD1C6158A8}" srcOrd="2" destOrd="0" parTransId="{6FFEDB0D-0AA3-4B18-9486-AE3A95B587AF}" sibTransId="{C56A3F32-873F-4822-917D-8598DA2DD94C}"/>
    <dgm:cxn modelId="{7EF58796-F5B9-4A84-AC1E-E7F9914866C5}" type="presOf" srcId="{35A823E7-B036-4F3A-B80D-7671347FA0B8}" destId="{F766CD3A-0817-481C-BF7B-F42731FEE3ED}" srcOrd="0" destOrd="0" presId="urn:microsoft.com/office/officeart/2018/5/layout/CenteredIconLabelDescriptionList"/>
    <dgm:cxn modelId="{3FEC57A3-4E01-44AF-A18A-15B7ADEF2313}" srcId="{35A823E7-B036-4F3A-B80D-7671347FA0B8}" destId="{030FBAF0-EF5D-414C-ABD8-26DBD816E1EC}" srcOrd="4" destOrd="0" parTransId="{5B7D421E-99BE-44DC-AF35-0DAD0E32D383}" sibTransId="{36133B70-51AD-4534-B395-8AECCFF9054B}"/>
    <dgm:cxn modelId="{056612A9-047E-40DC-B91A-0A517345A3FB}" srcId="{35A823E7-B036-4F3A-B80D-7671347FA0B8}" destId="{31D4151F-C0F6-4730-BB96-041DEBF2CD80}" srcOrd="1" destOrd="0" parTransId="{368A0801-EEFA-4B0A-A5C6-7F22414A7A74}" sibTransId="{89D98D4C-B462-4658-BB77-08A035B5ABF0}"/>
    <dgm:cxn modelId="{8C7835B9-C5F8-4CA5-88A5-FA96DD5E1290}" srcId="{22A17577-4F88-46A0-89E9-E7CB5792C455}" destId="{244AA5FE-03FD-4D6C-8831-743CF5669724}" srcOrd="1" destOrd="0" parTransId="{C73FFE7C-09F2-43C5-A3DA-C3928BB8E0AD}" sibTransId="{B1D1079F-2D2D-4BCB-BB84-BA4D8210423E}"/>
    <dgm:cxn modelId="{1B3FD9BB-98C3-412B-925C-CD7C64EF45F2}" type="presOf" srcId="{224FC6C9-DB16-471C-95D5-ECE7996CBA90}" destId="{774BC687-8253-4679-9FAC-24CD8D5CC61E}" srcOrd="0" destOrd="0" presId="urn:microsoft.com/office/officeart/2018/5/layout/CenteredIconLabelDescriptionList"/>
    <dgm:cxn modelId="{67FE42C1-E8AE-4200-80A1-FFF0839C7AD2}" type="presOf" srcId="{244AA5FE-03FD-4D6C-8831-743CF5669724}" destId="{774BC687-8253-4679-9FAC-24CD8D5CC61E}" srcOrd="0" destOrd="1" presId="urn:microsoft.com/office/officeart/2018/5/layout/CenteredIconLabelDescriptionList"/>
    <dgm:cxn modelId="{197F0BCF-216C-400F-BCEC-7D9AF03DDDDF}" type="presOf" srcId="{535F3DEB-F454-4D74-800A-9F9266E5FD7D}" destId="{D4D529E5-0126-4529-AD2A-DD33AA996B76}" srcOrd="0" destOrd="0" presId="urn:microsoft.com/office/officeart/2018/5/layout/CenteredIconLabelDescriptionList"/>
    <dgm:cxn modelId="{545963D1-FD64-419E-8A51-A4B0EE5DEF65}" srcId="{22A17577-4F88-46A0-89E9-E7CB5792C455}" destId="{224FC6C9-DB16-471C-95D5-ECE7996CBA90}" srcOrd="0" destOrd="0" parTransId="{F28E3A7B-9E20-4E4A-93B7-E67091BDEB4F}" sibTransId="{0DA252DD-DA2A-4405-BA30-878C6166D99C}"/>
    <dgm:cxn modelId="{77136BD3-FB5C-43A3-B512-461D7927A084}" srcId="{535F3DEB-F454-4D74-800A-9F9266E5FD7D}" destId="{22A17577-4F88-46A0-89E9-E7CB5792C455}" srcOrd="1" destOrd="0" parTransId="{1D0A7A1A-64A9-48BB-B4E2-BEFC39E71D23}" sibTransId="{A766B21A-B316-4FB0-BB69-8854AA6DA73A}"/>
    <dgm:cxn modelId="{FF8ACBE2-A514-42C1-99DB-9765E3D5388F}" type="presOf" srcId="{22A17577-4F88-46A0-89E9-E7CB5792C455}" destId="{BBFB22EC-DA5B-441C-B065-00F076026F38}" srcOrd="0" destOrd="0" presId="urn:microsoft.com/office/officeart/2018/5/layout/CenteredIconLabelDescriptionList"/>
    <dgm:cxn modelId="{870FD3EF-E38C-47A3-9C0D-6FC98CBBB3C9}" type="presOf" srcId="{2C06741C-AB62-4B79-B668-F6941B5F85BF}" destId="{FCF0C442-2058-4074-B104-DEC0A186BD47}" srcOrd="0" destOrd="0" presId="urn:microsoft.com/office/officeart/2018/5/layout/CenteredIconLabelDescriptionList"/>
    <dgm:cxn modelId="{F625D93B-7870-4DC3-BD10-391F7EE7E7DE}" type="presParOf" srcId="{D4D529E5-0126-4529-AD2A-DD33AA996B76}" destId="{15037DEA-4969-4475-A3B6-CF1C2F3B9241}" srcOrd="0" destOrd="0" presId="urn:microsoft.com/office/officeart/2018/5/layout/CenteredIconLabelDescriptionList"/>
    <dgm:cxn modelId="{C2F8EA74-B2D8-40B2-A993-350E01FBFC6E}" type="presParOf" srcId="{15037DEA-4969-4475-A3B6-CF1C2F3B9241}" destId="{7274010B-DDA5-4804-9723-2E269D7F49D5}" srcOrd="0" destOrd="0" presId="urn:microsoft.com/office/officeart/2018/5/layout/CenteredIconLabelDescriptionList"/>
    <dgm:cxn modelId="{43C15782-EFFC-4372-895F-EA279BC42420}" type="presParOf" srcId="{15037DEA-4969-4475-A3B6-CF1C2F3B9241}" destId="{D483AFFA-B008-4545-BE39-C3ED2843038D}" srcOrd="1" destOrd="0" presId="urn:microsoft.com/office/officeart/2018/5/layout/CenteredIconLabelDescriptionList"/>
    <dgm:cxn modelId="{AD034638-7F5B-4F11-BDB3-D2AE03C1B57F}" type="presParOf" srcId="{15037DEA-4969-4475-A3B6-CF1C2F3B9241}" destId="{F766CD3A-0817-481C-BF7B-F42731FEE3ED}" srcOrd="2" destOrd="0" presId="urn:microsoft.com/office/officeart/2018/5/layout/CenteredIconLabelDescriptionList"/>
    <dgm:cxn modelId="{E3D2EDF6-80EB-4DA2-B280-0E637719BBF4}" type="presParOf" srcId="{15037DEA-4969-4475-A3B6-CF1C2F3B9241}" destId="{14986774-A4DF-48FF-A547-8D8DB8AEAF5B}" srcOrd="3" destOrd="0" presId="urn:microsoft.com/office/officeart/2018/5/layout/CenteredIconLabelDescriptionList"/>
    <dgm:cxn modelId="{509923D9-6FE1-441F-9796-452566DEDDB6}" type="presParOf" srcId="{15037DEA-4969-4475-A3B6-CF1C2F3B9241}" destId="{FCF0C442-2058-4074-B104-DEC0A186BD47}" srcOrd="4" destOrd="0" presId="urn:microsoft.com/office/officeart/2018/5/layout/CenteredIconLabelDescriptionList"/>
    <dgm:cxn modelId="{5854CBBC-0FFE-40E6-84CA-0DECC1455202}" type="presParOf" srcId="{D4D529E5-0126-4529-AD2A-DD33AA996B76}" destId="{0A0C2798-F5A7-40DE-AA29-2A18B5FCA22A}" srcOrd="1" destOrd="0" presId="urn:microsoft.com/office/officeart/2018/5/layout/CenteredIconLabelDescriptionList"/>
    <dgm:cxn modelId="{B841A529-35B6-494C-A235-AEF167B5F9A8}" type="presParOf" srcId="{D4D529E5-0126-4529-AD2A-DD33AA996B76}" destId="{385058FC-85F9-4A49-BF54-0259E0B0A480}" srcOrd="2" destOrd="0" presId="urn:microsoft.com/office/officeart/2018/5/layout/CenteredIconLabelDescriptionList"/>
    <dgm:cxn modelId="{8C87C0E3-A6DA-4290-A25D-E434343E7F2C}" type="presParOf" srcId="{385058FC-85F9-4A49-BF54-0259E0B0A480}" destId="{2D53B03C-CFA8-4408-988F-D0FF1F513B92}" srcOrd="0" destOrd="0" presId="urn:microsoft.com/office/officeart/2018/5/layout/CenteredIconLabelDescriptionList"/>
    <dgm:cxn modelId="{D53EC9E4-C843-4B53-A17C-204CD1B3623D}" type="presParOf" srcId="{385058FC-85F9-4A49-BF54-0259E0B0A480}" destId="{F3C5D82B-E593-4E52-BFDB-E0BEC7286B18}" srcOrd="1" destOrd="0" presId="urn:microsoft.com/office/officeart/2018/5/layout/CenteredIconLabelDescriptionList"/>
    <dgm:cxn modelId="{5AFB34F4-0845-4C34-A857-5CBBA668F96D}" type="presParOf" srcId="{385058FC-85F9-4A49-BF54-0259E0B0A480}" destId="{BBFB22EC-DA5B-441C-B065-00F076026F38}" srcOrd="2" destOrd="0" presId="urn:microsoft.com/office/officeart/2018/5/layout/CenteredIconLabelDescriptionList"/>
    <dgm:cxn modelId="{06848CB9-7EF2-4C3D-A437-83A9C1F23BF9}" type="presParOf" srcId="{385058FC-85F9-4A49-BF54-0259E0B0A480}" destId="{B190FBAF-8507-48E8-AE35-0719A05F7C86}" srcOrd="3" destOrd="0" presId="urn:microsoft.com/office/officeart/2018/5/layout/CenteredIconLabelDescriptionList"/>
    <dgm:cxn modelId="{5D2F07EB-06D7-438D-8768-A9226DFFDBC6}" type="presParOf" srcId="{385058FC-85F9-4A49-BF54-0259E0B0A480}" destId="{774BC687-8253-4679-9FAC-24CD8D5CC61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772A819-180B-4411-8DFB-A422B8A06AF9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8C6794C-F011-4916-904C-C82614D48EE9}">
      <dgm:prSet/>
      <dgm:spPr/>
      <dgm:t>
        <a:bodyPr/>
        <a:lstStyle/>
        <a:p>
          <a:r>
            <a:rPr lang="en-US"/>
            <a:t>Counts of values in intervals</a:t>
          </a:r>
        </a:p>
      </dgm:t>
    </dgm:pt>
    <dgm:pt modelId="{D1DDBAF7-D115-4CA3-998C-13F4EF564B90}" type="parTrans" cxnId="{B7337E0E-DE49-4884-B3D4-CA2C764291F7}">
      <dgm:prSet/>
      <dgm:spPr/>
      <dgm:t>
        <a:bodyPr/>
        <a:lstStyle/>
        <a:p>
          <a:endParaRPr lang="en-US"/>
        </a:p>
      </dgm:t>
    </dgm:pt>
    <dgm:pt modelId="{318C3D84-73DC-493B-A8E4-329101ADAA72}" type="sibTrans" cxnId="{B7337E0E-DE49-4884-B3D4-CA2C764291F7}">
      <dgm:prSet/>
      <dgm:spPr/>
      <dgm:t>
        <a:bodyPr/>
        <a:lstStyle/>
        <a:p>
          <a:endParaRPr lang="en-US"/>
        </a:p>
      </dgm:t>
    </dgm:pt>
    <dgm:pt modelId="{6DDAAA45-25B2-4B75-B775-D109111E3749}">
      <dgm:prSet/>
      <dgm:spPr/>
      <dgm:t>
        <a:bodyPr/>
        <a:lstStyle/>
        <a:p>
          <a:r>
            <a:rPr lang="en-US"/>
            <a:t>Examples:</a:t>
          </a:r>
        </a:p>
      </dgm:t>
    </dgm:pt>
    <dgm:pt modelId="{0BEC79B9-3E33-473B-9876-D6F3815026C1}" type="parTrans" cxnId="{A0306AB3-D039-4182-B056-16DF4C2A222E}">
      <dgm:prSet/>
      <dgm:spPr/>
      <dgm:t>
        <a:bodyPr/>
        <a:lstStyle/>
        <a:p>
          <a:endParaRPr lang="en-US"/>
        </a:p>
      </dgm:t>
    </dgm:pt>
    <dgm:pt modelId="{620AA4A3-7F5F-4867-A795-FB234E653BD4}" type="sibTrans" cxnId="{A0306AB3-D039-4182-B056-16DF4C2A222E}">
      <dgm:prSet/>
      <dgm:spPr/>
      <dgm:t>
        <a:bodyPr/>
        <a:lstStyle/>
        <a:p>
          <a:endParaRPr lang="en-US"/>
        </a:p>
      </dgm:t>
    </dgm:pt>
    <dgm:pt modelId="{9BA41227-E682-4CF9-98F8-926B5FF76C37}">
      <dgm:prSet/>
      <dgm:spPr/>
      <dgm:t>
        <a:bodyPr/>
        <a:lstStyle/>
        <a:p>
          <a:r>
            <a:rPr lang="en-US" dirty="0"/>
            <a:t>Age groups of customers</a:t>
          </a:r>
        </a:p>
      </dgm:t>
    </dgm:pt>
    <dgm:pt modelId="{E36BD21B-F258-4D4A-B1FF-D9DAAA9D3775}" type="parTrans" cxnId="{06E59129-7E2A-44B0-A88E-E1775154347A}">
      <dgm:prSet/>
      <dgm:spPr/>
      <dgm:t>
        <a:bodyPr/>
        <a:lstStyle/>
        <a:p>
          <a:endParaRPr lang="en-US"/>
        </a:p>
      </dgm:t>
    </dgm:pt>
    <dgm:pt modelId="{BCF3FFF2-8FEC-4440-BD5E-0A5B7B4E328A}" type="sibTrans" cxnId="{06E59129-7E2A-44B0-A88E-E1775154347A}">
      <dgm:prSet/>
      <dgm:spPr/>
      <dgm:t>
        <a:bodyPr/>
        <a:lstStyle/>
        <a:p>
          <a:endParaRPr lang="en-US"/>
        </a:p>
      </dgm:t>
    </dgm:pt>
    <dgm:pt modelId="{3EFBB4BB-DF83-480D-9220-D4FF84E7C290}">
      <dgm:prSet/>
      <dgm:spPr/>
      <dgm:t>
        <a:bodyPr/>
        <a:lstStyle/>
        <a:p>
          <a:r>
            <a:rPr lang="en-US" dirty="0"/>
            <a:t>Time buckets of deliveries</a:t>
          </a:r>
        </a:p>
      </dgm:t>
    </dgm:pt>
    <dgm:pt modelId="{D1D79E64-C1F7-439C-BB2C-B07280BACC54}" type="parTrans" cxnId="{A657C332-8770-404F-A946-870DC5D90FF8}">
      <dgm:prSet/>
      <dgm:spPr/>
      <dgm:t>
        <a:bodyPr/>
        <a:lstStyle/>
        <a:p>
          <a:endParaRPr lang="en-US"/>
        </a:p>
      </dgm:t>
    </dgm:pt>
    <dgm:pt modelId="{11FC5CAD-38E8-45ED-AFE5-27F3A3677D53}" type="sibTrans" cxnId="{A657C332-8770-404F-A946-870DC5D90FF8}">
      <dgm:prSet/>
      <dgm:spPr/>
      <dgm:t>
        <a:bodyPr/>
        <a:lstStyle/>
        <a:p>
          <a:endParaRPr lang="en-US"/>
        </a:p>
      </dgm:t>
    </dgm:pt>
    <dgm:pt modelId="{80D162AD-E708-44B2-8743-4BB52B288927}">
      <dgm:prSet/>
      <dgm:spPr/>
      <dgm:t>
        <a:bodyPr/>
        <a:lstStyle/>
        <a:p>
          <a:r>
            <a:rPr lang="en-US"/>
            <a:t>Industry Use:</a:t>
          </a:r>
        </a:p>
      </dgm:t>
    </dgm:pt>
    <dgm:pt modelId="{8A2949DB-1453-4D61-953C-36DD176E9B7F}" type="parTrans" cxnId="{EA696054-B00B-494F-901D-205F2271702A}">
      <dgm:prSet/>
      <dgm:spPr/>
      <dgm:t>
        <a:bodyPr/>
        <a:lstStyle/>
        <a:p>
          <a:endParaRPr lang="en-US"/>
        </a:p>
      </dgm:t>
    </dgm:pt>
    <dgm:pt modelId="{C0984249-1B93-4E3F-A2B7-24F6A453289B}" type="sibTrans" cxnId="{EA696054-B00B-494F-901D-205F2271702A}">
      <dgm:prSet/>
      <dgm:spPr/>
      <dgm:t>
        <a:bodyPr/>
        <a:lstStyle/>
        <a:p>
          <a:endParaRPr lang="en-US"/>
        </a:p>
      </dgm:t>
    </dgm:pt>
    <dgm:pt modelId="{008BD036-83CC-44F3-905D-F0C28C5902AF}">
      <dgm:prSet/>
      <dgm:spPr/>
      <dgm:t>
        <a:bodyPr/>
        <a:lstStyle/>
        <a:p>
          <a:r>
            <a:rPr lang="en-US" dirty="0"/>
            <a:t>Market segmentation</a:t>
          </a:r>
        </a:p>
      </dgm:t>
    </dgm:pt>
    <dgm:pt modelId="{A130390E-C033-4DDA-A91C-2FCEC9E6582B}" type="parTrans" cxnId="{F302D4F5-188C-4A0C-8B79-4F5680FB867C}">
      <dgm:prSet/>
      <dgm:spPr/>
      <dgm:t>
        <a:bodyPr/>
        <a:lstStyle/>
        <a:p>
          <a:endParaRPr lang="en-US"/>
        </a:p>
      </dgm:t>
    </dgm:pt>
    <dgm:pt modelId="{4753C0EE-CEEA-4CAC-A7D1-48DA9BC1986B}" type="sibTrans" cxnId="{F302D4F5-188C-4A0C-8B79-4F5680FB867C}">
      <dgm:prSet/>
      <dgm:spPr/>
      <dgm:t>
        <a:bodyPr/>
        <a:lstStyle/>
        <a:p>
          <a:endParaRPr lang="en-US"/>
        </a:p>
      </dgm:t>
    </dgm:pt>
    <dgm:pt modelId="{6C8D9D59-6642-4400-B426-6FFC0A12C269}">
      <dgm:prSet/>
      <dgm:spPr/>
      <dgm:t>
        <a:bodyPr/>
        <a:lstStyle/>
        <a:p>
          <a:r>
            <a:rPr lang="en-US" dirty="0"/>
            <a:t>Demand planning</a:t>
          </a:r>
        </a:p>
      </dgm:t>
    </dgm:pt>
    <dgm:pt modelId="{4DC1FCCB-200A-4E04-993B-5A6AA96FEDB6}" type="parTrans" cxnId="{3106B9E7-C1DE-40B1-B52F-1056E540C54D}">
      <dgm:prSet/>
      <dgm:spPr/>
      <dgm:t>
        <a:bodyPr/>
        <a:lstStyle/>
        <a:p>
          <a:endParaRPr lang="en-US"/>
        </a:p>
      </dgm:t>
    </dgm:pt>
    <dgm:pt modelId="{C173BE7E-32AD-4080-A2D4-641836B243EE}" type="sibTrans" cxnId="{3106B9E7-C1DE-40B1-B52F-1056E540C54D}">
      <dgm:prSet/>
      <dgm:spPr/>
      <dgm:t>
        <a:bodyPr/>
        <a:lstStyle/>
        <a:p>
          <a:endParaRPr lang="en-US"/>
        </a:p>
      </dgm:t>
    </dgm:pt>
    <dgm:pt modelId="{306E7387-520F-4816-82F9-E635E96664AF}">
      <dgm:prSet/>
      <dgm:spPr/>
      <dgm:t>
        <a:bodyPr/>
        <a:lstStyle/>
        <a:p>
          <a:r>
            <a:rPr lang="en-US" dirty="0"/>
            <a:t>HR analytics</a:t>
          </a:r>
        </a:p>
      </dgm:t>
    </dgm:pt>
    <dgm:pt modelId="{4905A9A0-DD0A-4A90-84A8-869597E57572}" type="parTrans" cxnId="{41D9BB99-6CC1-4289-9A8D-2E1A75C93F1F}">
      <dgm:prSet/>
      <dgm:spPr/>
      <dgm:t>
        <a:bodyPr/>
        <a:lstStyle/>
        <a:p>
          <a:endParaRPr lang="en-US"/>
        </a:p>
      </dgm:t>
    </dgm:pt>
    <dgm:pt modelId="{BFF9FAA5-0168-416E-BA7B-41272C877ECD}" type="sibTrans" cxnId="{41D9BB99-6CC1-4289-9A8D-2E1A75C93F1F}">
      <dgm:prSet/>
      <dgm:spPr/>
      <dgm:t>
        <a:bodyPr/>
        <a:lstStyle/>
        <a:p>
          <a:endParaRPr lang="en-US"/>
        </a:p>
      </dgm:t>
    </dgm:pt>
    <dgm:pt modelId="{49641C27-7CE4-41B9-AD6C-2755F2C23019}" type="pres">
      <dgm:prSet presAssocID="{5772A819-180B-4411-8DFB-A422B8A06AF9}" presName="linear" presStyleCnt="0">
        <dgm:presLayoutVars>
          <dgm:dir/>
          <dgm:animLvl val="lvl"/>
          <dgm:resizeHandles val="exact"/>
        </dgm:presLayoutVars>
      </dgm:prSet>
      <dgm:spPr/>
    </dgm:pt>
    <dgm:pt modelId="{178FAE9B-A543-4C0D-984F-D9CC72327155}" type="pres">
      <dgm:prSet presAssocID="{A8C6794C-F011-4916-904C-C82614D48EE9}" presName="parentLin" presStyleCnt="0"/>
      <dgm:spPr/>
    </dgm:pt>
    <dgm:pt modelId="{7782B45A-A105-4CE5-924D-135FD8D9A139}" type="pres">
      <dgm:prSet presAssocID="{A8C6794C-F011-4916-904C-C82614D48EE9}" presName="parentLeftMargin" presStyleLbl="node1" presStyleIdx="0" presStyleCnt="3"/>
      <dgm:spPr/>
    </dgm:pt>
    <dgm:pt modelId="{D668DF23-C023-4ED3-AD5F-9C265F41FF4D}" type="pres">
      <dgm:prSet presAssocID="{A8C6794C-F011-4916-904C-C82614D48EE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9F9512-F070-4524-B2C0-4FB9779B9E1E}" type="pres">
      <dgm:prSet presAssocID="{A8C6794C-F011-4916-904C-C82614D48EE9}" presName="negativeSpace" presStyleCnt="0"/>
      <dgm:spPr/>
    </dgm:pt>
    <dgm:pt modelId="{9A821F1C-A3CA-48E4-BADF-4E6A69DDA97A}" type="pres">
      <dgm:prSet presAssocID="{A8C6794C-F011-4916-904C-C82614D48EE9}" presName="childText" presStyleLbl="conFgAcc1" presStyleIdx="0" presStyleCnt="3">
        <dgm:presLayoutVars>
          <dgm:bulletEnabled val="1"/>
        </dgm:presLayoutVars>
      </dgm:prSet>
      <dgm:spPr/>
    </dgm:pt>
    <dgm:pt modelId="{45517840-5763-4F2D-877B-11BD03F4F5C9}" type="pres">
      <dgm:prSet presAssocID="{318C3D84-73DC-493B-A8E4-329101ADAA72}" presName="spaceBetweenRectangles" presStyleCnt="0"/>
      <dgm:spPr/>
    </dgm:pt>
    <dgm:pt modelId="{69623795-72C1-4F65-BC1F-4B8E8F28232D}" type="pres">
      <dgm:prSet presAssocID="{6DDAAA45-25B2-4B75-B775-D109111E3749}" presName="parentLin" presStyleCnt="0"/>
      <dgm:spPr/>
    </dgm:pt>
    <dgm:pt modelId="{B5116635-E5C6-49E2-8985-686F00F0C1EC}" type="pres">
      <dgm:prSet presAssocID="{6DDAAA45-25B2-4B75-B775-D109111E3749}" presName="parentLeftMargin" presStyleLbl="node1" presStyleIdx="0" presStyleCnt="3"/>
      <dgm:spPr/>
    </dgm:pt>
    <dgm:pt modelId="{2313F53E-8372-43CB-9C6D-32391D1947C3}" type="pres">
      <dgm:prSet presAssocID="{6DDAAA45-25B2-4B75-B775-D109111E374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104D84D-3174-4F6C-BE48-F3E0D901E7F0}" type="pres">
      <dgm:prSet presAssocID="{6DDAAA45-25B2-4B75-B775-D109111E3749}" presName="negativeSpace" presStyleCnt="0"/>
      <dgm:spPr/>
    </dgm:pt>
    <dgm:pt modelId="{54AF6E6E-6086-4FF7-AB2F-FA03F4F3FA71}" type="pres">
      <dgm:prSet presAssocID="{6DDAAA45-25B2-4B75-B775-D109111E3749}" presName="childText" presStyleLbl="conFgAcc1" presStyleIdx="1" presStyleCnt="3">
        <dgm:presLayoutVars>
          <dgm:bulletEnabled val="1"/>
        </dgm:presLayoutVars>
      </dgm:prSet>
      <dgm:spPr/>
    </dgm:pt>
    <dgm:pt modelId="{CDF1AE66-CE88-493E-9302-65F77B13FDAA}" type="pres">
      <dgm:prSet presAssocID="{620AA4A3-7F5F-4867-A795-FB234E653BD4}" presName="spaceBetweenRectangles" presStyleCnt="0"/>
      <dgm:spPr/>
    </dgm:pt>
    <dgm:pt modelId="{7B7D25C7-D939-4616-8B39-BB2B4C5EF8A3}" type="pres">
      <dgm:prSet presAssocID="{80D162AD-E708-44B2-8743-4BB52B288927}" presName="parentLin" presStyleCnt="0"/>
      <dgm:spPr/>
    </dgm:pt>
    <dgm:pt modelId="{C52A02CB-C04C-484B-805C-BF34A17153D8}" type="pres">
      <dgm:prSet presAssocID="{80D162AD-E708-44B2-8743-4BB52B288927}" presName="parentLeftMargin" presStyleLbl="node1" presStyleIdx="1" presStyleCnt="3"/>
      <dgm:spPr/>
    </dgm:pt>
    <dgm:pt modelId="{2EBCE48A-1E94-4286-B1BD-42C01A49E6E7}" type="pres">
      <dgm:prSet presAssocID="{80D162AD-E708-44B2-8743-4BB52B28892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0E39BD0-8C37-4793-9E75-226AEB213412}" type="pres">
      <dgm:prSet presAssocID="{80D162AD-E708-44B2-8743-4BB52B288927}" presName="negativeSpace" presStyleCnt="0"/>
      <dgm:spPr/>
    </dgm:pt>
    <dgm:pt modelId="{6B898F6D-1746-41AA-8DBF-0A39CC219331}" type="pres">
      <dgm:prSet presAssocID="{80D162AD-E708-44B2-8743-4BB52B28892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7337E0E-DE49-4884-B3D4-CA2C764291F7}" srcId="{5772A819-180B-4411-8DFB-A422B8A06AF9}" destId="{A8C6794C-F011-4916-904C-C82614D48EE9}" srcOrd="0" destOrd="0" parTransId="{D1DDBAF7-D115-4CA3-998C-13F4EF564B90}" sibTransId="{318C3D84-73DC-493B-A8E4-329101ADAA72}"/>
    <dgm:cxn modelId="{7909C327-45FA-4CBD-A275-6B08F09BCDA3}" type="presOf" srcId="{A8C6794C-F011-4916-904C-C82614D48EE9}" destId="{7782B45A-A105-4CE5-924D-135FD8D9A139}" srcOrd="0" destOrd="0" presId="urn:microsoft.com/office/officeart/2005/8/layout/list1"/>
    <dgm:cxn modelId="{06E59129-7E2A-44B0-A88E-E1775154347A}" srcId="{6DDAAA45-25B2-4B75-B775-D109111E3749}" destId="{9BA41227-E682-4CF9-98F8-926B5FF76C37}" srcOrd="0" destOrd="0" parTransId="{E36BD21B-F258-4D4A-B1FF-D9DAAA9D3775}" sibTransId="{BCF3FFF2-8FEC-4440-BD5E-0A5B7B4E328A}"/>
    <dgm:cxn modelId="{A657C332-8770-404F-A946-870DC5D90FF8}" srcId="{6DDAAA45-25B2-4B75-B775-D109111E3749}" destId="{3EFBB4BB-DF83-480D-9220-D4FF84E7C290}" srcOrd="1" destOrd="0" parTransId="{D1D79E64-C1F7-439C-BB2C-B07280BACC54}" sibTransId="{11FC5CAD-38E8-45ED-AFE5-27F3A3677D53}"/>
    <dgm:cxn modelId="{20E00F37-C977-4E2E-927B-61723588030A}" type="presOf" srcId="{3EFBB4BB-DF83-480D-9220-D4FF84E7C290}" destId="{54AF6E6E-6086-4FF7-AB2F-FA03F4F3FA71}" srcOrd="0" destOrd="1" presId="urn:microsoft.com/office/officeart/2005/8/layout/list1"/>
    <dgm:cxn modelId="{56D95861-4B8F-4007-BCB4-77041BF51D65}" type="presOf" srcId="{6DDAAA45-25B2-4B75-B775-D109111E3749}" destId="{B5116635-E5C6-49E2-8985-686F00F0C1EC}" srcOrd="0" destOrd="0" presId="urn:microsoft.com/office/officeart/2005/8/layout/list1"/>
    <dgm:cxn modelId="{2DFCAE42-D4CC-4D9E-9939-F4AC264848E0}" type="presOf" srcId="{6C8D9D59-6642-4400-B426-6FFC0A12C269}" destId="{6B898F6D-1746-41AA-8DBF-0A39CC219331}" srcOrd="0" destOrd="1" presId="urn:microsoft.com/office/officeart/2005/8/layout/list1"/>
    <dgm:cxn modelId="{23B04649-C399-4732-B269-7658D1BBDFF6}" type="presOf" srcId="{80D162AD-E708-44B2-8743-4BB52B288927}" destId="{C52A02CB-C04C-484B-805C-BF34A17153D8}" srcOrd="0" destOrd="0" presId="urn:microsoft.com/office/officeart/2005/8/layout/list1"/>
    <dgm:cxn modelId="{EA696054-B00B-494F-901D-205F2271702A}" srcId="{5772A819-180B-4411-8DFB-A422B8A06AF9}" destId="{80D162AD-E708-44B2-8743-4BB52B288927}" srcOrd="2" destOrd="0" parTransId="{8A2949DB-1453-4D61-953C-36DD176E9B7F}" sibTransId="{C0984249-1B93-4E3F-A2B7-24F6A453289B}"/>
    <dgm:cxn modelId="{616B7B86-6625-4392-98F0-F0E29B0D068A}" type="presOf" srcId="{008BD036-83CC-44F3-905D-F0C28C5902AF}" destId="{6B898F6D-1746-41AA-8DBF-0A39CC219331}" srcOrd="0" destOrd="0" presId="urn:microsoft.com/office/officeart/2005/8/layout/list1"/>
    <dgm:cxn modelId="{41D9BB99-6CC1-4289-9A8D-2E1A75C93F1F}" srcId="{80D162AD-E708-44B2-8743-4BB52B288927}" destId="{306E7387-520F-4816-82F9-E635E96664AF}" srcOrd="2" destOrd="0" parTransId="{4905A9A0-DD0A-4A90-84A8-869597E57572}" sibTransId="{BFF9FAA5-0168-416E-BA7B-41272C877ECD}"/>
    <dgm:cxn modelId="{A0306AB3-D039-4182-B056-16DF4C2A222E}" srcId="{5772A819-180B-4411-8DFB-A422B8A06AF9}" destId="{6DDAAA45-25B2-4B75-B775-D109111E3749}" srcOrd="1" destOrd="0" parTransId="{0BEC79B9-3E33-473B-9876-D6F3815026C1}" sibTransId="{620AA4A3-7F5F-4867-A795-FB234E653BD4}"/>
    <dgm:cxn modelId="{1FF4B9D7-43A9-4AE5-889D-1D195528EC7A}" type="presOf" srcId="{80D162AD-E708-44B2-8743-4BB52B288927}" destId="{2EBCE48A-1E94-4286-B1BD-42C01A49E6E7}" srcOrd="1" destOrd="0" presId="urn:microsoft.com/office/officeart/2005/8/layout/list1"/>
    <dgm:cxn modelId="{8F5460E5-DC30-4476-8246-D604C1D607D7}" type="presOf" srcId="{6DDAAA45-25B2-4B75-B775-D109111E3749}" destId="{2313F53E-8372-43CB-9C6D-32391D1947C3}" srcOrd="1" destOrd="0" presId="urn:microsoft.com/office/officeart/2005/8/layout/list1"/>
    <dgm:cxn modelId="{3106B9E7-C1DE-40B1-B52F-1056E540C54D}" srcId="{80D162AD-E708-44B2-8743-4BB52B288927}" destId="{6C8D9D59-6642-4400-B426-6FFC0A12C269}" srcOrd="1" destOrd="0" parTransId="{4DC1FCCB-200A-4E04-993B-5A6AA96FEDB6}" sibTransId="{C173BE7E-32AD-4080-A2D4-641836B243EE}"/>
    <dgm:cxn modelId="{B22B32EF-2BE2-4CDC-BD78-B40122685E19}" type="presOf" srcId="{A8C6794C-F011-4916-904C-C82614D48EE9}" destId="{D668DF23-C023-4ED3-AD5F-9C265F41FF4D}" srcOrd="1" destOrd="0" presId="urn:microsoft.com/office/officeart/2005/8/layout/list1"/>
    <dgm:cxn modelId="{60CF9CEF-3A2A-4043-B449-7D4A9C9A2523}" type="presOf" srcId="{5772A819-180B-4411-8DFB-A422B8A06AF9}" destId="{49641C27-7CE4-41B9-AD6C-2755F2C23019}" srcOrd="0" destOrd="0" presId="urn:microsoft.com/office/officeart/2005/8/layout/list1"/>
    <dgm:cxn modelId="{F302D4F5-188C-4A0C-8B79-4F5680FB867C}" srcId="{80D162AD-E708-44B2-8743-4BB52B288927}" destId="{008BD036-83CC-44F3-905D-F0C28C5902AF}" srcOrd="0" destOrd="0" parTransId="{A130390E-C033-4DDA-A91C-2FCEC9E6582B}" sibTransId="{4753C0EE-CEEA-4CAC-A7D1-48DA9BC1986B}"/>
    <dgm:cxn modelId="{13DC9DF7-83DF-4A69-AC61-1B21DCA5EE6E}" type="presOf" srcId="{306E7387-520F-4816-82F9-E635E96664AF}" destId="{6B898F6D-1746-41AA-8DBF-0A39CC219331}" srcOrd="0" destOrd="2" presId="urn:microsoft.com/office/officeart/2005/8/layout/list1"/>
    <dgm:cxn modelId="{634209FD-5FAF-40E8-888A-D8D64E1BD8DF}" type="presOf" srcId="{9BA41227-E682-4CF9-98F8-926B5FF76C37}" destId="{54AF6E6E-6086-4FF7-AB2F-FA03F4F3FA71}" srcOrd="0" destOrd="0" presId="urn:microsoft.com/office/officeart/2005/8/layout/list1"/>
    <dgm:cxn modelId="{D683E60F-FCD4-4051-A2F6-4420B87D02F6}" type="presParOf" srcId="{49641C27-7CE4-41B9-AD6C-2755F2C23019}" destId="{178FAE9B-A543-4C0D-984F-D9CC72327155}" srcOrd="0" destOrd="0" presId="urn:microsoft.com/office/officeart/2005/8/layout/list1"/>
    <dgm:cxn modelId="{6E267113-112F-4747-949C-934812228920}" type="presParOf" srcId="{178FAE9B-A543-4C0D-984F-D9CC72327155}" destId="{7782B45A-A105-4CE5-924D-135FD8D9A139}" srcOrd="0" destOrd="0" presId="urn:microsoft.com/office/officeart/2005/8/layout/list1"/>
    <dgm:cxn modelId="{C65B91FB-DDE1-4CED-8EFF-5245D9715098}" type="presParOf" srcId="{178FAE9B-A543-4C0D-984F-D9CC72327155}" destId="{D668DF23-C023-4ED3-AD5F-9C265F41FF4D}" srcOrd="1" destOrd="0" presId="urn:microsoft.com/office/officeart/2005/8/layout/list1"/>
    <dgm:cxn modelId="{5260309D-88E0-4996-A950-E1C886114767}" type="presParOf" srcId="{49641C27-7CE4-41B9-AD6C-2755F2C23019}" destId="{A29F9512-F070-4524-B2C0-4FB9779B9E1E}" srcOrd="1" destOrd="0" presId="urn:microsoft.com/office/officeart/2005/8/layout/list1"/>
    <dgm:cxn modelId="{9400A198-0577-4FD1-B6CF-2A8FB6CF6B9C}" type="presParOf" srcId="{49641C27-7CE4-41B9-AD6C-2755F2C23019}" destId="{9A821F1C-A3CA-48E4-BADF-4E6A69DDA97A}" srcOrd="2" destOrd="0" presId="urn:microsoft.com/office/officeart/2005/8/layout/list1"/>
    <dgm:cxn modelId="{3409745C-CF3D-456F-A207-FB50414AC60F}" type="presParOf" srcId="{49641C27-7CE4-41B9-AD6C-2755F2C23019}" destId="{45517840-5763-4F2D-877B-11BD03F4F5C9}" srcOrd="3" destOrd="0" presId="urn:microsoft.com/office/officeart/2005/8/layout/list1"/>
    <dgm:cxn modelId="{7F8E9680-9E86-4F77-818A-D197E032EE6C}" type="presParOf" srcId="{49641C27-7CE4-41B9-AD6C-2755F2C23019}" destId="{69623795-72C1-4F65-BC1F-4B8E8F28232D}" srcOrd="4" destOrd="0" presId="urn:microsoft.com/office/officeart/2005/8/layout/list1"/>
    <dgm:cxn modelId="{2219F9E2-A041-4C0E-B057-0AAA1064F9D3}" type="presParOf" srcId="{69623795-72C1-4F65-BC1F-4B8E8F28232D}" destId="{B5116635-E5C6-49E2-8985-686F00F0C1EC}" srcOrd="0" destOrd="0" presId="urn:microsoft.com/office/officeart/2005/8/layout/list1"/>
    <dgm:cxn modelId="{B3A84CDF-0070-4D3D-B90D-D66877115B87}" type="presParOf" srcId="{69623795-72C1-4F65-BC1F-4B8E8F28232D}" destId="{2313F53E-8372-43CB-9C6D-32391D1947C3}" srcOrd="1" destOrd="0" presId="urn:microsoft.com/office/officeart/2005/8/layout/list1"/>
    <dgm:cxn modelId="{A73AD951-8A03-47D8-AEC3-F36C955C9CD4}" type="presParOf" srcId="{49641C27-7CE4-41B9-AD6C-2755F2C23019}" destId="{C104D84D-3174-4F6C-BE48-F3E0D901E7F0}" srcOrd="5" destOrd="0" presId="urn:microsoft.com/office/officeart/2005/8/layout/list1"/>
    <dgm:cxn modelId="{BB582A90-E98E-4696-BC05-64B720B6356C}" type="presParOf" srcId="{49641C27-7CE4-41B9-AD6C-2755F2C23019}" destId="{54AF6E6E-6086-4FF7-AB2F-FA03F4F3FA71}" srcOrd="6" destOrd="0" presId="urn:microsoft.com/office/officeart/2005/8/layout/list1"/>
    <dgm:cxn modelId="{A476E620-4BBE-4E32-B8FC-A9C581B074AA}" type="presParOf" srcId="{49641C27-7CE4-41B9-AD6C-2755F2C23019}" destId="{CDF1AE66-CE88-493E-9302-65F77B13FDAA}" srcOrd="7" destOrd="0" presId="urn:microsoft.com/office/officeart/2005/8/layout/list1"/>
    <dgm:cxn modelId="{A806C2E2-53F7-4169-BB25-DD794A7C3ED9}" type="presParOf" srcId="{49641C27-7CE4-41B9-AD6C-2755F2C23019}" destId="{7B7D25C7-D939-4616-8B39-BB2B4C5EF8A3}" srcOrd="8" destOrd="0" presId="urn:microsoft.com/office/officeart/2005/8/layout/list1"/>
    <dgm:cxn modelId="{3C17CEDD-02A2-4782-9632-159F46050B54}" type="presParOf" srcId="{7B7D25C7-D939-4616-8B39-BB2B4C5EF8A3}" destId="{C52A02CB-C04C-484B-805C-BF34A17153D8}" srcOrd="0" destOrd="0" presId="urn:microsoft.com/office/officeart/2005/8/layout/list1"/>
    <dgm:cxn modelId="{CE6429C8-0971-483F-927D-3037D2AD1038}" type="presParOf" srcId="{7B7D25C7-D939-4616-8B39-BB2B4C5EF8A3}" destId="{2EBCE48A-1E94-4286-B1BD-42C01A49E6E7}" srcOrd="1" destOrd="0" presId="urn:microsoft.com/office/officeart/2005/8/layout/list1"/>
    <dgm:cxn modelId="{19F24A8C-AF71-4ADC-91F0-BBBC65DB435B}" type="presParOf" srcId="{49641C27-7CE4-41B9-AD6C-2755F2C23019}" destId="{50E39BD0-8C37-4793-9E75-226AEB213412}" srcOrd="9" destOrd="0" presId="urn:microsoft.com/office/officeart/2005/8/layout/list1"/>
    <dgm:cxn modelId="{869B52F2-9E45-4BD2-A233-B3E2BF304488}" type="presParOf" srcId="{49641C27-7CE4-41B9-AD6C-2755F2C23019}" destId="{6B898F6D-1746-41AA-8DBF-0A39CC21933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EE26A54-57D5-4E07-8E90-693E4235076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729139F-F1A0-4220-93B9-01BA4B89F1F9}">
      <dgm:prSet/>
      <dgm:spPr/>
      <dgm:t>
        <a:bodyPr/>
        <a:lstStyle/>
        <a:p>
          <a:r>
            <a:rPr lang="en-US"/>
            <a:t>Common Mistakes:</a:t>
          </a:r>
        </a:p>
      </dgm:t>
    </dgm:pt>
    <dgm:pt modelId="{76B3996C-7418-4B61-9900-2AD2A1DF26FA}" type="parTrans" cxnId="{4473DD73-BAB6-4B19-A894-338018ACA307}">
      <dgm:prSet/>
      <dgm:spPr/>
      <dgm:t>
        <a:bodyPr/>
        <a:lstStyle/>
        <a:p>
          <a:endParaRPr lang="en-US"/>
        </a:p>
      </dgm:t>
    </dgm:pt>
    <dgm:pt modelId="{D222A35A-E04E-4E08-81DF-E4D0DF6278B8}" type="sibTrans" cxnId="{4473DD73-BAB6-4B19-A894-338018ACA307}">
      <dgm:prSet/>
      <dgm:spPr/>
      <dgm:t>
        <a:bodyPr/>
        <a:lstStyle/>
        <a:p>
          <a:endParaRPr lang="en-US"/>
        </a:p>
      </dgm:t>
    </dgm:pt>
    <dgm:pt modelId="{54F12463-6983-4EEB-A2B1-B41BC8F94B29}">
      <dgm:prSet/>
      <dgm:spPr/>
      <dgm:t>
        <a:bodyPr/>
        <a:lstStyle/>
        <a:p>
          <a:r>
            <a:rPr lang="en-US" dirty="0"/>
            <a:t>Blindly trusting averages</a:t>
          </a:r>
        </a:p>
      </dgm:t>
    </dgm:pt>
    <dgm:pt modelId="{52075A86-6446-4871-992B-8E9DD3E2B422}" type="parTrans" cxnId="{6E12F158-456E-4F48-A4E8-3812AF632C09}">
      <dgm:prSet/>
      <dgm:spPr/>
      <dgm:t>
        <a:bodyPr/>
        <a:lstStyle/>
        <a:p>
          <a:endParaRPr lang="en-US"/>
        </a:p>
      </dgm:t>
    </dgm:pt>
    <dgm:pt modelId="{D0A0C134-DB52-45BE-B9BD-91DA70C854C1}" type="sibTrans" cxnId="{6E12F158-456E-4F48-A4E8-3812AF632C09}">
      <dgm:prSet/>
      <dgm:spPr/>
      <dgm:t>
        <a:bodyPr/>
        <a:lstStyle/>
        <a:p>
          <a:endParaRPr lang="en-US"/>
        </a:p>
      </dgm:t>
    </dgm:pt>
    <dgm:pt modelId="{B1500F00-5436-47F4-8B27-242379F96F70}">
      <dgm:prSet/>
      <dgm:spPr/>
      <dgm:t>
        <a:bodyPr/>
        <a:lstStyle/>
        <a:p>
          <a:r>
            <a:rPr lang="en-US" dirty="0"/>
            <a:t>Ignoring spread</a:t>
          </a:r>
        </a:p>
      </dgm:t>
    </dgm:pt>
    <dgm:pt modelId="{AEC416DC-75A8-4C79-BE9B-1991D0D4145C}" type="parTrans" cxnId="{62511CFD-57F9-4D22-AA8E-6116FBF847A9}">
      <dgm:prSet/>
      <dgm:spPr/>
      <dgm:t>
        <a:bodyPr/>
        <a:lstStyle/>
        <a:p>
          <a:endParaRPr lang="en-US"/>
        </a:p>
      </dgm:t>
    </dgm:pt>
    <dgm:pt modelId="{60E2F9A3-D577-4D3D-9D4C-2D925A293461}" type="sibTrans" cxnId="{62511CFD-57F9-4D22-AA8E-6116FBF847A9}">
      <dgm:prSet/>
      <dgm:spPr/>
      <dgm:t>
        <a:bodyPr/>
        <a:lstStyle/>
        <a:p>
          <a:endParaRPr lang="en-US"/>
        </a:p>
      </dgm:t>
    </dgm:pt>
    <dgm:pt modelId="{C0FCAE60-C450-40AB-B7A7-11D561442AD4}">
      <dgm:prSet/>
      <dgm:spPr/>
      <dgm:t>
        <a:bodyPr/>
        <a:lstStyle/>
        <a:p>
          <a:r>
            <a:rPr lang="en-US" dirty="0"/>
            <a:t>Missing skewness</a:t>
          </a:r>
        </a:p>
      </dgm:t>
    </dgm:pt>
    <dgm:pt modelId="{25229347-45E9-4711-91FA-E952865A9A87}" type="parTrans" cxnId="{3A8E5239-B70C-469E-A0B4-3F1E93D86EF1}">
      <dgm:prSet/>
      <dgm:spPr/>
      <dgm:t>
        <a:bodyPr/>
        <a:lstStyle/>
        <a:p>
          <a:endParaRPr lang="en-US"/>
        </a:p>
      </dgm:t>
    </dgm:pt>
    <dgm:pt modelId="{0F37AFB1-40D0-4999-89DE-E0A52DBE86CB}" type="sibTrans" cxnId="{3A8E5239-B70C-469E-A0B4-3F1E93D86EF1}">
      <dgm:prSet/>
      <dgm:spPr/>
      <dgm:t>
        <a:bodyPr/>
        <a:lstStyle/>
        <a:p>
          <a:endParaRPr lang="en-US"/>
        </a:p>
      </dgm:t>
    </dgm:pt>
    <dgm:pt modelId="{050BABAE-B38E-4AEB-884B-EE1696EB9253}">
      <dgm:prSet/>
      <dgm:spPr/>
      <dgm:t>
        <a:bodyPr/>
        <a:lstStyle/>
        <a:p>
          <a:r>
            <a:rPr lang="en-US"/>
            <a:t>Best Practice:</a:t>
          </a:r>
        </a:p>
      </dgm:t>
    </dgm:pt>
    <dgm:pt modelId="{8C0E5801-93C8-4ACD-96EF-F7202D03B317}" type="parTrans" cxnId="{CAC33DC2-A74D-47EF-8002-C984D998753D}">
      <dgm:prSet/>
      <dgm:spPr/>
      <dgm:t>
        <a:bodyPr/>
        <a:lstStyle/>
        <a:p>
          <a:endParaRPr lang="en-US"/>
        </a:p>
      </dgm:t>
    </dgm:pt>
    <dgm:pt modelId="{7CD69A38-CBF0-405A-BDE9-F1251E9B2658}" type="sibTrans" cxnId="{CAC33DC2-A74D-47EF-8002-C984D998753D}">
      <dgm:prSet/>
      <dgm:spPr/>
      <dgm:t>
        <a:bodyPr/>
        <a:lstStyle/>
        <a:p>
          <a:endParaRPr lang="en-US"/>
        </a:p>
      </dgm:t>
    </dgm:pt>
    <dgm:pt modelId="{4F4BC806-DD9E-43B6-951E-6179F58AC5A5}">
      <dgm:prSet/>
      <dgm:spPr/>
      <dgm:t>
        <a:bodyPr/>
        <a:lstStyle/>
        <a:p>
          <a:r>
            <a:rPr lang="en-US" dirty="0"/>
            <a:t>Combine central tendency</a:t>
          </a:r>
        </a:p>
      </dgm:t>
    </dgm:pt>
    <dgm:pt modelId="{A5559A2D-BD12-48D0-802D-CBF70ADCCD5C}" type="parTrans" cxnId="{7F3DF9EA-3AEC-4A4B-9F4A-A540BF63DFAA}">
      <dgm:prSet/>
      <dgm:spPr/>
      <dgm:t>
        <a:bodyPr/>
        <a:lstStyle/>
        <a:p>
          <a:endParaRPr lang="en-US"/>
        </a:p>
      </dgm:t>
    </dgm:pt>
    <dgm:pt modelId="{97A18636-0ABB-48A0-A4AF-5B2780F05C6B}" type="sibTrans" cxnId="{7F3DF9EA-3AEC-4A4B-9F4A-A540BF63DFAA}">
      <dgm:prSet/>
      <dgm:spPr/>
      <dgm:t>
        <a:bodyPr/>
        <a:lstStyle/>
        <a:p>
          <a:endParaRPr lang="en-US"/>
        </a:p>
      </dgm:t>
    </dgm:pt>
    <dgm:pt modelId="{269E665F-9F00-40A0-85C7-5BE6FD5CC6F9}">
      <dgm:prSet/>
      <dgm:spPr/>
      <dgm:t>
        <a:bodyPr/>
        <a:lstStyle/>
        <a:p>
          <a:r>
            <a:rPr lang="en-US" dirty="0"/>
            <a:t>Dispersion</a:t>
          </a:r>
        </a:p>
      </dgm:t>
    </dgm:pt>
    <dgm:pt modelId="{4EA7C11F-92A7-4BAD-A36E-0FFE045BF8C7}" type="parTrans" cxnId="{667ED91C-2852-4218-92C3-50CEA821DB44}">
      <dgm:prSet/>
      <dgm:spPr/>
      <dgm:t>
        <a:bodyPr/>
        <a:lstStyle/>
        <a:p>
          <a:endParaRPr lang="en-US"/>
        </a:p>
      </dgm:t>
    </dgm:pt>
    <dgm:pt modelId="{0F8264DA-B317-4444-8D10-E284FF3B214C}" type="sibTrans" cxnId="{667ED91C-2852-4218-92C3-50CEA821DB44}">
      <dgm:prSet/>
      <dgm:spPr/>
      <dgm:t>
        <a:bodyPr/>
        <a:lstStyle/>
        <a:p>
          <a:endParaRPr lang="en-US"/>
        </a:p>
      </dgm:t>
    </dgm:pt>
    <dgm:pt modelId="{DD27F3FD-3754-4BB5-B915-FB8C6E55C390}">
      <dgm:prSet/>
      <dgm:spPr/>
      <dgm:t>
        <a:bodyPr/>
        <a:lstStyle/>
        <a:p>
          <a:r>
            <a:rPr lang="en-US" dirty="0"/>
            <a:t>Distribution shape</a:t>
          </a:r>
        </a:p>
      </dgm:t>
    </dgm:pt>
    <dgm:pt modelId="{19543DE5-C52A-4429-A829-BE386F5F0D29}" type="parTrans" cxnId="{1CB1A2B8-CB06-4C80-BB44-7D596184F1A6}">
      <dgm:prSet/>
      <dgm:spPr/>
      <dgm:t>
        <a:bodyPr/>
        <a:lstStyle/>
        <a:p>
          <a:endParaRPr lang="en-US"/>
        </a:p>
      </dgm:t>
    </dgm:pt>
    <dgm:pt modelId="{8CE15C2B-FE83-4CE3-B7AF-B960D0E2E82C}" type="sibTrans" cxnId="{1CB1A2B8-CB06-4C80-BB44-7D596184F1A6}">
      <dgm:prSet/>
      <dgm:spPr/>
      <dgm:t>
        <a:bodyPr/>
        <a:lstStyle/>
        <a:p>
          <a:endParaRPr lang="en-US"/>
        </a:p>
      </dgm:t>
    </dgm:pt>
    <dgm:pt modelId="{12430059-FC06-4EB1-8690-F969FF149D77}" type="pres">
      <dgm:prSet presAssocID="{6EE26A54-57D5-4E07-8E90-693E42350765}" presName="Name0" presStyleCnt="0">
        <dgm:presLayoutVars>
          <dgm:dir/>
          <dgm:animLvl val="lvl"/>
          <dgm:resizeHandles val="exact"/>
        </dgm:presLayoutVars>
      </dgm:prSet>
      <dgm:spPr/>
    </dgm:pt>
    <dgm:pt modelId="{A1595355-9FBF-4DC9-9890-653D70BBDA25}" type="pres">
      <dgm:prSet presAssocID="{3729139F-F1A0-4220-93B9-01BA4B89F1F9}" presName="composite" presStyleCnt="0"/>
      <dgm:spPr/>
    </dgm:pt>
    <dgm:pt modelId="{999DF45F-1865-407A-AF1B-0860553B12EC}" type="pres">
      <dgm:prSet presAssocID="{3729139F-F1A0-4220-93B9-01BA4B89F1F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6F5E365B-382E-4BE7-B330-A3CAF67AB393}" type="pres">
      <dgm:prSet presAssocID="{3729139F-F1A0-4220-93B9-01BA4B89F1F9}" presName="desTx" presStyleLbl="alignAccFollowNode1" presStyleIdx="0" presStyleCnt="2">
        <dgm:presLayoutVars>
          <dgm:bulletEnabled val="1"/>
        </dgm:presLayoutVars>
      </dgm:prSet>
      <dgm:spPr/>
    </dgm:pt>
    <dgm:pt modelId="{E9BD462C-0989-4600-B6D4-0260C194FCF1}" type="pres">
      <dgm:prSet presAssocID="{D222A35A-E04E-4E08-81DF-E4D0DF6278B8}" presName="space" presStyleCnt="0"/>
      <dgm:spPr/>
    </dgm:pt>
    <dgm:pt modelId="{08BB80B4-E315-4DB8-85CE-4C4025484E50}" type="pres">
      <dgm:prSet presAssocID="{050BABAE-B38E-4AEB-884B-EE1696EB9253}" presName="composite" presStyleCnt="0"/>
      <dgm:spPr/>
    </dgm:pt>
    <dgm:pt modelId="{4BF0ADB3-7526-4DFA-88CA-D8683772107E}" type="pres">
      <dgm:prSet presAssocID="{050BABAE-B38E-4AEB-884B-EE1696EB925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D6A33B0-1EE4-42F9-9FA1-33051C50C9AF}" type="pres">
      <dgm:prSet presAssocID="{050BABAE-B38E-4AEB-884B-EE1696EB925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67ED91C-2852-4218-92C3-50CEA821DB44}" srcId="{050BABAE-B38E-4AEB-884B-EE1696EB9253}" destId="{269E665F-9F00-40A0-85C7-5BE6FD5CC6F9}" srcOrd="1" destOrd="0" parTransId="{4EA7C11F-92A7-4BAD-A36E-0FFE045BF8C7}" sibTransId="{0F8264DA-B317-4444-8D10-E284FF3B214C}"/>
    <dgm:cxn modelId="{6FFBC932-85D4-405B-B3BC-EBABD2A8E739}" type="presOf" srcId="{4F4BC806-DD9E-43B6-951E-6179F58AC5A5}" destId="{CD6A33B0-1EE4-42F9-9FA1-33051C50C9AF}" srcOrd="0" destOrd="0" presId="urn:microsoft.com/office/officeart/2005/8/layout/hList1"/>
    <dgm:cxn modelId="{3A8E5239-B70C-469E-A0B4-3F1E93D86EF1}" srcId="{3729139F-F1A0-4220-93B9-01BA4B89F1F9}" destId="{C0FCAE60-C450-40AB-B7A7-11D561442AD4}" srcOrd="2" destOrd="0" parTransId="{25229347-45E9-4711-91FA-E952865A9A87}" sibTransId="{0F37AFB1-40D0-4999-89DE-E0A52DBE86CB}"/>
    <dgm:cxn modelId="{F041935D-5AFF-4A3A-9548-14CCF3FDD0E2}" type="presOf" srcId="{54F12463-6983-4EEB-A2B1-B41BC8F94B29}" destId="{6F5E365B-382E-4BE7-B330-A3CAF67AB393}" srcOrd="0" destOrd="0" presId="urn:microsoft.com/office/officeart/2005/8/layout/hList1"/>
    <dgm:cxn modelId="{4473DD73-BAB6-4B19-A894-338018ACA307}" srcId="{6EE26A54-57D5-4E07-8E90-693E42350765}" destId="{3729139F-F1A0-4220-93B9-01BA4B89F1F9}" srcOrd="0" destOrd="0" parTransId="{76B3996C-7418-4B61-9900-2AD2A1DF26FA}" sibTransId="{D222A35A-E04E-4E08-81DF-E4D0DF6278B8}"/>
    <dgm:cxn modelId="{817A6674-8EF0-400B-A29E-220449B570F0}" type="presOf" srcId="{DD27F3FD-3754-4BB5-B915-FB8C6E55C390}" destId="{CD6A33B0-1EE4-42F9-9FA1-33051C50C9AF}" srcOrd="0" destOrd="2" presId="urn:microsoft.com/office/officeart/2005/8/layout/hList1"/>
    <dgm:cxn modelId="{6E12F158-456E-4F48-A4E8-3812AF632C09}" srcId="{3729139F-F1A0-4220-93B9-01BA4B89F1F9}" destId="{54F12463-6983-4EEB-A2B1-B41BC8F94B29}" srcOrd="0" destOrd="0" parTransId="{52075A86-6446-4871-992B-8E9DD3E2B422}" sibTransId="{D0A0C134-DB52-45BE-B9BD-91DA70C854C1}"/>
    <dgm:cxn modelId="{A7120A7C-2B3A-487F-A672-AD1D45617537}" type="presOf" srcId="{C0FCAE60-C450-40AB-B7A7-11D561442AD4}" destId="{6F5E365B-382E-4BE7-B330-A3CAF67AB393}" srcOrd="0" destOrd="2" presId="urn:microsoft.com/office/officeart/2005/8/layout/hList1"/>
    <dgm:cxn modelId="{B2FDEEB5-CB52-49C0-BF29-8A6856EB1930}" type="presOf" srcId="{269E665F-9F00-40A0-85C7-5BE6FD5CC6F9}" destId="{CD6A33B0-1EE4-42F9-9FA1-33051C50C9AF}" srcOrd="0" destOrd="1" presId="urn:microsoft.com/office/officeart/2005/8/layout/hList1"/>
    <dgm:cxn modelId="{1CB1A2B8-CB06-4C80-BB44-7D596184F1A6}" srcId="{050BABAE-B38E-4AEB-884B-EE1696EB9253}" destId="{DD27F3FD-3754-4BB5-B915-FB8C6E55C390}" srcOrd="2" destOrd="0" parTransId="{19543DE5-C52A-4429-A829-BE386F5F0D29}" sibTransId="{8CE15C2B-FE83-4CE3-B7AF-B960D0E2E82C}"/>
    <dgm:cxn modelId="{CAC33DC2-A74D-47EF-8002-C984D998753D}" srcId="{6EE26A54-57D5-4E07-8E90-693E42350765}" destId="{050BABAE-B38E-4AEB-884B-EE1696EB9253}" srcOrd="1" destOrd="0" parTransId="{8C0E5801-93C8-4ACD-96EF-F7202D03B317}" sibTransId="{7CD69A38-CBF0-405A-BDE9-F1251E9B2658}"/>
    <dgm:cxn modelId="{6CF54EC5-73B7-4981-BCDC-E2A52412E51D}" type="presOf" srcId="{B1500F00-5436-47F4-8B27-242379F96F70}" destId="{6F5E365B-382E-4BE7-B330-A3CAF67AB393}" srcOrd="0" destOrd="1" presId="urn:microsoft.com/office/officeart/2005/8/layout/hList1"/>
    <dgm:cxn modelId="{4042D1D0-D747-4998-BA0A-847F096CA64C}" type="presOf" srcId="{6EE26A54-57D5-4E07-8E90-693E42350765}" destId="{12430059-FC06-4EB1-8690-F969FF149D77}" srcOrd="0" destOrd="0" presId="urn:microsoft.com/office/officeart/2005/8/layout/hList1"/>
    <dgm:cxn modelId="{594E1AD1-6F9D-49D9-8871-B979C87BC2FA}" type="presOf" srcId="{3729139F-F1A0-4220-93B9-01BA4B89F1F9}" destId="{999DF45F-1865-407A-AF1B-0860553B12EC}" srcOrd="0" destOrd="0" presId="urn:microsoft.com/office/officeart/2005/8/layout/hList1"/>
    <dgm:cxn modelId="{219708E6-7AE8-4013-BFB4-7D59D90CE5C7}" type="presOf" srcId="{050BABAE-B38E-4AEB-884B-EE1696EB9253}" destId="{4BF0ADB3-7526-4DFA-88CA-D8683772107E}" srcOrd="0" destOrd="0" presId="urn:microsoft.com/office/officeart/2005/8/layout/hList1"/>
    <dgm:cxn modelId="{7F3DF9EA-3AEC-4A4B-9F4A-A540BF63DFAA}" srcId="{050BABAE-B38E-4AEB-884B-EE1696EB9253}" destId="{4F4BC806-DD9E-43B6-951E-6179F58AC5A5}" srcOrd="0" destOrd="0" parTransId="{A5559A2D-BD12-48D0-802D-CBF70ADCCD5C}" sibTransId="{97A18636-0ABB-48A0-A4AF-5B2780F05C6B}"/>
    <dgm:cxn modelId="{62511CFD-57F9-4D22-AA8E-6116FBF847A9}" srcId="{3729139F-F1A0-4220-93B9-01BA4B89F1F9}" destId="{B1500F00-5436-47F4-8B27-242379F96F70}" srcOrd="1" destOrd="0" parTransId="{AEC416DC-75A8-4C79-BE9B-1991D0D4145C}" sibTransId="{60E2F9A3-D577-4D3D-9D4C-2D925A293461}"/>
    <dgm:cxn modelId="{9F554C82-F06A-4DEC-9D0F-68C688D65376}" type="presParOf" srcId="{12430059-FC06-4EB1-8690-F969FF149D77}" destId="{A1595355-9FBF-4DC9-9890-653D70BBDA25}" srcOrd="0" destOrd="0" presId="urn:microsoft.com/office/officeart/2005/8/layout/hList1"/>
    <dgm:cxn modelId="{4BC2C046-86B1-44CE-9AC9-923F06A3891B}" type="presParOf" srcId="{A1595355-9FBF-4DC9-9890-653D70BBDA25}" destId="{999DF45F-1865-407A-AF1B-0860553B12EC}" srcOrd="0" destOrd="0" presId="urn:microsoft.com/office/officeart/2005/8/layout/hList1"/>
    <dgm:cxn modelId="{79912D67-5299-498C-8D12-5B01E707E502}" type="presParOf" srcId="{A1595355-9FBF-4DC9-9890-653D70BBDA25}" destId="{6F5E365B-382E-4BE7-B330-A3CAF67AB393}" srcOrd="1" destOrd="0" presId="urn:microsoft.com/office/officeart/2005/8/layout/hList1"/>
    <dgm:cxn modelId="{674F6462-6D07-4D86-8DCD-9E49EFF66155}" type="presParOf" srcId="{12430059-FC06-4EB1-8690-F969FF149D77}" destId="{E9BD462C-0989-4600-B6D4-0260C194FCF1}" srcOrd="1" destOrd="0" presId="urn:microsoft.com/office/officeart/2005/8/layout/hList1"/>
    <dgm:cxn modelId="{04CD4ADC-0E78-4685-864D-90A7BDDE0DA8}" type="presParOf" srcId="{12430059-FC06-4EB1-8690-F969FF149D77}" destId="{08BB80B4-E315-4DB8-85CE-4C4025484E50}" srcOrd="2" destOrd="0" presId="urn:microsoft.com/office/officeart/2005/8/layout/hList1"/>
    <dgm:cxn modelId="{F3E6BB42-B9A0-46AF-B7B2-42F35763B150}" type="presParOf" srcId="{08BB80B4-E315-4DB8-85CE-4C4025484E50}" destId="{4BF0ADB3-7526-4DFA-88CA-D8683772107E}" srcOrd="0" destOrd="0" presId="urn:microsoft.com/office/officeart/2005/8/layout/hList1"/>
    <dgm:cxn modelId="{2749CAA9-0307-4B1C-87CD-7D1E10EC0E6F}" type="presParOf" srcId="{08BB80B4-E315-4DB8-85CE-4C4025484E50}" destId="{CD6A33B0-1EE4-42F9-9FA1-33051C50C9A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A36DE95-99F8-4833-A8B0-2A829B83041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124C81-B20D-4F8E-8EE5-6689B125C941}">
      <dgm:prSet/>
      <dgm:spPr/>
      <dgm:t>
        <a:bodyPr/>
        <a:lstStyle/>
        <a:p>
          <a:r>
            <a:rPr lang="en-US"/>
            <a:t>Industry decisions are uncertain:</a:t>
          </a:r>
        </a:p>
      </dgm:t>
    </dgm:pt>
    <dgm:pt modelId="{399FC6FF-8AF9-4BCF-9F88-B343BDAA3490}" type="parTrans" cxnId="{F4E924F9-8D08-4D4C-8D14-03DD348020A0}">
      <dgm:prSet/>
      <dgm:spPr/>
      <dgm:t>
        <a:bodyPr/>
        <a:lstStyle/>
        <a:p>
          <a:endParaRPr lang="en-US"/>
        </a:p>
      </dgm:t>
    </dgm:pt>
    <dgm:pt modelId="{DC4E58D7-47AE-4844-ADA1-EF64991A99D6}" type="sibTrans" cxnId="{F4E924F9-8D08-4D4C-8D14-03DD348020A0}">
      <dgm:prSet/>
      <dgm:spPr/>
      <dgm:t>
        <a:bodyPr/>
        <a:lstStyle/>
        <a:p>
          <a:endParaRPr lang="en-US"/>
        </a:p>
      </dgm:t>
    </dgm:pt>
    <dgm:pt modelId="{6D6C0D0D-AFD0-4E9F-9620-6C0181C41A64}">
      <dgm:prSet/>
      <dgm:spPr/>
      <dgm:t>
        <a:bodyPr/>
        <a:lstStyle/>
        <a:p>
          <a:r>
            <a:rPr lang="en-US" dirty="0"/>
            <a:t>Will a customer churn?</a:t>
          </a:r>
        </a:p>
      </dgm:t>
    </dgm:pt>
    <dgm:pt modelId="{0EFEAB52-7579-4154-AF10-607A5077F845}" type="parTrans" cxnId="{CB73D050-FFA0-4FFA-8D55-2CD22C4E1C3A}">
      <dgm:prSet/>
      <dgm:spPr/>
      <dgm:t>
        <a:bodyPr/>
        <a:lstStyle/>
        <a:p>
          <a:endParaRPr lang="en-US"/>
        </a:p>
      </dgm:t>
    </dgm:pt>
    <dgm:pt modelId="{9719E5FA-F944-4994-B6E2-B48852A6E7B0}" type="sibTrans" cxnId="{CB73D050-FFA0-4FFA-8D55-2CD22C4E1C3A}">
      <dgm:prSet/>
      <dgm:spPr/>
      <dgm:t>
        <a:bodyPr/>
        <a:lstStyle/>
        <a:p>
          <a:endParaRPr lang="en-US"/>
        </a:p>
      </dgm:t>
    </dgm:pt>
    <dgm:pt modelId="{DAA73ACE-65F1-4FFB-97B1-6FBACB2A4108}">
      <dgm:prSet/>
      <dgm:spPr/>
      <dgm:t>
        <a:bodyPr/>
        <a:lstStyle/>
        <a:p>
          <a:r>
            <a:rPr lang="en-US" dirty="0"/>
            <a:t>Will a machine fail?</a:t>
          </a:r>
        </a:p>
      </dgm:t>
    </dgm:pt>
    <dgm:pt modelId="{7BCF75C4-0F97-424E-8843-BD50D78CBE83}" type="parTrans" cxnId="{0C92495C-50CE-4E3A-9467-710C0FC7988C}">
      <dgm:prSet/>
      <dgm:spPr/>
      <dgm:t>
        <a:bodyPr/>
        <a:lstStyle/>
        <a:p>
          <a:endParaRPr lang="en-US"/>
        </a:p>
      </dgm:t>
    </dgm:pt>
    <dgm:pt modelId="{66446AEC-7F0D-47A0-BA3B-29906A34CE23}" type="sibTrans" cxnId="{0C92495C-50CE-4E3A-9467-710C0FC7988C}">
      <dgm:prSet/>
      <dgm:spPr/>
      <dgm:t>
        <a:bodyPr/>
        <a:lstStyle/>
        <a:p>
          <a:endParaRPr lang="en-US"/>
        </a:p>
      </dgm:t>
    </dgm:pt>
    <dgm:pt modelId="{310D8E5A-03C5-4B7D-897B-A32724E03D34}">
      <dgm:prSet/>
      <dgm:spPr/>
      <dgm:t>
        <a:bodyPr/>
        <a:lstStyle/>
        <a:p>
          <a:r>
            <a:rPr lang="en-US" dirty="0"/>
            <a:t>Will demand spike?</a:t>
          </a:r>
        </a:p>
      </dgm:t>
    </dgm:pt>
    <dgm:pt modelId="{12346E0E-EDDC-40DB-8D1C-CEA837324202}" type="parTrans" cxnId="{EE61C340-A4ED-4386-8737-12A348BE6AB1}">
      <dgm:prSet/>
      <dgm:spPr/>
      <dgm:t>
        <a:bodyPr/>
        <a:lstStyle/>
        <a:p>
          <a:endParaRPr lang="en-US"/>
        </a:p>
      </dgm:t>
    </dgm:pt>
    <dgm:pt modelId="{CB0EE40C-844F-47AC-8BD6-4A3A577BA408}" type="sibTrans" cxnId="{EE61C340-A4ED-4386-8737-12A348BE6AB1}">
      <dgm:prSet/>
      <dgm:spPr/>
      <dgm:t>
        <a:bodyPr/>
        <a:lstStyle/>
        <a:p>
          <a:endParaRPr lang="en-US"/>
        </a:p>
      </dgm:t>
    </dgm:pt>
    <dgm:pt modelId="{A91AA848-6935-4D5E-819C-B0A64B5822A7}">
      <dgm:prSet/>
      <dgm:spPr/>
      <dgm:t>
        <a:bodyPr/>
        <a:lstStyle/>
        <a:p>
          <a:r>
            <a:rPr lang="en-US"/>
            <a:t>Probability quantifies risk and uncertainty</a:t>
          </a:r>
        </a:p>
      </dgm:t>
    </dgm:pt>
    <dgm:pt modelId="{99EA19C0-6366-4B0F-96F8-DA7D8F6A6B90}" type="parTrans" cxnId="{857B514B-A601-4836-AE50-8C8E842BCB5E}">
      <dgm:prSet/>
      <dgm:spPr/>
      <dgm:t>
        <a:bodyPr/>
        <a:lstStyle/>
        <a:p>
          <a:endParaRPr lang="en-US"/>
        </a:p>
      </dgm:t>
    </dgm:pt>
    <dgm:pt modelId="{76028D17-0AF2-4ABD-A4A2-84006A89B636}" type="sibTrans" cxnId="{857B514B-A601-4836-AE50-8C8E842BCB5E}">
      <dgm:prSet/>
      <dgm:spPr/>
      <dgm:t>
        <a:bodyPr/>
        <a:lstStyle/>
        <a:p>
          <a:endParaRPr lang="en-US"/>
        </a:p>
      </dgm:t>
    </dgm:pt>
    <dgm:pt modelId="{BF6C0897-D0A6-4DC6-A1EC-A4D1C8EA577F}" type="pres">
      <dgm:prSet presAssocID="{5A36DE95-99F8-4833-A8B0-2A829B830418}" presName="linear" presStyleCnt="0">
        <dgm:presLayoutVars>
          <dgm:dir/>
          <dgm:animLvl val="lvl"/>
          <dgm:resizeHandles val="exact"/>
        </dgm:presLayoutVars>
      </dgm:prSet>
      <dgm:spPr/>
    </dgm:pt>
    <dgm:pt modelId="{B1304C47-4F4E-408B-A374-F9ACF575F45B}" type="pres">
      <dgm:prSet presAssocID="{96124C81-B20D-4F8E-8EE5-6689B125C941}" presName="parentLin" presStyleCnt="0"/>
      <dgm:spPr/>
    </dgm:pt>
    <dgm:pt modelId="{E01B5193-6075-4E23-8343-73071D5F8B00}" type="pres">
      <dgm:prSet presAssocID="{96124C81-B20D-4F8E-8EE5-6689B125C941}" presName="parentLeftMargin" presStyleLbl="node1" presStyleIdx="0" presStyleCnt="2"/>
      <dgm:spPr/>
    </dgm:pt>
    <dgm:pt modelId="{59906DAF-AFB6-4653-8206-63F031E836BE}" type="pres">
      <dgm:prSet presAssocID="{96124C81-B20D-4F8E-8EE5-6689B125C94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5A4DFCD-D481-4543-8027-B643694CA67C}" type="pres">
      <dgm:prSet presAssocID="{96124C81-B20D-4F8E-8EE5-6689B125C941}" presName="negativeSpace" presStyleCnt="0"/>
      <dgm:spPr/>
    </dgm:pt>
    <dgm:pt modelId="{FD79F2AD-7D4D-40FC-A5F8-4D914BC74D67}" type="pres">
      <dgm:prSet presAssocID="{96124C81-B20D-4F8E-8EE5-6689B125C941}" presName="childText" presStyleLbl="conFgAcc1" presStyleIdx="0" presStyleCnt="2">
        <dgm:presLayoutVars>
          <dgm:bulletEnabled val="1"/>
        </dgm:presLayoutVars>
      </dgm:prSet>
      <dgm:spPr/>
    </dgm:pt>
    <dgm:pt modelId="{805DBF2F-0D4E-4335-AE79-FE104857DB1E}" type="pres">
      <dgm:prSet presAssocID="{DC4E58D7-47AE-4844-ADA1-EF64991A99D6}" presName="spaceBetweenRectangles" presStyleCnt="0"/>
      <dgm:spPr/>
    </dgm:pt>
    <dgm:pt modelId="{3D55431D-D8E2-414A-AABC-60AF0B584ADB}" type="pres">
      <dgm:prSet presAssocID="{A91AA848-6935-4D5E-819C-B0A64B5822A7}" presName="parentLin" presStyleCnt="0"/>
      <dgm:spPr/>
    </dgm:pt>
    <dgm:pt modelId="{DA0B73CB-1FEA-4B2C-9755-AB1C6A95B07A}" type="pres">
      <dgm:prSet presAssocID="{A91AA848-6935-4D5E-819C-B0A64B5822A7}" presName="parentLeftMargin" presStyleLbl="node1" presStyleIdx="0" presStyleCnt="2"/>
      <dgm:spPr/>
    </dgm:pt>
    <dgm:pt modelId="{B3D1B30C-33C6-4CC7-B2FF-F263209FD4F6}" type="pres">
      <dgm:prSet presAssocID="{A91AA848-6935-4D5E-819C-B0A64B5822A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AB672EE-25B0-49C8-A7F0-D33024A145BB}" type="pres">
      <dgm:prSet presAssocID="{A91AA848-6935-4D5E-819C-B0A64B5822A7}" presName="negativeSpace" presStyleCnt="0"/>
      <dgm:spPr/>
    </dgm:pt>
    <dgm:pt modelId="{24839D3D-0947-4FC3-BC89-F16E87BAA99F}" type="pres">
      <dgm:prSet presAssocID="{A91AA848-6935-4D5E-819C-B0A64B5822A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679860C-4234-439B-9598-0E1C48216CC5}" type="presOf" srcId="{5A36DE95-99F8-4833-A8B0-2A829B830418}" destId="{BF6C0897-D0A6-4DC6-A1EC-A4D1C8EA577F}" srcOrd="0" destOrd="0" presId="urn:microsoft.com/office/officeart/2005/8/layout/list1"/>
    <dgm:cxn modelId="{5AF8922B-2583-4301-BD38-AEBE37851DB2}" type="presOf" srcId="{310D8E5A-03C5-4B7D-897B-A32724E03D34}" destId="{FD79F2AD-7D4D-40FC-A5F8-4D914BC74D67}" srcOrd="0" destOrd="2" presId="urn:microsoft.com/office/officeart/2005/8/layout/list1"/>
    <dgm:cxn modelId="{9D955F34-E5A2-4EC1-AF03-F781F041950A}" type="presOf" srcId="{6D6C0D0D-AFD0-4E9F-9620-6C0181C41A64}" destId="{FD79F2AD-7D4D-40FC-A5F8-4D914BC74D67}" srcOrd="0" destOrd="0" presId="urn:microsoft.com/office/officeart/2005/8/layout/list1"/>
    <dgm:cxn modelId="{EE61C340-A4ED-4386-8737-12A348BE6AB1}" srcId="{96124C81-B20D-4F8E-8EE5-6689B125C941}" destId="{310D8E5A-03C5-4B7D-897B-A32724E03D34}" srcOrd="2" destOrd="0" parTransId="{12346E0E-EDDC-40DB-8D1C-CEA837324202}" sibTransId="{CB0EE40C-844F-47AC-8BD6-4A3A577BA408}"/>
    <dgm:cxn modelId="{0C92495C-50CE-4E3A-9467-710C0FC7988C}" srcId="{96124C81-B20D-4F8E-8EE5-6689B125C941}" destId="{DAA73ACE-65F1-4FFB-97B1-6FBACB2A4108}" srcOrd="1" destOrd="0" parTransId="{7BCF75C4-0F97-424E-8843-BD50D78CBE83}" sibTransId="{66446AEC-7F0D-47A0-BA3B-29906A34CE23}"/>
    <dgm:cxn modelId="{6BA73A47-B4A3-4EB8-9091-3D560B5FA734}" type="presOf" srcId="{A91AA848-6935-4D5E-819C-B0A64B5822A7}" destId="{DA0B73CB-1FEA-4B2C-9755-AB1C6A95B07A}" srcOrd="0" destOrd="0" presId="urn:microsoft.com/office/officeart/2005/8/layout/list1"/>
    <dgm:cxn modelId="{27F9146A-CAF2-499B-9FFC-E0452F42130E}" type="presOf" srcId="{96124C81-B20D-4F8E-8EE5-6689B125C941}" destId="{E01B5193-6075-4E23-8343-73071D5F8B00}" srcOrd="0" destOrd="0" presId="urn:microsoft.com/office/officeart/2005/8/layout/list1"/>
    <dgm:cxn modelId="{857B514B-A601-4836-AE50-8C8E842BCB5E}" srcId="{5A36DE95-99F8-4833-A8B0-2A829B830418}" destId="{A91AA848-6935-4D5E-819C-B0A64B5822A7}" srcOrd="1" destOrd="0" parTransId="{99EA19C0-6366-4B0F-96F8-DA7D8F6A6B90}" sibTransId="{76028D17-0AF2-4ABD-A4A2-84006A89B636}"/>
    <dgm:cxn modelId="{CB73D050-FFA0-4FFA-8D55-2CD22C4E1C3A}" srcId="{96124C81-B20D-4F8E-8EE5-6689B125C941}" destId="{6D6C0D0D-AFD0-4E9F-9620-6C0181C41A64}" srcOrd="0" destOrd="0" parTransId="{0EFEAB52-7579-4154-AF10-607A5077F845}" sibTransId="{9719E5FA-F944-4994-B6E2-B48852A6E7B0}"/>
    <dgm:cxn modelId="{EF17D5A6-E96A-4D4C-8034-E6E11F3E645E}" type="presOf" srcId="{A91AA848-6935-4D5E-819C-B0A64B5822A7}" destId="{B3D1B30C-33C6-4CC7-B2FF-F263209FD4F6}" srcOrd="1" destOrd="0" presId="urn:microsoft.com/office/officeart/2005/8/layout/list1"/>
    <dgm:cxn modelId="{29C392C7-043E-4D97-B443-19DFD9C42747}" type="presOf" srcId="{96124C81-B20D-4F8E-8EE5-6689B125C941}" destId="{59906DAF-AFB6-4653-8206-63F031E836BE}" srcOrd="1" destOrd="0" presId="urn:microsoft.com/office/officeart/2005/8/layout/list1"/>
    <dgm:cxn modelId="{9D83F6E1-902A-4FAE-9C04-57F434926CF6}" type="presOf" srcId="{DAA73ACE-65F1-4FFB-97B1-6FBACB2A4108}" destId="{FD79F2AD-7D4D-40FC-A5F8-4D914BC74D67}" srcOrd="0" destOrd="1" presId="urn:microsoft.com/office/officeart/2005/8/layout/list1"/>
    <dgm:cxn modelId="{F4E924F9-8D08-4D4C-8D14-03DD348020A0}" srcId="{5A36DE95-99F8-4833-A8B0-2A829B830418}" destId="{96124C81-B20D-4F8E-8EE5-6689B125C941}" srcOrd="0" destOrd="0" parTransId="{399FC6FF-8AF9-4BCF-9F88-B343BDAA3490}" sibTransId="{DC4E58D7-47AE-4844-ADA1-EF64991A99D6}"/>
    <dgm:cxn modelId="{C6B8EC43-1DDF-4DE1-8804-F1E737589C5F}" type="presParOf" srcId="{BF6C0897-D0A6-4DC6-A1EC-A4D1C8EA577F}" destId="{B1304C47-4F4E-408B-A374-F9ACF575F45B}" srcOrd="0" destOrd="0" presId="urn:microsoft.com/office/officeart/2005/8/layout/list1"/>
    <dgm:cxn modelId="{53941867-DB27-4085-9078-5D5AAA3D4D32}" type="presParOf" srcId="{B1304C47-4F4E-408B-A374-F9ACF575F45B}" destId="{E01B5193-6075-4E23-8343-73071D5F8B00}" srcOrd="0" destOrd="0" presId="urn:microsoft.com/office/officeart/2005/8/layout/list1"/>
    <dgm:cxn modelId="{6222307E-EC4E-46F6-82A1-B6FB8B422F85}" type="presParOf" srcId="{B1304C47-4F4E-408B-A374-F9ACF575F45B}" destId="{59906DAF-AFB6-4653-8206-63F031E836BE}" srcOrd="1" destOrd="0" presId="urn:microsoft.com/office/officeart/2005/8/layout/list1"/>
    <dgm:cxn modelId="{B519482E-BA4E-43FA-BA1D-DD3E0DFAA060}" type="presParOf" srcId="{BF6C0897-D0A6-4DC6-A1EC-A4D1C8EA577F}" destId="{95A4DFCD-D481-4543-8027-B643694CA67C}" srcOrd="1" destOrd="0" presId="urn:microsoft.com/office/officeart/2005/8/layout/list1"/>
    <dgm:cxn modelId="{DE0414F3-25ED-49F3-94ED-AD32319128A6}" type="presParOf" srcId="{BF6C0897-D0A6-4DC6-A1EC-A4D1C8EA577F}" destId="{FD79F2AD-7D4D-40FC-A5F8-4D914BC74D67}" srcOrd="2" destOrd="0" presId="urn:microsoft.com/office/officeart/2005/8/layout/list1"/>
    <dgm:cxn modelId="{78E09D51-1D2F-45CE-BBC6-1C68352A93F0}" type="presParOf" srcId="{BF6C0897-D0A6-4DC6-A1EC-A4D1C8EA577F}" destId="{805DBF2F-0D4E-4335-AE79-FE104857DB1E}" srcOrd="3" destOrd="0" presId="urn:microsoft.com/office/officeart/2005/8/layout/list1"/>
    <dgm:cxn modelId="{EB2030AF-5D30-46D8-BC32-9349D7D522AB}" type="presParOf" srcId="{BF6C0897-D0A6-4DC6-A1EC-A4D1C8EA577F}" destId="{3D55431D-D8E2-414A-AABC-60AF0B584ADB}" srcOrd="4" destOrd="0" presId="urn:microsoft.com/office/officeart/2005/8/layout/list1"/>
    <dgm:cxn modelId="{EDCF178D-32E3-4164-BE18-E41652464374}" type="presParOf" srcId="{3D55431D-D8E2-414A-AABC-60AF0B584ADB}" destId="{DA0B73CB-1FEA-4B2C-9755-AB1C6A95B07A}" srcOrd="0" destOrd="0" presId="urn:microsoft.com/office/officeart/2005/8/layout/list1"/>
    <dgm:cxn modelId="{2BEDD180-60D9-4BD1-A2F4-A70F3DBF3449}" type="presParOf" srcId="{3D55431D-D8E2-414A-AABC-60AF0B584ADB}" destId="{B3D1B30C-33C6-4CC7-B2FF-F263209FD4F6}" srcOrd="1" destOrd="0" presId="urn:microsoft.com/office/officeart/2005/8/layout/list1"/>
    <dgm:cxn modelId="{500E42E5-24A3-4B56-A656-D7A7CE98B7B3}" type="presParOf" srcId="{BF6C0897-D0A6-4DC6-A1EC-A4D1C8EA577F}" destId="{8AB672EE-25B0-49C8-A7F0-D33024A145BB}" srcOrd="5" destOrd="0" presId="urn:microsoft.com/office/officeart/2005/8/layout/list1"/>
    <dgm:cxn modelId="{C5BB0793-3B53-47BF-9662-8406707932E7}" type="presParOf" srcId="{BF6C0897-D0A6-4DC6-A1EC-A4D1C8EA577F}" destId="{24839D3D-0947-4FC3-BC89-F16E87BAA99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47E039B-17C2-4263-A3CD-E39A5D3FACB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7921338-4560-43A9-B450-10D91C2CC4AE}">
      <dgm:prSet custT="1"/>
      <dgm:spPr/>
      <dgm:t>
        <a:bodyPr/>
        <a:lstStyle/>
        <a:p>
          <a:pPr>
            <a:defRPr b="1"/>
          </a:pPr>
          <a:r>
            <a:rPr lang="en-US" sz="1800" dirty="0"/>
            <a:t>Joint Probability: P(A and B)</a:t>
          </a:r>
        </a:p>
      </dgm:t>
    </dgm:pt>
    <dgm:pt modelId="{56A51384-83F1-4E0E-8B3E-285FA7461D95}" type="parTrans" cxnId="{65A1E11B-A5D3-4611-A534-09517AE8E8DD}">
      <dgm:prSet/>
      <dgm:spPr/>
      <dgm:t>
        <a:bodyPr/>
        <a:lstStyle/>
        <a:p>
          <a:endParaRPr lang="en-US" sz="2600"/>
        </a:p>
      </dgm:t>
    </dgm:pt>
    <dgm:pt modelId="{70F8A759-212A-49A2-B70D-F84025A4FD4C}" type="sibTrans" cxnId="{65A1E11B-A5D3-4611-A534-09517AE8E8DD}">
      <dgm:prSet/>
      <dgm:spPr/>
      <dgm:t>
        <a:bodyPr/>
        <a:lstStyle/>
        <a:p>
          <a:endParaRPr lang="en-US" sz="2600"/>
        </a:p>
      </dgm:t>
    </dgm:pt>
    <dgm:pt modelId="{5AF7D470-3EA1-41E4-B186-5F5AFDA3B721}">
      <dgm:prSet custT="1"/>
      <dgm:spPr/>
      <dgm:t>
        <a:bodyPr/>
        <a:lstStyle/>
        <a:p>
          <a:r>
            <a:rPr lang="en-US" sz="2000" dirty="0"/>
            <a:t>Example: Customer clicks and buys</a:t>
          </a:r>
        </a:p>
      </dgm:t>
    </dgm:pt>
    <dgm:pt modelId="{AF51D579-F33C-477D-8B80-56D4C25D2ED3}" type="parTrans" cxnId="{674BBD00-3E34-4993-8C7F-592771626731}">
      <dgm:prSet/>
      <dgm:spPr/>
      <dgm:t>
        <a:bodyPr/>
        <a:lstStyle/>
        <a:p>
          <a:endParaRPr lang="en-US" sz="2600"/>
        </a:p>
      </dgm:t>
    </dgm:pt>
    <dgm:pt modelId="{0F3A6452-E650-4CCA-9A10-DE948CA1D0B2}" type="sibTrans" cxnId="{674BBD00-3E34-4993-8C7F-592771626731}">
      <dgm:prSet/>
      <dgm:spPr/>
      <dgm:t>
        <a:bodyPr/>
        <a:lstStyle/>
        <a:p>
          <a:endParaRPr lang="en-US" sz="2600"/>
        </a:p>
      </dgm:t>
    </dgm:pt>
    <dgm:pt modelId="{C587C4BB-D4EA-4220-83C3-240A7234ED88}">
      <dgm:prSet custT="1"/>
      <dgm:spPr/>
      <dgm:t>
        <a:bodyPr/>
        <a:lstStyle/>
        <a:p>
          <a:pPr>
            <a:defRPr b="1"/>
          </a:pPr>
          <a:r>
            <a:rPr lang="en-US" sz="2000" dirty="0"/>
            <a:t>Conditional Probability: P(A | B)</a:t>
          </a:r>
        </a:p>
      </dgm:t>
    </dgm:pt>
    <dgm:pt modelId="{AA690B95-A3F1-482A-BED6-63EF11F1BDB3}" type="parTrans" cxnId="{E8B38F0B-F3EA-4E9E-8968-A7A133B94E94}">
      <dgm:prSet/>
      <dgm:spPr/>
      <dgm:t>
        <a:bodyPr/>
        <a:lstStyle/>
        <a:p>
          <a:endParaRPr lang="en-US" sz="2600"/>
        </a:p>
      </dgm:t>
    </dgm:pt>
    <dgm:pt modelId="{C59E8C32-2FE1-4E54-9AB9-222E187ED741}" type="sibTrans" cxnId="{E8B38F0B-F3EA-4E9E-8968-A7A133B94E94}">
      <dgm:prSet/>
      <dgm:spPr/>
      <dgm:t>
        <a:bodyPr/>
        <a:lstStyle/>
        <a:p>
          <a:endParaRPr lang="en-US" sz="2600"/>
        </a:p>
      </dgm:t>
    </dgm:pt>
    <dgm:pt modelId="{EB1883D6-FB8A-489E-A53A-BD90C95FB558}">
      <dgm:prSet custT="1"/>
      <dgm:spPr/>
      <dgm:t>
        <a:bodyPr/>
        <a:lstStyle/>
        <a:p>
          <a:r>
            <a:rPr lang="en-US" sz="2000" dirty="0"/>
            <a:t>Example: Buys given clicked</a:t>
          </a:r>
        </a:p>
      </dgm:t>
    </dgm:pt>
    <dgm:pt modelId="{5AB4A98C-8AA8-4FA6-BE04-C95FC093C39B}" type="parTrans" cxnId="{E8303F9C-71D3-44CE-AFD0-F34CB98A0E98}">
      <dgm:prSet/>
      <dgm:spPr/>
      <dgm:t>
        <a:bodyPr/>
        <a:lstStyle/>
        <a:p>
          <a:endParaRPr lang="en-US" sz="2600"/>
        </a:p>
      </dgm:t>
    </dgm:pt>
    <dgm:pt modelId="{A1E9C36F-C35D-417B-B319-2F731D783063}" type="sibTrans" cxnId="{E8303F9C-71D3-44CE-AFD0-F34CB98A0E98}">
      <dgm:prSet/>
      <dgm:spPr/>
      <dgm:t>
        <a:bodyPr/>
        <a:lstStyle/>
        <a:p>
          <a:endParaRPr lang="en-US" sz="2600"/>
        </a:p>
      </dgm:t>
    </dgm:pt>
    <dgm:pt modelId="{49A69C17-9B55-407F-BE7F-E0621AB02A73}">
      <dgm:prSet custT="1"/>
      <dgm:spPr/>
      <dgm:t>
        <a:bodyPr/>
        <a:lstStyle/>
        <a:p>
          <a:pPr>
            <a:defRPr b="1"/>
          </a:pPr>
          <a:r>
            <a:rPr lang="en-US" sz="2000" dirty="0"/>
            <a:t>Marginal Probability:</a:t>
          </a:r>
        </a:p>
      </dgm:t>
    </dgm:pt>
    <dgm:pt modelId="{6C276DEE-6383-49C4-B1A4-3DA51852E370}" type="parTrans" cxnId="{3490F9AF-7D7C-4EC8-A08C-84B97F34D7E8}">
      <dgm:prSet/>
      <dgm:spPr/>
      <dgm:t>
        <a:bodyPr/>
        <a:lstStyle/>
        <a:p>
          <a:endParaRPr lang="en-US" sz="2600"/>
        </a:p>
      </dgm:t>
    </dgm:pt>
    <dgm:pt modelId="{E3B67F4A-E0A9-4D04-B778-492F70D297AC}" type="sibTrans" cxnId="{3490F9AF-7D7C-4EC8-A08C-84B97F34D7E8}">
      <dgm:prSet/>
      <dgm:spPr/>
      <dgm:t>
        <a:bodyPr/>
        <a:lstStyle/>
        <a:p>
          <a:endParaRPr lang="en-US" sz="2600"/>
        </a:p>
      </dgm:t>
    </dgm:pt>
    <dgm:pt modelId="{39EFE84E-42F6-4836-8A2D-9A9F063F6B6B}">
      <dgm:prSet custT="1"/>
      <dgm:spPr/>
      <dgm:t>
        <a:bodyPr/>
        <a:lstStyle/>
        <a:p>
          <a:r>
            <a:rPr lang="en-US" sz="2600" dirty="0"/>
            <a:t>- </a:t>
          </a:r>
          <a:r>
            <a:rPr lang="en-US" sz="2000" dirty="0"/>
            <a:t>Probability of one event ignoring others</a:t>
          </a:r>
          <a:endParaRPr lang="en-US" sz="2600" dirty="0"/>
        </a:p>
      </dgm:t>
    </dgm:pt>
    <dgm:pt modelId="{2B27DAFB-69C3-4505-A924-AD313F7A95AF}" type="parTrans" cxnId="{EDFE5EA7-B200-411A-8110-3E96CB267C2D}">
      <dgm:prSet/>
      <dgm:spPr/>
      <dgm:t>
        <a:bodyPr/>
        <a:lstStyle/>
        <a:p>
          <a:endParaRPr lang="en-US" sz="2600"/>
        </a:p>
      </dgm:t>
    </dgm:pt>
    <dgm:pt modelId="{005D7D62-C9BB-49E3-81C2-EA0383DCDFA2}" type="sibTrans" cxnId="{EDFE5EA7-B200-411A-8110-3E96CB267C2D}">
      <dgm:prSet/>
      <dgm:spPr/>
      <dgm:t>
        <a:bodyPr/>
        <a:lstStyle/>
        <a:p>
          <a:endParaRPr lang="en-US" sz="2600"/>
        </a:p>
      </dgm:t>
    </dgm:pt>
    <dgm:pt modelId="{FC8307AD-67EF-489C-BCD1-F2EC5AE9B32F}" type="pres">
      <dgm:prSet presAssocID="{747E039B-17C2-4263-A3CD-E39A5D3FACBC}" presName="root" presStyleCnt="0">
        <dgm:presLayoutVars>
          <dgm:dir/>
          <dgm:resizeHandles val="exact"/>
        </dgm:presLayoutVars>
      </dgm:prSet>
      <dgm:spPr/>
    </dgm:pt>
    <dgm:pt modelId="{30D2934F-BDEE-44D6-B710-51DC870B2D7A}" type="pres">
      <dgm:prSet presAssocID="{B7921338-4560-43A9-B450-10D91C2CC4AE}" presName="compNode" presStyleCnt="0"/>
      <dgm:spPr/>
    </dgm:pt>
    <dgm:pt modelId="{F8FA6D93-82CF-41B0-9701-C1E0028D9605}" type="pres">
      <dgm:prSet presAssocID="{B7921338-4560-43A9-B450-10D91C2CC4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96223486-DA4F-4C18-8505-40DB74313784}" type="pres">
      <dgm:prSet presAssocID="{B7921338-4560-43A9-B450-10D91C2CC4AE}" presName="iconSpace" presStyleCnt="0"/>
      <dgm:spPr/>
    </dgm:pt>
    <dgm:pt modelId="{AF1807F5-EEAC-4F23-B2B3-F0CCEFB6ED45}" type="pres">
      <dgm:prSet presAssocID="{B7921338-4560-43A9-B450-10D91C2CC4AE}" presName="parTx" presStyleLbl="revTx" presStyleIdx="0" presStyleCnt="6">
        <dgm:presLayoutVars>
          <dgm:chMax val="0"/>
          <dgm:chPref val="0"/>
        </dgm:presLayoutVars>
      </dgm:prSet>
      <dgm:spPr/>
    </dgm:pt>
    <dgm:pt modelId="{254DC903-1BC6-4DBC-B151-2DBF01F98B9E}" type="pres">
      <dgm:prSet presAssocID="{B7921338-4560-43A9-B450-10D91C2CC4AE}" presName="txSpace" presStyleCnt="0"/>
      <dgm:spPr/>
    </dgm:pt>
    <dgm:pt modelId="{BF9F275D-CB50-439B-A21B-293C4630B30A}" type="pres">
      <dgm:prSet presAssocID="{B7921338-4560-43A9-B450-10D91C2CC4AE}" presName="desTx" presStyleLbl="revTx" presStyleIdx="1" presStyleCnt="6">
        <dgm:presLayoutVars/>
      </dgm:prSet>
      <dgm:spPr/>
    </dgm:pt>
    <dgm:pt modelId="{569D519D-0AB3-4726-8A87-5298AB6A18D5}" type="pres">
      <dgm:prSet presAssocID="{70F8A759-212A-49A2-B70D-F84025A4FD4C}" presName="sibTrans" presStyleCnt="0"/>
      <dgm:spPr/>
    </dgm:pt>
    <dgm:pt modelId="{2D4926A4-82CA-4B20-9D81-70FA1C5C807A}" type="pres">
      <dgm:prSet presAssocID="{C587C4BB-D4EA-4220-83C3-240A7234ED88}" presName="compNode" presStyleCnt="0"/>
      <dgm:spPr/>
    </dgm:pt>
    <dgm:pt modelId="{2AA63590-A205-4DE1-AB51-1A03ABF0000C}" type="pres">
      <dgm:prSet presAssocID="{C587C4BB-D4EA-4220-83C3-240A7234ED8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B5B7296A-4FF6-4732-A454-0517F126B3B3}" type="pres">
      <dgm:prSet presAssocID="{C587C4BB-D4EA-4220-83C3-240A7234ED88}" presName="iconSpace" presStyleCnt="0"/>
      <dgm:spPr/>
    </dgm:pt>
    <dgm:pt modelId="{1DA5BC86-7E0D-4C7E-94D8-4DB985282D81}" type="pres">
      <dgm:prSet presAssocID="{C587C4BB-D4EA-4220-83C3-240A7234ED88}" presName="parTx" presStyleLbl="revTx" presStyleIdx="2" presStyleCnt="6">
        <dgm:presLayoutVars>
          <dgm:chMax val="0"/>
          <dgm:chPref val="0"/>
        </dgm:presLayoutVars>
      </dgm:prSet>
      <dgm:spPr/>
    </dgm:pt>
    <dgm:pt modelId="{2E4743C5-A371-41D5-AB30-3CA9C6B8F84B}" type="pres">
      <dgm:prSet presAssocID="{C587C4BB-D4EA-4220-83C3-240A7234ED88}" presName="txSpace" presStyleCnt="0"/>
      <dgm:spPr/>
    </dgm:pt>
    <dgm:pt modelId="{CB4338AE-FE5F-4DBF-934C-D631B5AD7E62}" type="pres">
      <dgm:prSet presAssocID="{C587C4BB-D4EA-4220-83C3-240A7234ED88}" presName="desTx" presStyleLbl="revTx" presStyleIdx="3" presStyleCnt="6">
        <dgm:presLayoutVars/>
      </dgm:prSet>
      <dgm:spPr/>
    </dgm:pt>
    <dgm:pt modelId="{6E5C56D5-A0FB-412B-B4BA-749806005740}" type="pres">
      <dgm:prSet presAssocID="{C59E8C32-2FE1-4E54-9AB9-222E187ED741}" presName="sibTrans" presStyleCnt="0"/>
      <dgm:spPr/>
    </dgm:pt>
    <dgm:pt modelId="{B1106E58-BF54-4771-89A7-668FBD5F9AE8}" type="pres">
      <dgm:prSet presAssocID="{49A69C17-9B55-407F-BE7F-E0621AB02A73}" presName="compNode" presStyleCnt="0"/>
      <dgm:spPr/>
    </dgm:pt>
    <dgm:pt modelId="{06EDBEB1-B725-4671-886D-AD236239A1BE}" type="pres">
      <dgm:prSet presAssocID="{49A69C17-9B55-407F-BE7F-E0621AB02A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2C7E93A0-1CF9-4440-BF4A-C7757719F94F}" type="pres">
      <dgm:prSet presAssocID="{49A69C17-9B55-407F-BE7F-E0621AB02A73}" presName="iconSpace" presStyleCnt="0"/>
      <dgm:spPr/>
    </dgm:pt>
    <dgm:pt modelId="{02E499BF-5460-4CD3-8F1F-4DF6D43FDB72}" type="pres">
      <dgm:prSet presAssocID="{49A69C17-9B55-407F-BE7F-E0621AB02A73}" presName="parTx" presStyleLbl="revTx" presStyleIdx="4" presStyleCnt="6">
        <dgm:presLayoutVars>
          <dgm:chMax val="0"/>
          <dgm:chPref val="0"/>
        </dgm:presLayoutVars>
      </dgm:prSet>
      <dgm:spPr/>
    </dgm:pt>
    <dgm:pt modelId="{D7FAABEF-1F82-4667-A404-E1FF4EE81224}" type="pres">
      <dgm:prSet presAssocID="{49A69C17-9B55-407F-BE7F-E0621AB02A73}" presName="txSpace" presStyleCnt="0"/>
      <dgm:spPr/>
    </dgm:pt>
    <dgm:pt modelId="{D64C1098-899A-46F8-93FE-E994204B9258}" type="pres">
      <dgm:prSet presAssocID="{49A69C17-9B55-407F-BE7F-E0621AB02A73}" presName="desTx" presStyleLbl="revTx" presStyleIdx="5" presStyleCnt="6">
        <dgm:presLayoutVars/>
      </dgm:prSet>
      <dgm:spPr/>
    </dgm:pt>
  </dgm:ptLst>
  <dgm:cxnLst>
    <dgm:cxn modelId="{674BBD00-3E34-4993-8C7F-592771626731}" srcId="{B7921338-4560-43A9-B450-10D91C2CC4AE}" destId="{5AF7D470-3EA1-41E4-B186-5F5AFDA3B721}" srcOrd="0" destOrd="0" parTransId="{AF51D579-F33C-477D-8B80-56D4C25D2ED3}" sibTransId="{0F3A6452-E650-4CCA-9A10-DE948CA1D0B2}"/>
    <dgm:cxn modelId="{E8B38F0B-F3EA-4E9E-8968-A7A133B94E94}" srcId="{747E039B-17C2-4263-A3CD-E39A5D3FACBC}" destId="{C587C4BB-D4EA-4220-83C3-240A7234ED88}" srcOrd="1" destOrd="0" parTransId="{AA690B95-A3F1-482A-BED6-63EF11F1BDB3}" sibTransId="{C59E8C32-2FE1-4E54-9AB9-222E187ED741}"/>
    <dgm:cxn modelId="{65A1E11B-A5D3-4611-A534-09517AE8E8DD}" srcId="{747E039B-17C2-4263-A3CD-E39A5D3FACBC}" destId="{B7921338-4560-43A9-B450-10D91C2CC4AE}" srcOrd="0" destOrd="0" parTransId="{56A51384-83F1-4E0E-8B3E-285FA7461D95}" sibTransId="{70F8A759-212A-49A2-B70D-F84025A4FD4C}"/>
    <dgm:cxn modelId="{59BB3867-86E9-4B2A-899A-B35EB8EB932A}" type="presOf" srcId="{39EFE84E-42F6-4836-8A2D-9A9F063F6B6B}" destId="{D64C1098-899A-46F8-93FE-E994204B9258}" srcOrd="0" destOrd="0" presId="urn:microsoft.com/office/officeart/2018/5/layout/CenteredIconLabelDescriptionList"/>
    <dgm:cxn modelId="{E4964F86-9918-4E2E-8224-C396D3FE03CD}" type="presOf" srcId="{747E039B-17C2-4263-A3CD-E39A5D3FACBC}" destId="{FC8307AD-67EF-489C-BCD1-F2EC5AE9B32F}" srcOrd="0" destOrd="0" presId="urn:microsoft.com/office/officeart/2018/5/layout/CenteredIconLabelDescriptionList"/>
    <dgm:cxn modelId="{61FF7C95-AB87-41C5-AE86-B892D47B4E08}" type="presOf" srcId="{B7921338-4560-43A9-B450-10D91C2CC4AE}" destId="{AF1807F5-EEAC-4F23-B2B3-F0CCEFB6ED45}" srcOrd="0" destOrd="0" presId="urn:microsoft.com/office/officeart/2018/5/layout/CenteredIconLabelDescriptionList"/>
    <dgm:cxn modelId="{E8303F9C-71D3-44CE-AFD0-F34CB98A0E98}" srcId="{C587C4BB-D4EA-4220-83C3-240A7234ED88}" destId="{EB1883D6-FB8A-489E-A53A-BD90C95FB558}" srcOrd="0" destOrd="0" parTransId="{5AB4A98C-8AA8-4FA6-BE04-C95FC093C39B}" sibTransId="{A1E9C36F-C35D-417B-B319-2F731D783063}"/>
    <dgm:cxn modelId="{EDFE5EA7-B200-411A-8110-3E96CB267C2D}" srcId="{49A69C17-9B55-407F-BE7F-E0621AB02A73}" destId="{39EFE84E-42F6-4836-8A2D-9A9F063F6B6B}" srcOrd="0" destOrd="0" parTransId="{2B27DAFB-69C3-4505-A924-AD313F7A95AF}" sibTransId="{005D7D62-C9BB-49E3-81C2-EA0383DCDFA2}"/>
    <dgm:cxn modelId="{FC1C79A7-98B0-4F15-BBFE-25984AEF956E}" type="presOf" srcId="{EB1883D6-FB8A-489E-A53A-BD90C95FB558}" destId="{CB4338AE-FE5F-4DBF-934C-D631B5AD7E62}" srcOrd="0" destOrd="0" presId="urn:microsoft.com/office/officeart/2018/5/layout/CenteredIconLabelDescriptionList"/>
    <dgm:cxn modelId="{3490F9AF-7D7C-4EC8-A08C-84B97F34D7E8}" srcId="{747E039B-17C2-4263-A3CD-E39A5D3FACBC}" destId="{49A69C17-9B55-407F-BE7F-E0621AB02A73}" srcOrd="2" destOrd="0" parTransId="{6C276DEE-6383-49C4-B1A4-3DA51852E370}" sibTransId="{E3B67F4A-E0A9-4D04-B778-492F70D297AC}"/>
    <dgm:cxn modelId="{BBB4AFB6-0C11-432F-8B1C-2E62E3DFF314}" type="presOf" srcId="{C587C4BB-D4EA-4220-83C3-240A7234ED88}" destId="{1DA5BC86-7E0D-4C7E-94D8-4DB985282D81}" srcOrd="0" destOrd="0" presId="urn:microsoft.com/office/officeart/2018/5/layout/CenteredIconLabelDescriptionList"/>
    <dgm:cxn modelId="{908339CE-0513-420E-AC07-E2B1BCE1AD60}" type="presOf" srcId="{49A69C17-9B55-407F-BE7F-E0621AB02A73}" destId="{02E499BF-5460-4CD3-8F1F-4DF6D43FDB72}" srcOrd="0" destOrd="0" presId="urn:microsoft.com/office/officeart/2018/5/layout/CenteredIconLabelDescriptionList"/>
    <dgm:cxn modelId="{6F859EDF-F489-4152-8714-90DB8A2521C3}" type="presOf" srcId="{5AF7D470-3EA1-41E4-B186-5F5AFDA3B721}" destId="{BF9F275D-CB50-439B-A21B-293C4630B30A}" srcOrd="0" destOrd="0" presId="urn:microsoft.com/office/officeart/2018/5/layout/CenteredIconLabelDescriptionList"/>
    <dgm:cxn modelId="{113F05A0-55AD-4F28-9174-757D13E9FDAB}" type="presParOf" srcId="{FC8307AD-67EF-489C-BCD1-F2EC5AE9B32F}" destId="{30D2934F-BDEE-44D6-B710-51DC870B2D7A}" srcOrd="0" destOrd="0" presId="urn:microsoft.com/office/officeart/2018/5/layout/CenteredIconLabelDescriptionList"/>
    <dgm:cxn modelId="{7D54C22A-C036-4B42-A91E-2EBE90AE8170}" type="presParOf" srcId="{30D2934F-BDEE-44D6-B710-51DC870B2D7A}" destId="{F8FA6D93-82CF-41B0-9701-C1E0028D9605}" srcOrd="0" destOrd="0" presId="urn:microsoft.com/office/officeart/2018/5/layout/CenteredIconLabelDescriptionList"/>
    <dgm:cxn modelId="{75E62146-A9CB-431A-8C57-F87AF68DDA9B}" type="presParOf" srcId="{30D2934F-BDEE-44D6-B710-51DC870B2D7A}" destId="{96223486-DA4F-4C18-8505-40DB74313784}" srcOrd="1" destOrd="0" presId="urn:microsoft.com/office/officeart/2018/5/layout/CenteredIconLabelDescriptionList"/>
    <dgm:cxn modelId="{7E270861-2EE7-4537-A24B-640208811C88}" type="presParOf" srcId="{30D2934F-BDEE-44D6-B710-51DC870B2D7A}" destId="{AF1807F5-EEAC-4F23-B2B3-F0CCEFB6ED45}" srcOrd="2" destOrd="0" presId="urn:microsoft.com/office/officeart/2018/5/layout/CenteredIconLabelDescriptionList"/>
    <dgm:cxn modelId="{2CE98681-D2F2-4A0C-ACB4-5F4157D551A0}" type="presParOf" srcId="{30D2934F-BDEE-44D6-B710-51DC870B2D7A}" destId="{254DC903-1BC6-4DBC-B151-2DBF01F98B9E}" srcOrd="3" destOrd="0" presId="urn:microsoft.com/office/officeart/2018/5/layout/CenteredIconLabelDescriptionList"/>
    <dgm:cxn modelId="{C45BC317-61D9-4B79-9861-ABCBD6B5C7F0}" type="presParOf" srcId="{30D2934F-BDEE-44D6-B710-51DC870B2D7A}" destId="{BF9F275D-CB50-439B-A21B-293C4630B30A}" srcOrd="4" destOrd="0" presId="urn:microsoft.com/office/officeart/2018/5/layout/CenteredIconLabelDescriptionList"/>
    <dgm:cxn modelId="{236252D2-2BFD-47FD-9C1D-BC75CE834C66}" type="presParOf" srcId="{FC8307AD-67EF-489C-BCD1-F2EC5AE9B32F}" destId="{569D519D-0AB3-4726-8A87-5298AB6A18D5}" srcOrd="1" destOrd="0" presId="urn:microsoft.com/office/officeart/2018/5/layout/CenteredIconLabelDescriptionList"/>
    <dgm:cxn modelId="{576DCE8A-9B7F-41F7-B2B6-51D20555F8B1}" type="presParOf" srcId="{FC8307AD-67EF-489C-BCD1-F2EC5AE9B32F}" destId="{2D4926A4-82CA-4B20-9D81-70FA1C5C807A}" srcOrd="2" destOrd="0" presId="urn:microsoft.com/office/officeart/2018/5/layout/CenteredIconLabelDescriptionList"/>
    <dgm:cxn modelId="{17E740CD-9566-4BA7-8A11-06A9D3FAE945}" type="presParOf" srcId="{2D4926A4-82CA-4B20-9D81-70FA1C5C807A}" destId="{2AA63590-A205-4DE1-AB51-1A03ABF0000C}" srcOrd="0" destOrd="0" presId="urn:microsoft.com/office/officeart/2018/5/layout/CenteredIconLabelDescriptionList"/>
    <dgm:cxn modelId="{37F81E97-04F0-40BE-91A7-71B8C188C064}" type="presParOf" srcId="{2D4926A4-82CA-4B20-9D81-70FA1C5C807A}" destId="{B5B7296A-4FF6-4732-A454-0517F126B3B3}" srcOrd="1" destOrd="0" presId="urn:microsoft.com/office/officeart/2018/5/layout/CenteredIconLabelDescriptionList"/>
    <dgm:cxn modelId="{7140966B-3AF5-4A57-9C35-46EEE4B29ABA}" type="presParOf" srcId="{2D4926A4-82CA-4B20-9D81-70FA1C5C807A}" destId="{1DA5BC86-7E0D-4C7E-94D8-4DB985282D81}" srcOrd="2" destOrd="0" presId="urn:microsoft.com/office/officeart/2018/5/layout/CenteredIconLabelDescriptionList"/>
    <dgm:cxn modelId="{2584E9E7-F484-41E3-80E0-2703241234F4}" type="presParOf" srcId="{2D4926A4-82CA-4B20-9D81-70FA1C5C807A}" destId="{2E4743C5-A371-41D5-AB30-3CA9C6B8F84B}" srcOrd="3" destOrd="0" presId="urn:microsoft.com/office/officeart/2018/5/layout/CenteredIconLabelDescriptionList"/>
    <dgm:cxn modelId="{9BF3AED4-0A06-4A9D-8926-989C6D3354C3}" type="presParOf" srcId="{2D4926A4-82CA-4B20-9D81-70FA1C5C807A}" destId="{CB4338AE-FE5F-4DBF-934C-D631B5AD7E62}" srcOrd="4" destOrd="0" presId="urn:microsoft.com/office/officeart/2018/5/layout/CenteredIconLabelDescriptionList"/>
    <dgm:cxn modelId="{130C3635-505D-4F43-BD07-DCAAEBABFAF2}" type="presParOf" srcId="{FC8307AD-67EF-489C-BCD1-F2EC5AE9B32F}" destId="{6E5C56D5-A0FB-412B-B4BA-749806005740}" srcOrd="3" destOrd="0" presId="urn:microsoft.com/office/officeart/2018/5/layout/CenteredIconLabelDescriptionList"/>
    <dgm:cxn modelId="{93440D40-2B42-4A8F-B36C-BA828BFD1570}" type="presParOf" srcId="{FC8307AD-67EF-489C-BCD1-F2EC5AE9B32F}" destId="{B1106E58-BF54-4771-89A7-668FBD5F9AE8}" srcOrd="4" destOrd="0" presId="urn:microsoft.com/office/officeart/2018/5/layout/CenteredIconLabelDescriptionList"/>
    <dgm:cxn modelId="{85DE017F-8E75-49D6-B295-C068DFF9E5A4}" type="presParOf" srcId="{B1106E58-BF54-4771-89A7-668FBD5F9AE8}" destId="{06EDBEB1-B725-4671-886D-AD236239A1BE}" srcOrd="0" destOrd="0" presId="urn:microsoft.com/office/officeart/2018/5/layout/CenteredIconLabelDescriptionList"/>
    <dgm:cxn modelId="{4870A957-B4B7-41AD-99C8-F978B84D4F0E}" type="presParOf" srcId="{B1106E58-BF54-4771-89A7-668FBD5F9AE8}" destId="{2C7E93A0-1CF9-4440-BF4A-C7757719F94F}" srcOrd="1" destOrd="0" presId="urn:microsoft.com/office/officeart/2018/5/layout/CenteredIconLabelDescriptionList"/>
    <dgm:cxn modelId="{C0871A6C-E377-446A-9DA2-7B8F9AD0C148}" type="presParOf" srcId="{B1106E58-BF54-4771-89A7-668FBD5F9AE8}" destId="{02E499BF-5460-4CD3-8F1F-4DF6D43FDB72}" srcOrd="2" destOrd="0" presId="urn:microsoft.com/office/officeart/2018/5/layout/CenteredIconLabelDescriptionList"/>
    <dgm:cxn modelId="{0F1F5667-0761-47D0-B858-1459E93E1CF5}" type="presParOf" srcId="{B1106E58-BF54-4771-89A7-668FBD5F9AE8}" destId="{D7FAABEF-1F82-4667-A404-E1FF4EE81224}" srcOrd="3" destOrd="0" presId="urn:microsoft.com/office/officeart/2018/5/layout/CenteredIconLabelDescriptionList"/>
    <dgm:cxn modelId="{8899C91B-04B7-4EA2-B0D3-3004BB48E325}" type="presParOf" srcId="{B1106E58-BF54-4771-89A7-668FBD5F9AE8}" destId="{D64C1098-899A-46F8-93FE-E994204B925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F656CF1-06C3-49C2-9E0E-ABCC9E60BD76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2E6B23-FF25-4983-869E-98679AAE3A9A}">
      <dgm:prSet/>
      <dgm:spPr/>
      <dgm:t>
        <a:bodyPr/>
        <a:lstStyle/>
        <a:p>
          <a:r>
            <a:rPr lang="en-US"/>
            <a:t>Every data point has a known chance of selection</a:t>
          </a:r>
        </a:p>
      </dgm:t>
    </dgm:pt>
    <dgm:pt modelId="{37397C9B-724D-4FF8-95A5-0174004B2731}" type="parTrans" cxnId="{F283357D-A69F-4F20-8321-6BA273997D6D}">
      <dgm:prSet/>
      <dgm:spPr/>
      <dgm:t>
        <a:bodyPr/>
        <a:lstStyle/>
        <a:p>
          <a:endParaRPr lang="en-US"/>
        </a:p>
      </dgm:t>
    </dgm:pt>
    <dgm:pt modelId="{A3DB466C-4903-4215-8A3A-83FC3DEB6D95}" type="sibTrans" cxnId="{F283357D-A69F-4F20-8321-6BA273997D6D}">
      <dgm:prSet/>
      <dgm:spPr/>
      <dgm:t>
        <a:bodyPr/>
        <a:lstStyle/>
        <a:p>
          <a:endParaRPr lang="en-US"/>
        </a:p>
      </dgm:t>
    </dgm:pt>
    <dgm:pt modelId="{5BC848A9-AE85-46DF-876E-0BBA60B3442B}">
      <dgm:prSet/>
      <dgm:spPr/>
      <dgm:t>
        <a:bodyPr/>
        <a:lstStyle/>
        <a:p>
          <a:r>
            <a:rPr lang="en-US"/>
            <a:t>Examples:</a:t>
          </a:r>
        </a:p>
      </dgm:t>
    </dgm:pt>
    <dgm:pt modelId="{E4844838-E10A-447F-8198-6842F715CEC3}" type="parTrans" cxnId="{08BF8831-22CF-4959-9771-C367154ADAF5}">
      <dgm:prSet/>
      <dgm:spPr/>
      <dgm:t>
        <a:bodyPr/>
        <a:lstStyle/>
        <a:p>
          <a:endParaRPr lang="en-US"/>
        </a:p>
      </dgm:t>
    </dgm:pt>
    <dgm:pt modelId="{8CDFF007-5503-467D-8D4F-9794CF5BDF4B}" type="sibTrans" cxnId="{08BF8831-22CF-4959-9771-C367154ADAF5}">
      <dgm:prSet/>
      <dgm:spPr/>
      <dgm:t>
        <a:bodyPr/>
        <a:lstStyle/>
        <a:p>
          <a:endParaRPr lang="en-US"/>
        </a:p>
      </dgm:t>
    </dgm:pt>
    <dgm:pt modelId="{A3E60AEC-6B79-4331-87A1-EEE740A20390}">
      <dgm:prSet/>
      <dgm:spPr/>
      <dgm:t>
        <a:bodyPr/>
        <a:lstStyle/>
        <a:p>
          <a:r>
            <a:rPr lang="en-US" dirty="0"/>
            <a:t>Random customer surveys</a:t>
          </a:r>
        </a:p>
      </dgm:t>
    </dgm:pt>
    <dgm:pt modelId="{3F55E5DA-FAA9-453F-AA05-ECC868358A43}" type="parTrans" cxnId="{531BA372-3A63-43C1-8BF1-EB16C5852C12}">
      <dgm:prSet/>
      <dgm:spPr/>
      <dgm:t>
        <a:bodyPr/>
        <a:lstStyle/>
        <a:p>
          <a:endParaRPr lang="en-US"/>
        </a:p>
      </dgm:t>
    </dgm:pt>
    <dgm:pt modelId="{B2E2F1AC-7D8F-48F9-9139-741C5BC724DC}" type="sibTrans" cxnId="{531BA372-3A63-43C1-8BF1-EB16C5852C12}">
      <dgm:prSet/>
      <dgm:spPr/>
      <dgm:t>
        <a:bodyPr/>
        <a:lstStyle/>
        <a:p>
          <a:endParaRPr lang="en-US"/>
        </a:p>
      </dgm:t>
    </dgm:pt>
    <dgm:pt modelId="{F5349829-9AE4-4D58-BA10-2893685E6D26}">
      <dgm:prSet/>
      <dgm:spPr/>
      <dgm:t>
        <a:bodyPr/>
        <a:lstStyle/>
        <a:p>
          <a:r>
            <a:rPr lang="en-US" dirty="0"/>
            <a:t>A/B testing</a:t>
          </a:r>
        </a:p>
      </dgm:t>
    </dgm:pt>
    <dgm:pt modelId="{057DEDD7-53DA-42FE-9734-A74AD4365442}" type="parTrans" cxnId="{48384C67-2DCD-40CE-9371-1DE0421B8AD5}">
      <dgm:prSet/>
      <dgm:spPr/>
      <dgm:t>
        <a:bodyPr/>
        <a:lstStyle/>
        <a:p>
          <a:endParaRPr lang="en-US"/>
        </a:p>
      </dgm:t>
    </dgm:pt>
    <dgm:pt modelId="{634CF6C5-D4DF-477E-8757-65C98C2F83EB}" type="sibTrans" cxnId="{48384C67-2DCD-40CE-9371-1DE0421B8AD5}">
      <dgm:prSet/>
      <dgm:spPr/>
      <dgm:t>
        <a:bodyPr/>
        <a:lstStyle/>
        <a:p>
          <a:endParaRPr lang="en-US"/>
        </a:p>
      </dgm:t>
    </dgm:pt>
    <dgm:pt modelId="{6661D3B9-460B-4F1E-83C2-179D83620BEC}">
      <dgm:prSet/>
      <dgm:spPr/>
      <dgm:t>
        <a:bodyPr/>
        <a:lstStyle/>
        <a:p>
          <a:r>
            <a:rPr lang="en-US"/>
            <a:t>Industry Use:</a:t>
          </a:r>
        </a:p>
      </dgm:t>
    </dgm:pt>
    <dgm:pt modelId="{2579636B-7333-4F19-BFA9-FC6F523AD8FA}" type="parTrans" cxnId="{B04BAE55-E14A-4BBC-A515-9145780DE40B}">
      <dgm:prSet/>
      <dgm:spPr/>
      <dgm:t>
        <a:bodyPr/>
        <a:lstStyle/>
        <a:p>
          <a:endParaRPr lang="en-US"/>
        </a:p>
      </dgm:t>
    </dgm:pt>
    <dgm:pt modelId="{5B57BDC3-5FCF-4FE3-9650-82A7176A8878}" type="sibTrans" cxnId="{B04BAE55-E14A-4BBC-A515-9145780DE40B}">
      <dgm:prSet/>
      <dgm:spPr/>
      <dgm:t>
        <a:bodyPr/>
        <a:lstStyle/>
        <a:p>
          <a:endParaRPr lang="en-US"/>
        </a:p>
      </dgm:t>
    </dgm:pt>
    <dgm:pt modelId="{1F6F5FB4-60E2-45B7-B508-0AE29D43BBF1}">
      <dgm:prSet/>
      <dgm:spPr/>
      <dgm:t>
        <a:bodyPr/>
        <a:lstStyle/>
        <a:p>
          <a:r>
            <a:rPr lang="en-US" dirty="0"/>
            <a:t>Market research</a:t>
          </a:r>
        </a:p>
      </dgm:t>
    </dgm:pt>
    <dgm:pt modelId="{52C764C9-7AEE-4997-900D-BE477BBEAB89}" type="parTrans" cxnId="{22C4E6C6-D0FD-4667-898B-004EBDD7B02A}">
      <dgm:prSet/>
      <dgm:spPr/>
      <dgm:t>
        <a:bodyPr/>
        <a:lstStyle/>
        <a:p>
          <a:endParaRPr lang="en-US"/>
        </a:p>
      </dgm:t>
    </dgm:pt>
    <dgm:pt modelId="{C98CDEA4-166A-49A0-B8E2-834562DE1393}" type="sibTrans" cxnId="{22C4E6C6-D0FD-4667-898B-004EBDD7B02A}">
      <dgm:prSet/>
      <dgm:spPr/>
      <dgm:t>
        <a:bodyPr/>
        <a:lstStyle/>
        <a:p>
          <a:endParaRPr lang="en-US"/>
        </a:p>
      </dgm:t>
    </dgm:pt>
    <dgm:pt modelId="{A86BC98D-FAF4-497C-AB9B-D5B2AE4C868C}">
      <dgm:prSet/>
      <dgm:spPr/>
      <dgm:t>
        <a:bodyPr/>
        <a:lstStyle/>
        <a:p>
          <a:r>
            <a:rPr lang="en-US" dirty="0"/>
            <a:t>Clinical trials</a:t>
          </a:r>
        </a:p>
      </dgm:t>
    </dgm:pt>
    <dgm:pt modelId="{DC02E44C-C548-4DAD-9177-A862CBFD995A}" type="parTrans" cxnId="{1A84C241-AFE6-4652-B4EC-A9B3CC6D9003}">
      <dgm:prSet/>
      <dgm:spPr/>
      <dgm:t>
        <a:bodyPr/>
        <a:lstStyle/>
        <a:p>
          <a:endParaRPr lang="en-US"/>
        </a:p>
      </dgm:t>
    </dgm:pt>
    <dgm:pt modelId="{24099170-37C4-4942-B642-AB604A6D2B8F}" type="sibTrans" cxnId="{1A84C241-AFE6-4652-B4EC-A9B3CC6D9003}">
      <dgm:prSet/>
      <dgm:spPr/>
      <dgm:t>
        <a:bodyPr/>
        <a:lstStyle/>
        <a:p>
          <a:endParaRPr lang="en-US"/>
        </a:p>
      </dgm:t>
    </dgm:pt>
    <dgm:pt modelId="{D493C8A7-019B-4660-B48A-B570ED8DAA06}">
      <dgm:prSet/>
      <dgm:spPr/>
      <dgm:t>
        <a:bodyPr/>
        <a:lstStyle/>
        <a:p>
          <a:r>
            <a:rPr lang="en-US" dirty="0"/>
            <a:t>Bias reduction</a:t>
          </a:r>
        </a:p>
      </dgm:t>
    </dgm:pt>
    <dgm:pt modelId="{8C8239C9-3B18-46CF-B5EE-FCB8A5808F92}" type="parTrans" cxnId="{88EAC60A-DA64-4209-8EBB-EBE5E45E995E}">
      <dgm:prSet/>
      <dgm:spPr/>
      <dgm:t>
        <a:bodyPr/>
        <a:lstStyle/>
        <a:p>
          <a:endParaRPr lang="en-US"/>
        </a:p>
      </dgm:t>
    </dgm:pt>
    <dgm:pt modelId="{DD51FC02-05C3-4D3A-93C3-59DD727E887B}" type="sibTrans" cxnId="{88EAC60A-DA64-4209-8EBB-EBE5E45E995E}">
      <dgm:prSet/>
      <dgm:spPr/>
      <dgm:t>
        <a:bodyPr/>
        <a:lstStyle/>
        <a:p>
          <a:endParaRPr lang="en-US"/>
        </a:p>
      </dgm:t>
    </dgm:pt>
    <dgm:pt modelId="{9E544B0B-AADD-40F7-84A6-4A628199A3C2}" type="pres">
      <dgm:prSet presAssocID="{5F656CF1-06C3-49C2-9E0E-ABCC9E60BD76}" presName="Name0" presStyleCnt="0">
        <dgm:presLayoutVars>
          <dgm:dir/>
          <dgm:animLvl val="lvl"/>
          <dgm:resizeHandles val="exact"/>
        </dgm:presLayoutVars>
      </dgm:prSet>
      <dgm:spPr/>
    </dgm:pt>
    <dgm:pt modelId="{26304803-3AC8-4957-A231-B7F901E06450}" type="pres">
      <dgm:prSet presAssocID="{6661D3B9-460B-4F1E-83C2-179D83620BEC}" presName="boxAndChildren" presStyleCnt="0"/>
      <dgm:spPr/>
    </dgm:pt>
    <dgm:pt modelId="{EEBB6347-368F-4274-B7D7-E2CF433F792A}" type="pres">
      <dgm:prSet presAssocID="{6661D3B9-460B-4F1E-83C2-179D83620BEC}" presName="parentTextBox" presStyleLbl="node1" presStyleIdx="0" presStyleCnt="3"/>
      <dgm:spPr/>
    </dgm:pt>
    <dgm:pt modelId="{C19F76E1-0998-4C11-9DC9-AFE0195717EF}" type="pres">
      <dgm:prSet presAssocID="{6661D3B9-460B-4F1E-83C2-179D83620BEC}" presName="entireBox" presStyleLbl="node1" presStyleIdx="0" presStyleCnt="3"/>
      <dgm:spPr/>
    </dgm:pt>
    <dgm:pt modelId="{BAD77CEC-7069-4DF3-A817-964911045D9D}" type="pres">
      <dgm:prSet presAssocID="{6661D3B9-460B-4F1E-83C2-179D83620BEC}" presName="descendantBox" presStyleCnt="0"/>
      <dgm:spPr/>
    </dgm:pt>
    <dgm:pt modelId="{0654D24C-3BA5-45A4-9E50-0ED1D098284E}" type="pres">
      <dgm:prSet presAssocID="{1F6F5FB4-60E2-45B7-B508-0AE29D43BBF1}" presName="childTextBox" presStyleLbl="fgAccFollowNode1" presStyleIdx="0" presStyleCnt="5">
        <dgm:presLayoutVars>
          <dgm:bulletEnabled val="1"/>
        </dgm:presLayoutVars>
      </dgm:prSet>
      <dgm:spPr/>
    </dgm:pt>
    <dgm:pt modelId="{4E4F716E-CF94-4C70-9296-77BCE265C545}" type="pres">
      <dgm:prSet presAssocID="{A86BC98D-FAF4-497C-AB9B-D5B2AE4C868C}" presName="childTextBox" presStyleLbl="fgAccFollowNode1" presStyleIdx="1" presStyleCnt="5">
        <dgm:presLayoutVars>
          <dgm:bulletEnabled val="1"/>
        </dgm:presLayoutVars>
      </dgm:prSet>
      <dgm:spPr/>
    </dgm:pt>
    <dgm:pt modelId="{AC6A37F7-9B1D-49EB-BBA8-08224B152255}" type="pres">
      <dgm:prSet presAssocID="{D493C8A7-019B-4660-B48A-B570ED8DAA06}" presName="childTextBox" presStyleLbl="fgAccFollowNode1" presStyleIdx="2" presStyleCnt="5">
        <dgm:presLayoutVars>
          <dgm:bulletEnabled val="1"/>
        </dgm:presLayoutVars>
      </dgm:prSet>
      <dgm:spPr/>
    </dgm:pt>
    <dgm:pt modelId="{D7370602-EB25-4738-BB0B-8BAF8729764A}" type="pres">
      <dgm:prSet presAssocID="{8CDFF007-5503-467D-8D4F-9794CF5BDF4B}" presName="sp" presStyleCnt="0"/>
      <dgm:spPr/>
    </dgm:pt>
    <dgm:pt modelId="{4C30192F-9FC0-4169-B674-1C7BDE87949E}" type="pres">
      <dgm:prSet presAssocID="{5BC848A9-AE85-46DF-876E-0BBA60B3442B}" presName="arrowAndChildren" presStyleCnt="0"/>
      <dgm:spPr/>
    </dgm:pt>
    <dgm:pt modelId="{BF2DCF38-7F76-4D63-8303-7A4F09BC1C3A}" type="pres">
      <dgm:prSet presAssocID="{5BC848A9-AE85-46DF-876E-0BBA60B3442B}" presName="parentTextArrow" presStyleLbl="node1" presStyleIdx="0" presStyleCnt="3"/>
      <dgm:spPr/>
    </dgm:pt>
    <dgm:pt modelId="{6C51985D-6129-4B82-B33C-1BDC7D584924}" type="pres">
      <dgm:prSet presAssocID="{5BC848A9-AE85-46DF-876E-0BBA60B3442B}" presName="arrow" presStyleLbl="node1" presStyleIdx="1" presStyleCnt="3"/>
      <dgm:spPr/>
    </dgm:pt>
    <dgm:pt modelId="{6DDB9628-DDA7-4A01-8F4F-AF3F67357B45}" type="pres">
      <dgm:prSet presAssocID="{5BC848A9-AE85-46DF-876E-0BBA60B3442B}" presName="descendantArrow" presStyleCnt="0"/>
      <dgm:spPr/>
    </dgm:pt>
    <dgm:pt modelId="{9922C8D5-2E9E-4BBF-99D2-332B812BA6A0}" type="pres">
      <dgm:prSet presAssocID="{A3E60AEC-6B79-4331-87A1-EEE740A20390}" presName="childTextArrow" presStyleLbl="fgAccFollowNode1" presStyleIdx="3" presStyleCnt="5">
        <dgm:presLayoutVars>
          <dgm:bulletEnabled val="1"/>
        </dgm:presLayoutVars>
      </dgm:prSet>
      <dgm:spPr/>
    </dgm:pt>
    <dgm:pt modelId="{F56ED790-5B5B-4072-8315-9398ADC987C2}" type="pres">
      <dgm:prSet presAssocID="{F5349829-9AE4-4D58-BA10-2893685E6D26}" presName="childTextArrow" presStyleLbl="fgAccFollowNode1" presStyleIdx="4" presStyleCnt="5">
        <dgm:presLayoutVars>
          <dgm:bulletEnabled val="1"/>
        </dgm:presLayoutVars>
      </dgm:prSet>
      <dgm:spPr/>
    </dgm:pt>
    <dgm:pt modelId="{EAE090DB-E95D-4B79-9318-0EB509B3A1AA}" type="pres">
      <dgm:prSet presAssocID="{A3DB466C-4903-4215-8A3A-83FC3DEB6D95}" presName="sp" presStyleCnt="0"/>
      <dgm:spPr/>
    </dgm:pt>
    <dgm:pt modelId="{BB70B778-FD09-4580-AE58-8FBF54EEF5CC}" type="pres">
      <dgm:prSet presAssocID="{AC2E6B23-FF25-4983-869E-98679AAE3A9A}" presName="arrowAndChildren" presStyleCnt="0"/>
      <dgm:spPr/>
    </dgm:pt>
    <dgm:pt modelId="{927742B3-0D4E-4384-A912-BB03AA740E35}" type="pres">
      <dgm:prSet presAssocID="{AC2E6B23-FF25-4983-869E-98679AAE3A9A}" presName="parentTextArrow" presStyleLbl="node1" presStyleIdx="2" presStyleCnt="3"/>
      <dgm:spPr/>
    </dgm:pt>
  </dgm:ptLst>
  <dgm:cxnLst>
    <dgm:cxn modelId="{2F83FD06-6DEA-4083-8953-7120BC45FD07}" type="presOf" srcId="{5F656CF1-06C3-49C2-9E0E-ABCC9E60BD76}" destId="{9E544B0B-AADD-40F7-84A6-4A628199A3C2}" srcOrd="0" destOrd="0" presId="urn:microsoft.com/office/officeart/2005/8/layout/process4"/>
    <dgm:cxn modelId="{88EAC60A-DA64-4209-8EBB-EBE5E45E995E}" srcId="{6661D3B9-460B-4F1E-83C2-179D83620BEC}" destId="{D493C8A7-019B-4660-B48A-B570ED8DAA06}" srcOrd="2" destOrd="0" parTransId="{8C8239C9-3B18-46CF-B5EE-FCB8A5808F92}" sibTransId="{DD51FC02-05C3-4D3A-93C3-59DD727E887B}"/>
    <dgm:cxn modelId="{55F63F11-FEE5-423B-B2C1-04F8571ED9AB}" type="presOf" srcId="{A3E60AEC-6B79-4331-87A1-EEE740A20390}" destId="{9922C8D5-2E9E-4BBF-99D2-332B812BA6A0}" srcOrd="0" destOrd="0" presId="urn:microsoft.com/office/officeart/2005/8/layout/process4"/>
    <dgm:cxn modelId="{FCFAF21F-AE96-4EFB-8B18-906F46747D38}" type="presOf" srcId="{6661D3B9-460B-4F1E-83C2-179D83620BEC}" destId="{EEBB6347-368F-4274-B7D7-E2CF433F792A}" srcOrd="0" destOrd="0" presId="urn:microsoft.com/office/officeart/2005/8/layout/process4"/>
    <dgm:cxn modelId="{08BF8831-22CF-4959-9771-C367154ADAF5}" srcId="{5F656CF1-06C3-49C2-9E0E-ABCC9E60BD76}" destId="{5BC848A9-AE85-46DF-876E-0BBA60B3442B}" srcOrd="1" destOrd="0" parTransId="{E4844838-E10A-447F-8198-6842F715CEC3}" sibTransId="{8CDFF007-5503-467D-8D4F-9794CF5BDF4B}"/>
    <dgm:cxn modelId="{1A84C241-AFE6-4652-B4EC-A9B3CC6D9003}" srcId="{6661D3B9-460B-4F1E-83C2-179D83620BEC}" destId="{A86BC98D-FAF4-497C-AB9B-D5B2AE4C868C}" srcOrd="1" destOrd="0" parTransId="{DC02E44C-C548-4DAD-9177-A862CBFD995A}" sibTransId="{24099170-37C4-4942-B642-AB604A6D2B8F}"/>
    <dgm:cxn modelId="{48384C67-2DCD-40CE-9371-1DE0421B8AD5}" srcId="{5BC848A9-AE85-46DF-876E-0BBA60B3442B}" destId="{F5349829-9AE4-4D58-BA10-2893685E6D26}" srcOrd="1" destOrd="0" parTransId="{057DEDD7-53DA-42FE-9734-A74AD4365442}" sibTransId="{634CF6C5-D4DF-477E-8757-65C98C2F83EB}"/>
    <dgm:cxn modelId="{11BDC369-913D-4F7B-ACCB-8F022AE90F57}" type="presOf" srcId="{5BC848A9-AE85-46DF-876E-0BBA60B3442B}" destId="{BF2DCF38-7F76-4D63-8303-7A4F09BC1C3A}" srcOrd="0" destOrd="0" presId="urn:microsoft.com/office/officeart/2005/8/layout/process4"/>
    <dgm:cxn modelId="{B7B1EE6D-D8A5-416D-86A2-1CA01693859D}" type="presOf" srcId="{5BC848A9-AE85-46DF-876E-0BBA60B3442B}" destId="{6C51985D-6129-4B82-B33C-1BDC7D584924}" srcOrd="1" destOrd="0" presId="urn:microsoft.com/office/officeart/2005/8/layout/process4"/>
    <dgm:cxn modelId="{531BA372-3A63-43C1-8BF1-EB16C5852C12}" srcId="{5BC848A9-AE85-46DF-876E-0BBA60B3442B}" destId="{A3E60AEC-6B79-4331-87A1-EEE740A20390}" srcOrd="0" destOrd="0" parTransId="{3F55E5DA-FAA9-453F-AA05-ECC868358A43}" sibTransId="{B2E2F1AC-7D8F-48F9-9139-741C5BC724DC}"/>
    <dgm:cxn modelId="{B04BAE55-E14A-4BBC-A515-9145780DE40B}" srcId="{5F656CF1-06C3-49C2-9E0E-ABCC9E60BD76}" destId="{6661D3B9-460B-4F1E-83C2-179D83620BEC}" srcOrd="2" destOrd="0" parTransId="{2579636B-7333-4F19-BFA9-FC6F523AD8FA}" sibTransId="{5B57BDC3-5FCF-4FE3-9650-82A7176A8878}"/>
    <dgm:cxn modelId="{F3A4B97B-B077-456B-A39B-F4AD2DDE047F}" type="presOf" srcId="{A86BC98D-FAF4-497C-AB9B-D5B2AE4C868C}" destId="{4E4F716E-CF94-4C70-9296-77BCE265C545}" srcOrd="0" destOrd="0" presId="urn:microsoft.com/office/officeart/2005/8/layout/process4"/>
    <dgm:cxn modelId="{F283357D-A69F-4F20-8321-6BA273997D6D}" srcId="{5F656CF1-06C3-49C2-9E0E-ABCC9E60BD76}" destId="{AC2E6B23-FF25-4983-869E-98679AAE3A9A}" srcOrd="0" destOrd="0" parTransId="{37397C9B-724D-4FF8-95A5-0174004B2731}" sibTransId="{A3DB466C-4903-4215-8A3A-83FC3DEB6D95}"/>
    <dgm:cxn modelId="{D92CBD81-D675-4395-9982-3FF2F714E394}" type="presOf" srcId="{6661D3B9-460B-4F1E-83C2-179D83620BEC}" destId="{C19F76E1-0998-4C11-9DC9-AFE0195717EF}" srcOrd="1" destOrd="0" presId="urn:microsoft.com/office/officeart/2005/8/layout/process4"/>
    <dgm:cxn modelId="{C0C83C84-5569-49F1-B71E-EDBD3C15D627}" type="presOf" srcId="{AC2E6B23-FF25-4983-869E-98679AAE3A9A}" destId="{927742B3-0D4E-4384-A912-BB03AA740E35}" srcOrd="0" destOrd="0" presId="urn:microsoft.com/office/officeart/2005/8/layout/process4"/>
    <dgm:cxn modelId="{50C36584-B552-4972-8622-AAD7AA1907FF}" type="presOf" srcId="{F5349829-9AE4-4D58-BA10-2893685E6D26}" destId="{F56ED790-5B5B-4072-8315-9398ADC987C2}" srcOrd="0" destOrd="0" presId="urn:microsoft.com/office/officeart/2005/8/layout/process4"/>
    <dgm:cxn modelId="{1989BA9E-7D07-4EB6-A0F0-6DE1F8C3E0BD}" type="presOf" srcId="{D493C8A7-019B-4660-B48A-B570ED8DAA06}" destId="{AC6A37F7-9B1D-49EB-BBA8-08224B152255}" srcOrd="0" destOrd="0" presId="urn:microsoft.com/office/officeart/2005/8/layout/process4"/>
    <dgm:cxn modelId="{22C4E6C6-D0FD-4667-898B-004EBDD7B02A}" srcId="{6661D3B9-460B-4F1E-83C2-179D83620BEC}" destId="{1F6F5FB4-60E2-45B7-B508-0AE29D43BBF1}" srcOrd="0" destOrd="0" parTransId="{52C764C9-7AEE-4997-900D-BE477BBEAB89}" sibTransId="{C98CDEA4-166A-49A0-B8E2-834562DE1393}"/>
    <dgm:cxn modelId="{C803B2CF-FD18-4A9E-BC2A-1644E8938308}" type="presOf" srcId="{1F6F5FB4-60E2-45B7-B508-0AE29D43BBF1}" destId="{0654D24C-3BA5-45A4-9E50-0ED1D098284E}" srcOrd="0" destOrd="0" presId="urn:microsoft.com/office/officeart/2005/8/layout/process4"/>
    <dgm:cxn modelId="{73EB86E0-76A1-4E8F-B010-E1EC14F5E1F4}" type="presParOf" srcId="{9E544B0B-AADD-40F7-84A6-4A628199A3C2}" destId="{26304803-3AC8-4957-A231-B7F901E06450}" srcOrd="0" destOrd="0" presId="urn:microsoft.com/office/officeart/2005/8/layout/process4"/>
    <dgm:cxn modelId="{8133E8A5-89DD-4091-9EA6-90781E0F0EA3}" type="presParOf" srcId="{26304803-3AC8-4957-A231-B7F901E06450}" destId="{EEBB6347-368F-4274-B7D7-E2CF433F792A}" srcOrd="0" destOrd="0" presId="urn:microsoft.com/office/officeart/2005/8/layout/process4"/>
    <dgm:cxn modelId="{5F838148-D7EA-4C80-B304-CA56EE1AA624}" type="presParOf" srcId="{26304803-3AC8-4957-A231-B7F901E06450}" destId="{C19F76E1-0998-4C11-9DC9-AFE0195717EF}" srcOrd="1" destOrd="0" presId="urn:microsoft.com/office/officeart/2005/8/layout/process4"/>
    <dgm:cxn modelId="{3B38DF00-3E1C-4F55-935D-34F891FEF5BA}" type="presParOf" srcId="{26304803-3AC8-4957-A231-B7F901E06450}" destId="{BAD77CEC-7069-4DF3-A817-964911045D9D}" srcOrd="2" destOrd="0" presId="urn:microsoft.com/office/officeart/2005/8/layout/process4"/>
    <dgm:cxn modelId="{EFFEA518-D8D3-47FA-8551-48F223C3053E}" type="presParOf" srcId="{BAD77CEC-7069-4DF3-A817-964911045D9D}" destId="{0654D24C-3BA5-45A4-9E50-0ED1D098284E}" srcOrd="0" destOrd="0" presId="urn:microsoft.com/office/officeart/2005/8/layout/process4"/>
    <dgm:cxn modelId="{35313D29-2908-46E9-8B06-62B25941E4B6}" type="presParOf" srcId="{BAD77CEC-7069-4DF3-A817-964911045D9D}" destId="{4E4F716E-CF94-4C70-9296-77BCE265C545}" srcOrd="1" destOrd="0" presId="urn:microsoft.com/office/officeart/2005/8/layout/process4"/>
    <dgm:cxn modelId="{9C40B91A-BEFF-4B1C-9B00-3F913838FB5F}" type="presParOf" srcId="{BAD77CEC-7069-4DF3-A817-964911045D9D}" destId="{AC6A37F7-9B1D-49EB-BBA8-08224B152255}" srcOrd="2" destOrd="0" presId="urn:microsoft.com/office/officeart/2005/8/layout/process4"/>
    <dgm:cxn modelId="{C78F99BC-2EBB-4590-9195-9005D5243ED1}" type="presParOf" srcId="{9E544B0B-AADD-40F7-84A6-4A628199A3C2}" destId="{D7370602-EB25-4738-BB0B-8BAF8729764A}" srcOrd="1" destOrd="0" presId="urn:microsoft.com/office/officeart/2005/8/layout/process4"/>
    <dgm:cxn modelId="{03169BCE-F7D0-40FE-96FD-563A22A79517}" type="presParOf" srcId="{9E544B0B-AADD-40F7-84A6-4A628199A3C2}" destId="{4C30192F-9FC0-4169-B674-1C7BDE87949E}" srcOrd="2" destOrd="0" presId="urn:microsoft.com/office/officeart/2005/8/layout/process4"/>
    <dgm:cxn modelId="{00EA4785-EB89-4868-84C9-3D4A69D8B53B}" type="presParOf" srcId="{4C30192F-9FC0-4169-B674-1C7BDE87949E}" destId="{BF2DCF38-7F76-4D63-8303-7A4F09BC1C3A}" srcOrd="0" destOrd="0" presId="urn:microsoft.com/office/officeart/2005/8/layout/process4"/>
    <dgm:cxn modelId="{4D7B9220-9ABF-4967-A908-14FCA16B2A4B}" type="presParOf" srcId="{4C30192F-9FC0-4169-B674-1C7BDE87949E}" destId="{6C51985D-6129-4B82-B33C-1BDC7D584924}" srcOrd="1" destOrd="0" presId="urn:microsoft.com/office/officeart/2005/8/layout/process4"/>
    <dgm:cxn modelId="{080808B9-CC62-4EC4-AFF9-3F5AE80F84A4}" type="presParOf" srcId="{4C30192F-9FC0-4169-B674-1C7BDE87949E}" destId="{6DDB9628-DDA7-4A01-8F4F-AF3F67357B45}" srcOrd="2" destOrd="0" presId="urn:microsoft.com/office/officeart/2005/8/layout/process4"/>
    <dgm:cxn modelId="{E4E641A8-46B4-4AE0-B345-AC88A83366C8}" type="presParOf" srcId="{6DDB9628-DDA7-4A01-8F4F-AF3F67357B45}" destId="{9922C8D5-2E9E-4BBF-99D2-332B812BA6A0}" srcOrd="0" destOrd="0" presId="urn:microsoft.com/office/officeart/2005/8/layout/process4"/>
    <dgm:cxn modelId="{E8D66E98-9D96-469D-95A4-F841810233D6}" type="presParOf" srcId="{6DDB9628-DDA7-4A01-8F4F-AF3F67357B45}" destId="{F56ED790-5B5B-4072-8315-9398ADC987C2}" srcOrd="1" destOrd="0" presId="urn:microsoft.com/office/officeart/2005/8/layout/process4"/>
    <dgm:cxn modelId="{9F651669-8113-4F8C-8ACE-A9D2CAAE660F}" type="presParOf" srcId="{9E544B0B-AADD-40F7-84A6-4A628199A3C2}" destId="{EAE090DB-E95D-4B79-9318-0EB509B3A1AA}" srcOrd="3" destOrd="0" presId="urn:microsoft.com/office/officeart/2005/8/layout/process4"/>
    <dgm:cxn modelId="{382E8F7C-D20B-4AA9-BF45-C17E050383C8}" type="presParOf" srcId="{9E544B0B-AADD-40F7-84A6-4A628199A3C2}" destId="{BB70B778-FD09-4580-AE58-8FBF54EEF5CC}" srcOrd="4" destOrd="0" presId="urn:microsoft.com/office/officeart/2005/8/layout/process4"/>
    <dgm:cxn modelId="{E808B0BB-F78E-4CD7-A8DB-DFF7D1AAF9C9}" type="presParOf" srcId="{BB70B778-FD09-4580-AE58-8FBF54EEF5CC}" destId="{927742B3-0D4E-4384-A912-BB03AA740E3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F961908-89A4-4124-AC30-AEC7C24ED2AB}" type="doc">
      <dgm:prSet loTypeId="urn:microsoft.com/office/officeart/2005/8/layout/hChevron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083CFD3-A63B-43CF-A8E0-A83853A444C1}">
      <dgm:prSet/>
      <dgm:spPr/>
      <dgm:t>
        <a:bodyPr/>
        <a:lstStyle/>
        <a:p>
          <a:pPr>
            <a:defRPr b="1"/>
          </a:pPr>
          <a:r>
            <a:rPr lang="en-US"/>
            <a:t>Artificially generated data mimicking real data</a:t>
          </a:r>
        </a:p>
      </dgm:t>
    </dgm:pt>
    <dgm:pt modelId="{EA3BF8FE-69D3-446D-9729-BCC75D2FB885}" type="parTrans" cxnId="{1160E943-7913-43F7-9C71-14931D4C911E}">
      <dgm:prSet/>
      <dgm:spPr/>
      <dgm:t>
        <a:bodyPr/>
        <a:lstStyle/>
        <a:p>
          <a:endParaRPr lang="en-US" sz="3600"/>
        </a:p>
      </dgm:t>
    </dgm:pt>
    <dgm:pt modelId="{B93F195D-0744-454F-A279-3912F71631A5}" type="sibTrans" cxnId="{1160E943-7913-43F7-9C71-14931D4C911E}">
      <dgm:prSet/>
      <dgm:spPr/>
      <dgm:t>
        <a:bodyPr/>
        <a:lstStyle/>
        <a:p>
          <a:endParaRPr lang="en-US"/>
        </a:p>
      </dgm:t>
    </dgm:pt>
    <dgm:pt modelId="{D4DDB639-1CF9-48AA-8F8F-D2E019C2EAE0}">
      <dgm:prSet/>
      <dgm:spPr/>
      <dgm:t>
        <a:bodyPr/>
        <a:lstStyle/>
        <a:p>
          <a:pPr>
            <a:defRPr b="1"/>
          </a:pPr>
          <a:r>
            <a:rPr lang="en-US" dirty="0"/>
            <a:t>Why industry uses it:</a:t>
          </a:r>
        </a:p>
      </dgm:t>
    </dgm:pt>
    <dgm:pt modelId="{E4BC9B41-D2FA-4661-BF33-6BED96389344}" type="parTrans" cxnId="{6A8D4140-9195-4EB3-816E-6EAD7FF18BD8}">
      <dgm:prSet/>
      <dgm:spPr/>
      <dgm:t>
        <a:bodyPr/>
        <a:lstStyle/>
        <a:p>
          <a:endParaRPr lang="en-US" sz="3600"/>
        </a:p>
      </dgm:t>
    </dgm:pt>
    <dgm:pt modelId="{49C2E880-0086-4ECE-8F3E-FC7F090F4C30}" type="sibTrans" cxnId="{6A8D4140-9195-4EB3-816E-6EAD7FF18BD8}">
      <dgm:prSet/>
      <dgm:spPr/>
      <dgm:t>
        <a:bodyPr/>
        <a:lstStyle/>
        <a:p>
          <a:endParaRPr lang="en-US"/>
        </a:p>
      </dgm:t>
    </dgm:pt>
    <dgm:pt modelId="{F2B4769A-7D62-4461-946D-496C68A960E4}">
      <dgm:prSet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  Privacy protection</a:t>
          </a:r>
        </a:p>
      </dgm:t>
    </dgm:pt>
    <dgm:pt modelId="{FC8AB469-0549-4830-936F-4B10FF28070B}" type="parTrans" cxnId="{9CD9891B-40C6-44B9-8E09-36F0A9E21339}">
      <dgm:prSet/>
      <dgm:spPr/>
      <dgm:t>
        <a:bodyPr/>
        <a:lstStyle/>
        <a:p>
          <a:endParaRPr lang="en-US" sz="3600"/>
        </a:p>
      </dgm:t>
    </dgm:pt>
    <dgm:pt modelId="{4091CC17-5FA8-4F8B-8739-E3A9A2C7C9E2}" type="sibTrans" cxnId="{9CD9891B-40C6-44B9-8E09-36F0A9E21339}">
      <dgm:prSet/>
      <dgm:spPr/>
      <dgm:t>
        <a:bodyPr/>
        <a:lstStyle/>
        <a:p>
          <a:endParaRPr lang="en-US"/>
        </a:p>
      </dgm:t>
    </dgm:pt>
    <dgm:pt modelId="{945DE898-84DE-4652-A4A6-0BA006F263C6}">
      <dgm:prSet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 Data scarcity</a:t>
          </a:r>
        </a:p>
      </dgm:t>
    </dgm:pt>
    <dgm:pt modelId="{495FD070-B966-47E0-A45A-81057EEC5B81}" type="parTrans" cxnId="{605D97CE-AC76-4A45-B4A4-A581C3ABCA02}">
      <dgm:prSet/>
      <dgm:spPr/>
      <dgm:t>
        <a:bodyPr/>
        <a:lstStyle/>
        <a:p>
          <a:endParaRPr lang="en-US" sz="3600"/>
        </a:p>
      </dgm:t>
    </dgm:pt>
    <dgm:pt modelId="{F725A8BC-7BF9-4E98-9FC7-7ED867E8419C}" type="sibTrans" cxnId="{605D97CE-AC76-4A45-B4A4-A581C3ABCA02}">
      <dgm:prSet/>
      <dgm:spPr/>
      <dgm:t>
        <a:bodyPr/>
        <a:lstStyle/>
        <a:p>
          <a:endParaRPr lang="en-US"/>
        </a:p>
      </dgm:t>
    </dgm:pt>
    <dgm:pt modelId="{0A915C61-5AD1-4355-8BD0-9FA00AA2964E}">
      <dgm:prSet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 Model testing</a:t>
          </a:r>
        </a:p>
      </dgm:t>
    </dgm:pt>
    <dgm:pt modelId="{F4CE7A77-0159-490C-A7F3-334F82992E7F}" type="parTrans" cxnId="{B6A1B00A-3190-41BC-BBE8-4F01A8400CDE}">
      <dgm:prSet/>
      <dgm:spPr/>
      <dgm:t>
        <a:bodyPr/>
        <a:lstStyle/>
        <a:p>
          <a:endParaRPr lang="en-US" sz="3600"/>
        </a:p>
      </dgm:t>
    </dgm:pt>
    <dgm:pt modelId="{E83A4693-FA98-441E-A520-86BDC5354DAB}" type="sibTrans" cxnId="{B6A1B00A-3190-41BC-BBE8-4F01A8400CDE}">
      <dgm:prSet/>
      <dgm:spPr/>
      <dgm:t>
        <a:bodyPr/>
        <a:lstStyle/>
        <a:p>
          <a:endParaRPr lang="en-US"/>
        </a:p>
      </dgm:t>
    </dgm:pt>
    <dgm:pt modelId="{55C475B7-7E2D-4A54-9EE1-F5B51DCE60E2}">
      <dgm:prSet/>
      <dgm:spPr/>
      <dgm:t>
        <a:bodyPr/>
        <a:lstStyle/>
        <a:p>
          <a:pPr>
            <a:defRPr b="1"/>
          </a:pPr>
          <a:r>
            <a:rPr lang="en-US" dirty="0"/>
            <a:t>Examples:</a:t>
          </a:r>
        </a:p>
      </dgm:t>
    </dgm:pt>
    <dgm:pt modelId="{6F87EF55-C54D-4C2C-A85A-4052745EFE6F}" type="parTrans" cxnId="{6E55FBE8-0D74-4B58-A35E-84D0D719E260}">
      <dgm:prSet/>
      <dgm:spPr/>
      <dgm:t>
        <a:bodyPr/>
        <a:lstStyle/>
        <a:p>
          <a:endParaRPr lang="en-US" sz="3600"/>
        </a:p>
      </dgm:t>
    </dgm:pt>
    <dgm:pt modelId="{0A4B0E2A-07E6-4DC3-9EF4-0154ED72450C}" type="sibTrans" cxnId="{6E55FBE8-0D74-4B58-A35E-84D0D719E260}">
      <dgm:prSet/>
      <dgm:spPr/>
      <dgm:t>
        <a:bodyPr/>
        <a:lstStyle/>
        <a:p>
          <a:endParaRPr lang="en-US"/>
        </a:p>
      </dgm:t>
    </dgm:pt>
    <dgm:pt modelId="{DC2F240F-B0D9-4608-8381-0ABF680ED17D}">
      <dgm:prSet/>
      <dgm:spPr/>
      <dgm:t>
        <a:bodyPr/>
        <a:lstStyle/>
        <a:p>
          <a:r>
            <a:rPr lang="en-US" dirty="0"/>
            <a:t>Synthetic patient records</a:t>
          </a:r>
        </a:p>
      </dgm:t>
    </dgm:pt>
    <dgm:pt modelId="{F3C4F120-E5E4-4E76-8985-9569A69ADCD5}" type="parTrans" cxnId="{1C6DB050-D961-42E4-B7AC-A57EA017F8AF}">
      <dgm:prSet/>
      <dgm:spPr/>
      <dgm:t>
        <a:bodyPr/>
        <a:lstStyle/>
        <a:p>
          <a:endParaRPr lang="en-US" sz="3600"/>
        </a:p>
      </dgm:t>
    </dgm:pt>
    <dgm:pt modelId="{82FCBA29-1D3B-4E83-8D23-E91F2C99E416}" type="sibTrans" cxnId="{1C6DB050-D961-42E4-B7AC-A57EA017F8AF}">
      <dgm:prSet/>
      <dgm:spPr/>
      <dgm:t>
        <a:bodyPr/>
        <a:lstStyle/>
        <a:p>
          <a:endParaRPr lang="en-US"/>
        </a:p>
      </dgm:t>
    </dgm:pt>
    <dgm:pt modelId="{DEC35605-C4A7-46DB-ADEA-5ADC81FE22FB}">
      <dgm:prSet/>
      <dgm:spPr/>
      <dgm:t>
        <a:bodyPr/>
        <a:lstStyle/>
        <a:p>
          <a:r>
            <a:rPr lang="en-US" dirty="0"/>
            <a:t>Fake transaction data</a:t>
          </a:r>
        </a:p>
      </dgm:t>
    </dgm:pt>
    <dgm:pt modelId="{C588A185-461C-46BC-942D-5C9A603EC09A}" type="parTrans" cxnId="{44796385-2805-4817-9CB1-F5EDC1A31764}">
      <dgm:prSet/>
      <dgm:spPr/>
      <dgm:t>
        <a:bodyPr/>
        <a:lstStyle/>
        <a:p>
          <a:endParaRPr lang="en-US" sz="3600"/>
        </a:p>
      </dgm:t>
    </dgm:pt>
    <dgm:pt modelId="{A4F11EF2-E5B6-4DFF-9418-0DAB6C234376}" type="sibTrans" cxnId="{44796385-2805-4817-9CB1-F5EDC1A31764}">
      <dgm:prSet/>
      <dgm:spPr/>
      <dgm:t>
        <a:bodyPr/>
        <a:lstStyle/>
        <a:p>
          <a:endParaRPr lang="en-US"/>
        </a:p>
      </dgm:t>
    </dgm:pt>
    <dgm:pt modelId="{57A127C2-0DDD-4477-BEF2-B8034B3603B6}" type="pres">
      <dgm:prSet presAssocID="{6F961908-89A4-4124-AC30-AEC7C24ED2AB}" presName="Name0" presStyleCnt="0">
        <dgm:presLayoutVars>
          <dgm:dir/>
          <dgm:resizeHandles val="exact"/>
        </dgm:presLayoutVars>
      </dgm:prSet>
      <dgm:spPr/>
    </dgm:pt>
    <dgm:pt modelId="{0891845C-4508-48C6-B0E4-155415055FCC}" type="pres">
      <dgm:prSet presAssocID="{6083CFD3-A63B-43CF-A8E0-A83853A444C1}" presName="parAndChTx" presStyleLbl="node1" presStyleIdx="0" presStyleCnt="3">
        <dgm:presLayoutVars>
          <dgm:bulletEnabled val="1"/>
        </dgm:presLayoutVars>
      </dgm:prSet>
      <dgm:spPr/>
    </dgm:pt>
    <dgm:pt modelId="{7A5540BA-D50E-480E-87EB-2F5D25E7434D}" type="pres">
      <dgm:prSet presAssocID="{B93F195D-0744-454F-A279-3912F71631A5}" presName="parAndChSpace" presStyleCnt="0"/>
      <dgm:spPr/>
    </dgm:pt>
    <dgm:pt modelId="{CF9C72A1-DA8D-41FB-B65C-632C4C66F410}" type="pres">
      <dgm:prSet presAssocID="{D4DDB639-1CF9-48AA-8F8F-D2E019C2EAE0}" presName="parAndChTx" presStyleLbl="node1" presStyleIdx="1" presStyleCnt="3">
        <dgm:presLayoutVars>
          <dgm:bulletEnabled val="1"/>
        </dgm:presLayoutVars>
      </dgm:prSet>
      <dgm:spPr/>
    </dgm:pt>
    <dgm:pt modelId="{87641F0E-5881-45E2-8ECB-4A4ABFD99E03}" type="pres">
      <dgm:prSet presAssocID="{49C2E880-0086-4ECE-8F3E-FC7F090F4C30}" presName="parAndChSpace" presStyleCnt="0"/>
      <dgm:spPr/>
    </dgm:pt>
    <dgm:pt modelId="{D8C25D91-2198-4786-9A2B-9BC37D0C34FD}" type="pres">
      <dgm:prSet presAssocID="{55C475B7-7E2D-4A54-9EE1-F5B51DCE60E2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B6A1B00A-3190-41BC-BBE8-4F01A8400CDE}" srcId="{D4DDB639-1CF9-48AA-8F8F-D2E019C2EAE0}" destId="{0A915C61-5AD1-4355-8BD0-9FA00AA2964E}" srcOrd="2" destOrd="0" parTransId="{F4CE7A77-0159-490C-A7F3-334F82992E7F}" sibTransId="{E83A4693-FA98-441E-A520-86BDC5354DAB}"/>
    <dgm:cxn modelId="{A4301D12-FA11-4D7B-AC43-EB7FE5BE42EE}" type="presOf" srcId="{DEC35605-C4A7-46DB-ADEA-5ADC81FE22FB}" destId="{D8C25D91-2198-4786-9A2B-9BC37D0C34FD}" srcOrd="0" destOrd="2" presId="urn:microsoft.com/office/officeart/2005/8/layout/hChevron3"/>
    <dgm:cxn modelId="{344E461B-9F2A-46F3-96D6-2BD7C1026785}" type="presOf" srcId="{6083CFD3-A63B-43CF-A8E0-A83853A444C1}" destId="{0891845C-4508-48C6-B0E4-155415055FCC}" srcOrd="0" destOrd="0" presId="urn:microsoft.com/office/officeart/2005/8/layout/hChevron3"/>
    <dgm:cxn modelId="{9CD9891B-40C6-44B9-8E09-36F0A9E21339}" srcId="{D4DDB639-1CF9-48AA-8F8F-D2E019C2EAE0}" destId="{F2B4769A-7D62-4461-946D-496C68A960E4}" srcOrd="0" destOrd="0" parTransId="{FC8AB469-0549-4830-936F-4B10FF28070B}" sibTransId="{4091CC17-5FA8-4F8B-8739-E3A9A2C7C9E2}"/>
    <dgm:cxn modelId="{6A8D4140-9195-4EB3-816E-6EAD7FF18BD8}" srcId="{6F961908-89A4-4124-AC30-AEC7C24ED2AB}" destId="{D4DDB639-1CF9-48AA-8F8F-D2E019C2EAE0}" srcOrd="1" destOrd="0" parTransId="{E4BC9B41-D2FA-4661-BF33-6BED96389344}" sibTransId="{49C2E880-0086-4ECE-8F3E-FC7F090F4C30}"/>
    <dgm:cxn modelId="{1160E943-7913-43F7-9C71-14931D4C911E}" srcId="{6F961908-89A4-4124-AC30-AEC7C24ED2AB}" destId="{6083CFD3-A63B-43CF-A8E0-A83853A444C1}" srcOrd="0" destOrd="0" parTransId="{EA3BF8FE-69D3-446D-9729-BCC75D2FB885}" sibTransId="{B93F195D-0744-454F-A279-3912F71631A5}"/>
    <dgm:cxn modelId="{4C01664D-355D-498A-B5F3-8C1676A22E81}" type="presOf" srcId="{55C475B7-7E2D-4A54-9EE1-F5B51DCE60E2}" destId="{D8C25D91-2198-4786-9A2B-9BC37D0C34FD}" srcOrd="0" destOrd="0" presId="urn:microsoft.com/office/officeart/2005/8/layout/hChevron3"/>
    <dgm:cxn modelId="{1C6DB050-D961-42E4-B7AC-A57EA017F8AF}" srcId="{55C475B7-7E2D-4A54-9EE1-F5B51DCE60E2}" destId="{DC2F240F-B0D9-4608-8381-0ABF680ED17D}" srcOrd="0" destOrd="0" parTransId="{F3C4F120-E5E4-4E76-8985-9569A69ADCD5}" sibTransId="{82FCBA29-1D3B-4E83-8D23-E91F2C99E416}"/>
    <dgm:cxn modelId="{C97B0576-E7B7-447E-8B9D-1C8FFA2ACFC6}" type="presOf" srcId="{D4DDB639-1CF9-48AA-8F8F-D2E019C2EAE0}" destId="{CF9C72A1-DA8D-41FB-B65C-632C4C66F410}" srcOrd="0" destOrd="0" presId="urn:microsoft.com/office/officeart/2005/8/layout/hChevron3"/>
    <dgm:cxn modelId="{1E750277-8899-4415-BA4A-DA7AD5127B69}" type="presOf" srcId="{F2B4769A-7D62-4461-946D-496C68A960E4}" destId="{CF9C72A1-DA8D-41FB-B65C-632C4C66F410}" srcOrd="0" destOrd="1" presId="urn:microsoft.com/office/officeart/2005/8/layout/hChevron3"/>
    <dgm:cxn modelId="{44796385-2805-4817-9CB1-F5EDC1A31764}" srcId="{55C475B7-7E2D-4A54-9EE1-F5B51DCE60E2}" destId="{DEC35605-C4A7-46DB-ADEA-5ADC81FE22FB}" srcOrd="1" destOrd="0" parTransId="{C588A185-461C-46BC-942D-5C9A603EC09A}" sibTransId="{A4F11EF2-E5B6-4DFF-9418-0DAB6C234376}"/>
    <dgm:cxn modelId="{E8CEA49D-7EDD-450B-A594-6B9C2A1626A2}" type="presOf" srcId="{DC2F240F-B0D9-4608-8381-0ABF680ED17D}" destId="{D8C25D91-2198-4786-9A2B-9BC37D0C34FD}" srcOrd="0" destOrd="1" presId="urn:microsoft.com/office/officeart/2005/8/layout/hChevron3"/>
    <dgm:cxn modelId="{31E4E3A9-A5FE-4236-A4EC-1EA93367BF90}" type="presOf" srcId="{0A915C61-5AD1-4355-8BD0-9FA00AA2964E}" destId="{CF9C72A1-DA8D-41FB-B65C-632C4C66F410}" srcOrd="0" destOrd="3" presId="urn:microsoft.com/office/officeart/2005/8/layout/hChevron3"/>
    <dgm:cxn modelId="{605D97CE-AC76-4A45-B4A4-A581C3ABCA02}" srcId="{D4DDB639-1CF9-48AA-8F8F-D2E019C2EAE0}" destId="{945DE898-84DE-4652-A4A6-0BA006F263C6}" srcOrd="1" destOrd="0" parTransId="{495FD070-B966-47E0-A45A-81057EEC5B81}" sibTransId="{F725A8BC-7BF9-4E98-9FC7-7ED867E8419C}"/>
    <dgm:cxn modelId="{6E55FBE8-0D74-4B58-A35E-84D0D719E260}" srcId="{6F961908-89A4-4124-AC30-AEC7C24ED2AB}" destId="{55C475B7-7E2D-4A54-9EE1-F5B51DCE60E2}" srcOrd="2" destOrd="0" parTransId="{6F87EF55-C54D-4C2C-A85A-4052745EFE6F}" sibTransId="{0A4B0E2A-07E6-4DC3-9EF4-0154ED72450C}"/>
    <dgm:cxn modelId="{C4F3C6EC-2E0E-4BA6-BE48-27F959132B0B}" type="presOf" srcId="{945DE898-84DE-4652-A4A6-0BA006F263C6}" destId="{CF9C72A1-DA8D-41FB-B65C-632C4C66F410}" srcOrd="0" destOrd="2" presId="urn:microsoft.com/office/officeart/2005/8/layout/hChevron3"/>
    <dgm:cxn modelId="{EE1FA6F9-1C94-476B-AF2F-DD642C906FEE}" type="presOf" srcId="{6F961908-89A4-4124-AC30-AEC7C24ED2AB}" destId="{57A127C2-0DDD-4477-BEF2-B8034B3603B6}" srcOrd="0" destOrd="0" presId="urn:microsoft.com/office/officeart/2005/8/layout/hChevron3"/>
    <dgm:cxn modelId="{AD5DB6CA-D289-4DC8-99D1-69DCF9E84119}" type="presParOf" srcId="{57A127C2-0DDD-4477-BEF2-B8034B3603B6}" destId="{0891845C-4508-48C6-B0E4-155415055FCC}" srcOrd="0" destOrd="0" presId="urn:microsoft.com/office/officeart/2005/8/layout/hChevron3"/>
    <dgm:cxn modelId="{DD3E6491-18C6-4544-B836-523F464C10A4}" type="presParOf" srcId="{57A127C2-0DDD-4477-BEF2-B8034B3603B6}" destId="{7A5540BA-D50E-480E-87EB-2F5D25E7434D}" srcOrd="1" destOrd="0" presId="urn:microsoft.com/office/officeart/2005/8/layout/hChevron3"/>
    <dgm:cxn modelId="{D3214702-BAA1-4CBE-BC81-C79291C6C7AE}" type="presParOf" srcId="{57A127C2-0DDD-4477-BEF2-B8034B3603B6}" destId="{CF9C72A1-DA8D-41FB-B65C-632C4C66F410}" srcOrd="2" destOrd="0" presId="urn:microsoft.com/office/officeart/2005/8/layout/hChevron3"/>
    <dgm:cxn modelId="{F1CA4A46-B025-48AE-A0A0-013322239B0B}" type="presParOf" srcId="{57A127C2-0DDD-4477-BEF2-B8034B3603B6}" destId="{87641F0E-5881-45E2-8ECB-4A4ABFD99E03}" srcOrd="3" destOrd="0" presId="urn:microsoft.com/office/officeart/2005/8/layout/hChevron3"/>
    <dgm:cxn modelId="{CDF77B4C-7848-41DC-A8FC-71A3D8999606}" type="presParOf" srcId="{57A127C2-0DDD-4477-BEF2-B8034B3603B6}" destId="{D8C25D91-2198-4786-9A2B-9BC37D0C34FD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82B1174-5761-4720-BB5B-83C64844EB8F}" type="doc">
      <dgm:prSet loTypeId="urn:microsoft.com/office/officeart/2005/8/layout/vList5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A4F06A4-624C-487E-9AE7-9236CB86B1C1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All outcomes equally likely</a:t>
          </a:r>
        </a:p>
      </dgm:t>
    </dgm:pt>
    <dgm:pt modelId="{E08C8FA8-6695-4EEB-BEE5-8CD6A1C6126D}" type="parTrans" cxnId="{5B24B01E-4511-451E-9140-55BD7F5ED5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6D143B2-23B8-4CFF-89D0-96D6B865055D}" type="sibTrans" cxnId="{5B24B01E-4511-451E-9140-55BD7F5ED5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BC68C35-F704-4694-AB1C-DBCCF19ABED5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Examples:</a:t>
          </a:r>
        </a:p>
      </dgm:t>
    </dgm:pt>
    <dgm:pt modelId="{72981396-25E1-4A08-8EB1-61B03458933E}" type="parTrans" cxnId="{4770DE15-EE9D-4CDD-8B27-1900969250E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EDBD57D-440F-4028-BEC5-FDC84E4E32F6}" type="sibTrans" cxnId="{4770DE15-EE9D-4CDD-8B27-1900969250E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CEB3192-141B-488B-B60D-C00AC801104D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Random number generator</a:t>
          </a:r>
        </a:p>
      </dgm:t>
    </dgm:pt>
    <dgm:pt modelId="{3D772870-4E55-4A4E-992F-63DF6D216316}" type="parTrans" cxnId="{4FE72968-840B-4689-BD00-55A9AA3490D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2F59554-1229-4F68-8E3B-B25033554A77}" type="sibTrans" cxnId="{4FE72968-840B-4689-BD00-55A9AA3490D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35756E4-3053-4947-AC77-29910F26ACBF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Lottery ticket</a:t>
          </a:r>
        </a:p>
      </dgm:t>
    </dgm:pt>
    <dgm:pt modelId="{DB1A3DF5-AB75-475E-8FC6-EE8FDF64334C}" type="parTrans" cxnId="{C4669990-56BC-4A31-9CE1-0CE7B601973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9172CCB-AB15-4144-855D-FC0FD8A5E8A6}" type="sibTrans" cxnId="{C4669990-56BC-4A31-9CE1-0CE7B601973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D5F7BEF-7C83-4D15-9DA8-FEC617A72D05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Industry Use:</a:t>
          </a:r>
        </a:p>
      </dgm:t>
    </dgm:pt>
    <dgm:pt modelId="{B2CCD0DC-24F2-4C6E-AF17-4E9AF1AD2133}" type="parTrans" cxnId="{21833C8E-293D-4BE9-A499-B60E7139092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784213A-C691-4893-BE29-FC13AE77532D}" type="sibTrans" cxnId="{21833C8E-293D-4BE9-A499-B60E7139092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E01BC16-2891-4518-BBAE-F6A7E95EE8FA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Randomized experiments</a:t>
          </a:r>
        </a:p>
      </dgm:t>
    </dgm:pt>
    <dgm:pt modelId="{EE158832-71B8-44C9-8BD2-0045F874046F}" type="parTrans" cxnId="{B0EBF4AB-AF99-493D-9C32-E9A52234D6D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E7969FA-ED94-48A4-9FB6-265AA2746B6B}" type="sibTrans" cxnId="{B0EBF4AB-AF99-493D-9C32-E9A52234D6D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4BAA65D-06C0-43E8-8435-E64EF04E8FB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Load balancing</a:t>
          </a:r>
        </a:p>
      </dgm:t>
    </dgm:pt>
    <dgm:pt modelId="{AC1713C8-B580-47BA-8AD1-0CAF3AD714EA}" type="parTrans" cxnId="{52685127-12FE-4700-8499-F19E78D1B53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D1BF6F9-20D0-449C-93AB-0BE4CF7F107D}" type="sibTrans" cxnId="{52685127-12FE-4700-8499-F19E78D1B53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3905CBE-1819-4349-BD0F-A420187ECE41}" type="pres">
      <dgm:prSet presAssocID="{A82B1174-5761-4720-BB5B-83C64844EB8F}" presName="Name0" presStyleCnt="0">
        <dgm:presLayoutVars>
          <dgm:dir/>
          <dgm:animLvl val="lvl"/>
          <dgm:resizeHandles val="exact"/>
        </dgm:presLayoutVars>
      </dgm:prSet>
      <dgm:spPr/>
    </dgm:pt>
    <dgm:pt modelId="{43AAEF13-9B21-4C6E-89F4-D3A888F4A130}" type="pres">
      <dgm:prSet presAssocID="{4A4F06A4-624C-487E-9AE7-9236CB86B1C1}" presName="linNode" presStyleCnt="0"/>
      <dgm:spPr/>
    </dgm:pt>
    <dgm:pt modelId="{852BFE05-9B25-4010-9C1B-06848112714B}" type="pres">
      <dgm:prSet presAssocID="{4A4F06A4-624C-487E-9AE7-9236CB86B1C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D00360A-A159-493A-8B28-A40B040B116D}" type="pres">
      <dgm:prSet presAssocID="{C6D143B2-23B8-4CFF-89D0-96D6B865055D}" presName="sp" presStyleCnt="0"/>
      <dgm:spPr/>
    </dgm:pt>
    <dgm:pt modelId="{9B3C311F-7996-4ED4-9AE7-C1E45E547C2F}" type="pres">
      <dgm:prSet presAssocID="{0BC68C35-F704-4694-AB1C-DBCCF19ABED5}" presName="linNode" presStyleCnt="0"/>
      <dgm:spPr/>
    </dgm:pt>
    <dgm:pt modelId="{23A928DA-A63F-4231-8F84-EE21259E4459}" type="pres">
      <dgm:prSet presAssocID="{0BC68C35-F704-4694-AB1C-DBCCF19ABED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F9520E6-0002-4E2B-80B3-E18D293FA95B}" type="pres">
      <dgm:prSet presAssocID="{0BC68C35-F704-4694-AB1C-DBCCF19ABED5}" presName="descendantText" presStyleLbl="alignAccFollowNode1" presStyleIdx="0" presStyleCnt="2">
        <dgm:presLayoutVars>
          <dgm:bulletEnabled val="1"/>
        </dgm:presLayoutVars>
      </dgm:prSet>
      <dgm:spPr/>
    </dgm:pt>
    <dgm:pt modelId="{0BFEE1C9-AE0E-499E-AB62-894F6F84BF30}" type="pres">
      <dgm:prSet presAssocID="{2EDBD57D-440F-4028-BEC5-FDC84E4E32F6}" presName="sp" presStyleCnt="0"/>
      <dgm:spPr/>
    </dgm:pt>
    <dgm:pt modelId="{8CDD5E37-FCD5-40B2-9D6A-5EFF22EE39A1}" type="pres">
      <dgm:prSet presAssocID="{9D5F7BEF-7C83-4D15-9DA8-FEC617A72D05}" presName="linNode" presStyleCnt="0"/>
      <dgm:spPr/>
    </dgm:pt>
    <dgm:pt modelId="{14491541-3CB6-4EDE-9553-151EB3373FAF}" type="pres">
      <dgm:prSet presAssocID="{9D5F7BEF-7C83-4D15-9DA8-FEC617A72D05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70E5A5DC-647D-43FB-AF3E-684192AD89C4}" type="pres">
      <dgm:prSet presAssocID="{9D5F7BEF-7C83-4D15-9DA8-FEC617A72D0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F7D71F0D-15CE-4C5F-AC9A-D87DEEF2238A}" type="presOf" srcId="{4A4F06A4-624C-487E-9AE7-9236CB86B1C1}" destId="{852BFE05-9B25-4010-9C1B-06848112714B}" srcOrd="0" destOrd="0" presId="urn:microsoft.com/office/officeart/2005/8/layout/vList5"/>
    <dgm:cxn modelId="{A4ACA815-EB23-488B-A829-F19D552E5322}" type="presOf" srcId="{0BC68C35-F704-4694-AB1C-DBCCF19ABED5}" destId="{23A928DA-A63F-4231-8F84-EE21259E4459}" srcOrd="0" destOrd="0" presId="urn:microsoft.com/office/officeart/2005/8/layout/vList5"/>
    <dgm:cxn modelId="{4770DE15-EE9D-4CDD-8B27-1900969250E4}" srcId="{A82B1174-5761-4720-BB5B-83C64844EB8F}" destId="{0BC68C35-F704-4694-AB1C-DBCCF19ABED5}" srcOrd="1" destOrd="0" parTransId="{72981396-25E1-4A08-8EB1-61B03458933E}" sibTransId="{2EDBD57D-440F-4028-BEC5-FDC84E4E32F6}"/>
    <dgm:cxn modelId="{5B24B01E-4511-451E-9140-55BD7F5ED542}" srcId="{A82B1174-5761-4720-BB5B-83C64844EB8F}" destId="{4A4F06A4-624C-487E-9AE7-9236CB86B1C1}" srcOrd="0" destOrd="0" parTransId="{E08C8FA8-6695-4EEB-BEE5-8CD6A1C6126D}" sibTransId="{C6D143B2-23B8-4CFF-89D0-96D6B865055D}"/>
    <dgm:cxn modelId="{52685127-12FE-4700-8499-F19E78D1B53F}" srcId="{9D5F7BEF-7C83-4D15-9DA8-FEC617A72D05}" destId="{84BAA65D-06C0-43E8-8435-E64EF04E8FBE}" srcOrd="1" destOrd="0" parTransId="{AC1713C8-B580-47BA-8AD1-0CAF3AD714EA}" sibTransId="{1D1BF6F9-20D0-449C-93AB-0BE4CF7F107D}"/>
    <dgm:cxn modelId="{4FE72968-840B-4689-BD00-55A9AA3490D3}" srcId="{0BC68C35-F704-4694-AB1C-DBCCF19ABED5}" destId="{8CEB3192-141B-488B-B60D-C00AC801104D}" srcOrd="0" destOrd="0" parTransId="{3D772870-4E55-4A4E-992F-63DF6D216316}" sibTransId="{C2F59554-1229-4F68-8E3B-B25033554A77}"/>
    <dgm:cxn modelId="{D5BEA949-1F00-4E72-9CDA-C2C3D8171551}" type="presOf" srcId="{A82B1174-5761-4720-BB5B-83C64844EB8F}" destId="{B3905CBE-1819-4349-BD0F-A420187ECE41}" srcOrd="0" destOrd="0" presId="urn:microsoft.com/office/officeart/2005/8/layout/vList5"/>
    <dgm:cxn modelId="{F93DC64B-6BA8-44A4-8895-5A7750762D7D}" type="presOf" srcId="{5E01BC16-2891-4518-BBAE-F6A7E95EE8FA}" destId="{70E5A5DC-647D-43FB-AF3E-684192AD89C4}" srcOrd="0" destOrd="0" presId="urn:microsoft.com/office/officeart/2005/8/layout/vList5"/>
    <dgm:cxn modelId="{21833C8E-293D-4BE9-A499-B60E71390928}" srcId="{A82B1174-5761-4720-BB5B-83C64844EB8F}" destId="{9D5F7BEF-7C83-4D15-9DA8-FEC617A72D05}" srcOrd="2" destOrd="0" parTransId="{B2CCD0DC-24F2-4C6E-AF17-4E9AF1AD2133}" sibTransId="{6784213A-C691-4893-BE29-FC13AE77532D}"/>
    <dgm:cxn modelId="{C4669990-56BC-4A31-9CE1-0CE7B601973A}" srcId="{0BC68C35-F704-4694-AB1C-DBCCF19ABED5}" destId="{B35756E4-3053-4947-AC77-29910F26ACBF}" srcOrd="1" destOrd="0" parTransId="{DB1A3DF5-AB75-475E-8FC6-EE8FDF64334C}" sibTransId="{B9172CCB-AB15-4144-855D-FC0FD8A5E8A6}"/>
    <dgm:cxn modelId="{B0EBF4AB-AF99-493D-9C32-E9A52234D6D3}" srcId="{9D5F7BEF-7C83-4D15-9DA8-FEC617A72D05}" destId="{5E01BC16-2891-4518-BBAE-F6A7E95EE8FA}" srcOrd="0" destOrd="0" parTransId="{EE158832-71B8-44C9-8BD2-0045F874046F}" sibTransId="{7E7969FA-ED94-48A4-9FB6-265AA2746B6B}"/>
    <dgm:cxn modelId="{963F89C6-1B0F-4DA2-A350-5132048DAF98}" type="presOf" srcId="{B35756E4-3053-4947-AC77-29910F26ACBF}" destId="{FF9520E6-0002-4E2B-80B3-E18D293FA95B}" srcOrd="0" destOrd="1" presId="urn:microsoft.com/office/officeart/2005/8/layout/vList5"/>
    <dgm:cxn modelId="{E6C267C8-D35C-4091-ABBA-B73533BA5F8C}" type="presOf" srcId="{8CEB3192-141B-488B-B60D-C00AC801104D}" destId="{FF9520E6-0002-4E2B-80B3-E18D293FA95B}" srcOrd="0" destOrd="0" presId="urn:microsoft.com/office/officeart/2005/8/layout/vList5"/>
    <dgm:cxn modelId="{979EEDE8-5CC1-4838-A7CA-3C462BD79062}" type="presOf" srcId="{9D5F7BEF-7C83-4D15-9DA8-FEC617A72D05}" destId="{14491541-3CB6-4EDE-9553-151EB3373FAF}" srcOrd="0" destOrd="0" presId="urn:microsoft.com/office/officeart/2005/8/layout/vList5"/>
    <dgm:cxn modelId="{A02D18FE-285E-4D08-B28E-236B41AC5314}" type="presOf" srcId="{84BAA65D-06C0-43E8-8435-E64EF04E8FBE}" destId="{70E5A5DC-647D-43FB-AF3E-684192AD89C4}" srcOrd="0" destOrd="1" presId="urn:microsoft.com/office/officeart/2005/8/layout/vList5"/>
    <dgm:cxn modelId="{ECA7FD05-750B-451D-995A-73A39733900F}" type="presParOf" srcId="{B3905CBE-1819-4349-BD0F-A420187ECE41}" destId="{43AAEF13-9B21-4C6E-89F4-D3A888F4A130}" srcOrd="0" destOrd="0" presId="urn:microsoft.com/office/officeart/2005/8/layout/vList5"/>
    <dgm:cxn modelId="{D3C29055-58A7-489A-8B44-832BCEE9B314}" type="presParOf" srcId="{43AAEF13-9B21-4C6E-89F4-D3A888F4A130}" destId="{852BFE05-9B25-4010-9C1B-06848112714B}" srcOrd="0" destOrd="0" presId="urn:microsoft.com/office/officeart/2005/8/layout/vList5"/>
    <dgm:cxn modelId="{8AA41084-CC9F-4139-A47F-304B0D066C12}" type="presParOf" srcId="{B3905CBE-1819-4349-BD0F-A420187ECE41}" destId="{DD00360A-A159-493A-8B28-A40B040B116D}" srcOrd="1" destOrd="0" presId="urn:microsoft.com/office/officeart/2005/8/layout/vList5"/>
    <dgm:cxn modelId="{06AF37A4-901D-47BC-92D8-EBE02C9BAD9F}" type="presParOf" srcId="{B3905CBE-1819-4349-BD0F-A420187ECE41}" destId="{9B3C311F-7996-4ED4-9AE7-C1E45E547C2F}" srcOrd="2" destOrd="0" presId="urn:microsoft.com/office/officeart/2005/8/layout/vList5"/>
    <dgm:cxn modelId="{6AE5D90B-0861-4DE6-B751-17C5F0483DFE}" type="presParOf" srcId="{9B3C311F-7996-4ED4-9AE7-C1E45E547C2F}" destId="{23A928DA-A63F-4231-8F84-EE21259E4459}" srcOrd="0" destOrd="0" presId="urn:microsoft.com/office/officeart/2005/8/layout/vList5"/>
    <dgm:cxn modelId="{BFCFE5E3-8BE4-4B22-96DE-B9B5CD47C5B8}" type="presParOf" srcId="{9B3C311F-7996-4ED4-9AE7-C1E45E547C2F}" destId="{FF9520E6-0002-4E2B-80B3-E18D293FA95B}" srcOrd="1" destOrd="0" presId="urn:microsoft.com/office/officeart/2005/8/layout/vList5"/>
    <dgm:cxn modelId="{944FF76C-A806-4EE2-BED0-B537BC4F10C0}" type="presParOf" srcId="{B3905CBE-1819-4349-BD0F-A420187ECE41}" destId="{0BFEE1C9-AE0E-499E-AB62-894F6F84BF30}" srcOrd="3" destOrd="0" presId="urn:microsoft.com/office/officeart/2005/8/layout/vList5"/>
    <dgm:cxn modelId="{CC561DCA-8231-41A9-9F14-C9C42CF8BCE6}" type="presParOf" srcId="{B3905CBE-1819-4349-BD0F-A420187ECE41}" destId="{8CDD5E37-FCD5-40B2-9D6A-5EFF22EE39A1}" srcOrd="4" destOrd="0" presId="urn:microsoft.com/office/officeart/2005/8/layout/vList5"/>
    <dgm:cxn modelId="{945B2351-6822-40E5-8F47-102D2C7DF54F}" type="presParOf" srcId="{8CDD5E37-FCD5-40B2-9D6A-5EFF22EE39A1}" destId="{14491541-3CB6-4EDE-9553-151EB3373FAF}" srcOrd="0" destOrd="0" presId="urn:microsoft.com/office/officeart/2005/8/layout/vList5"/>
    <dgm:cxn modelId="{A65755A3-5054-4F67-8BB5-7EDAA3D431A6}" type="presParOf" srcId="{8CDD5E37-FCD5-40B2-9D6A-5EFF22EE39A1}" destId="{70E5A5DC-647D-43FB-AF3E-684192AD89C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BD8B411-C353-4CC9-8C61-33AAE2E82716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5FEFCF5-F669-4F4F-BE40-C9373BBB2449}">
      <dgm:prSet/>
      <dgm:spPr/>
      <dgm:t>
        <a:bodyPr/>
        <a:lstStyle/>
        <a:p>
          <a:pPr>
            <a:defRPr b="1"/>
          </a:pPr>
          <a:r>
            <a:rPr lang="en-US"/>
            <a:t>Bell-shaped curve</a:t>
          </a:r>
        </a:p>
      </dgm:t>
    </dgm:pt>
    <dgm:pt modelId="{A40DEE17-5E11-423F-A145-985E61A9FFEC}" type="parTrans" cxnId="{7712915F-FC86-4FA9-8902-9F5CA7231CBD}">
      <dgm:prSet/>
      <dgm:spPr/>
      <dgm:t>
        <a:bodyPr/>
        <a:lstStyle/>
        <a:p>
          <a:endParaRPr lang="en-US"/>
        </a:p>
      </dgm:t>
    </dgm:pt>
    <dgm:pt modelId="{5E60CC2D-6EDF-48C2-87FF-BFA3AB7117F8}" type="sibTrans" cxnId="{7712915F-FC86-4FA9-8902-9F5CA7231CBD}">
      <dgm:prSet/>
      <dgm:spPr/>
      <dgm:t>
        <a:bodyPr/>
        <a:lstStyle/>
        <a:p>
          <a:endParaRPr lang="en-US"/>
        </a:p>
      </dgm:t>
    </dgm:pt>
    <dgm:pt modelId="{D232D749-A45A-460A-90D4-897704457EB0}">
      <dgm:prSet/>
      <dgm:spPr/>
      <dgm:t>
        <a:bodyPr/>
        <a:lstStyle/>
        <a:p>
          <a:pPr>
            <a:defRPr b="1"/>
          </a:pPr>
          <a:r>
            <a:rPr lang="en-US"/>
            <a:t>Examples:</a:t>
          </a:r>
        </a:p>
      </dgm:t>
    </dgm:pt>
    <dgm:pt modelId="{3CCE1359-5615-4E0A-9138-A7C4D94FA98C}" type="parTrans" cxnId="{9EAC2032-F018-4A29-9198-CBE46CE63331}">
      <dgm:prSet/>
      <dgm:spPr/>
      <dgm:t>
        <a:bodyPr/>
        <a:lstStyle/>
        <a:p>
          <a:endParaRPr lang="en-US"/>
        </a:p>
      </dgm:t>
    </dgm:pt>
    <dgm:pt modelId="{300FEEAB-238F-48D5-9F3B-50633AD8C719}" type="sibTrans" cxnId="{9EAC2032-F018-4A29-9198-CBE46CE63331}">
      <dgm:prSet/>
      <dgm:spPr/>
      <dgm:t>
        <a:bodyPr/>
        <a:lstStyle/>
        <a:p>
          <a:endParaRPr lang="en-US"/>
        </a:p>
      </dgm:t>
    </dgm:pt>
    <dgm:pt modelId="{64390642-2F2D-4407-9248-25FFAC9E84E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Heights</a:t>
          </a:r>
        </a:p>
      </dgm:t>
    </dgm:pt>
    <dgm:pt modelId="{880FBA61-0F01-4910-B7A8-FCA4FA7AA818}" type="parTrans" cxnId="{19AD60C9-D4A5-4BE8-A88E-F0027FBE2A1F}">
      <dgm:prSet/>
      <dgm:spPr/>
      <dgm:t>
        <a:bodyPr/>
        <a:lstStyle/>
        <a:p>
          <a:endParaRPr lang="en-US"/>
        </a:p>
      </dgm:t>
    </dgm:pt>
    <dgm:pt modelId="{9CB8F2D7-D7D5-4C70-B7BB-E7A9C19939E6}" type="sibTrans" cxnId="{19AD60C9-D4A5-4BE8-A88E-F0027FBE2A1F}">
      <dgm:prSet/>
      <dgm:spPr/>
      <dgm:t>
        <a:bodyPr/>
        <a:lstStyle/>
        <a:p>
          <a:endParaRPr lang="en-US"/>
        </a:p>
      </dgm:t>
    </dgm:pt>
    <dgm:pt modelId="{147CD092-953C-4458-90C4-977067A4F50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Test scores</a:t>
          </a:r>
        </a:p>
      </dgm:t>
    </dgm:pt>
    <dgm:pt modelId="{7E8679BE-B040-4812-964C-B7A3AC545A71}" type="parTrans" cxnId="{20FE2536-71D5-492E-BDB9-ECA11D809AA6}">
      <dgm:prSet/>
      <dgm:spPr/>
      <dgm:t>
        <a:bodyPr/>
        <a:lstStyle/>
        <a:p>
          <a:endParaRPr lang="en-US"/>
        </a:p>
      </dgm:t>
    </dgm:pt>
    <dgm:pt modelId="{F889DEC2-A97E-47D0-A019-644FC6138123}" type="sibTrans" cxnId="{20FE2536-71D5-492E-BDB9-ECA11D809AA6}">
      <dgm:prSet/>
      <dgm:spPr/>
      <dgm:t>
        <a:bodyPr/>
        <a:lstStyle/>
        <a:p>
          <a:endParaRPr lang="en-US"/>
        </a:p>
      </dgm:t>
    </dgm:pt>
    <dgm:pt modelId="{F59DB815-9C9E-48E8-B323-248F23030DF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Manufacturing tolerances</a:t>
          </a:r>
        </a:p>
      </dgm:t>
    </dgm:pt>
    <dgm:pt modelId="{E85E0A8A-9BAD-4846-AEEA-2FCF699A0542}" type="parTrans" cxnId="{3CDA8298-273D-471A-B3A7-64D44508E552}">
      <dgm:prSet/>
      <dgm:spPr/>
      <dgm:t>
        <a:bodyPr/>
        <a:lstStyle/>
        <a:p>
          <a:endParaRPr lang="en-US"/>
        </a:p>
      </dgm:t>
    </dgm:pt>
    <dgm:pt modelId="{72672C07-D267-41E3-A6BF-BD55CB6F1A7C}" type="sibTrans" cxnId="{3CDA8298-273D-471A-B3A7-64D44508E552}">
      <dgm:prSet/>
      <dgm:spPr/>
      <dgm:t>
        <a:bodyPr/>
        <a:lstStyle/>
        <a:p>
          <a:endParaRPr lang="en-US"/>
        </a:p>
      </dgm:t>
    </dgm:pt>
    <dgm:pt modelId="{72F387CA-280B-43F9-A3C5-E13104EC92A1}">
      <dgm:prSet/>
      <dgm:spPr/>
      <dgm:t>
        <a:bodyPr/>
        <a:lstStyle/>
        <a:p>
          <a:pPr>
            <a:defRPr b="1"/>
          </a:pPr>
          <a:r>
            <a:rPr lang="en-US"/>
            <a:t>Key Rule:</a:t>
          </a:r>
        </a:p>
      </dgm:t>
    </dgm:pt>
    <dgm:pt modelId="{5A364B21-8FB2-4D20-8EAC-B3D6B0012BFD}" type="parTrans" cxnId="{750BDF5F-2003-42B0-A3E5-519C89B90D58}">
      <dgm:prSet/>
      <dgm:spPr/>
      <dgm:t>
        <a:bodyPr/>
        <a:lstStyle/>
        <a:p>
          <a:endParaRPr lang="en-US"/>
        </a:p>
      </dgm:t>
    </dgm:pt>
    <dgm:pt modelId="{B3BBAD59-C247-4CF8-848F-BD7191F24F1B}" type="sibTrans" cxnId="{750BDF5F-2003-42B0-A3E5-519C89B90D58}">
      <dgm:prSet/>
      <dgm:spPr/>
      <dgm:t>
        <a:bodyPr/>
        <a:lstStyle/>
        <a:p>
          <a:endParaRPr lang="en-US"/>
        </a:p>
      </dgm:t>
    </dgm:pt>
    <dgm:pt modelId="{418E84BE-C4D9-44D3-BC90-B44B54E493C5}">
      <dgm:prSet/>
      <dgm:spPr/>
      <dgm:t>
        <a:bodyPr/>
        <a:lstStyle/>
        <a:p>
          <a:r>
            <a:rPr lang="en-US" dirty="0"/>
            <a:t>68–95–99.7 rule</a:t>
          </a:r>
        </a:p>
      </dgm:t>
    </dgm:pt>
    <dgm:pt modelId="{4CCC944D-3914-49D4-9513-AC1CB508DA22}" type="parTrans" cxnId="{E68D706D-2B4F-4504-BEC6-12DA3D4FBC53}">
      <dgm:prSet/>
      <dgm:spPr/>
      <dgm:t>
        <a:bodyPr/>
        <a:lstStyle/>
        <a:p>
          <a:endParaRPr lang="en-US"/>
        </a:p>
      </dgm:t>
    </dgm:pt>
    <dgm:pt modelId="{64F0229C-70A1-4F54-A5E2-671D42DDF454}" type="sibTrans" cxnId="{E68D706D-2B4F-4504-BEC6-12DA3D4FBC53}">
      <dgm:prSet/>
      <dgm:spPr/>
      <dgm:t>
        <a:bodyPr/>
        <a:lstStyle/>
        <a:p>
          <a:endParaRPr lang="en-US"/>
        </a:p>
      </dgm:t>
    </dgm:pt>
    <dgm:pt modelId="{6FDEB9F3-1A02-44B4-A7F4-243CB98C2ED6}" type="pres">
      <dgm:prSet presAssocID="{4BD8B411-C353-4CC9-8C61-33AAE2E82716}" presName="linear" presStyleCnt="0">
        <dgm:presLayoutVars>
          <dgm:animLvl val="lvl"/>
          <dgm:resizeHandles val="exact"/>
        </dgm:presLayoutVars>
      </dgm:prSet>
      <dgm:spPr/>
    </dgm:pt>
    <dgm:pt modelId="{EA13D8CF-52B7-474C-98D3-0CD1D3BBC0E5}" type="pres">
      <dgm:prSet presAssocID="{25FEFCF5-F669-4F4F-BE40-C9373BBB244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52FF7B6-11BF-4141-8158-B7E2A6B8A769}" type="pres">
      <dgm:prSet presAssocID="{5E60CC2D-6EDF-48C2-87FF-BFA3AB7117F8}" presName="spacer" presStyleCnt="0"/>
      <dgm:spPr/>
    </dgm:pt>
    <dgm:pt modelId="{35E8DBB9-6AF9-4F4A-B96D-12CEF15C4AE5}" type="pres">
      <dgm:prSet presAssocID="{D232D749-A45A-460A-90D4-897704457E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C6FA761-2DC1-4857-A1A4-D163BA154254}" type="pres">
      <dgm:prSet presAssocID="{D232D749-A45A-460A-90D4-897704457EB0}" presName="childText" presStyleLbl="revTx" presStyleIdx="0" presStyleCnt="2">
        <dgm:presLayoutVars>
          <dgm:bulletEnabled val="1"/>
        </dgm:presLayoutVars>
      </dgm:prSet>
      <dgm:spPr/>
    </dgm:pt>
    <dgm:pt modelId="{28C2AC3A-9B56-40A2-8F9D-03171DE9D7CA}" type="pres">
      <dgm:prSet presAssocID="{72F387CA-280B-43F9-A3C5-E13104EC92A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6F1E2E0-1F99-4E9D-933C-FBEC6E655D32}" type="pres">
      <dgm:prSet presAssocID="{72F387CA-280B-43F9-A3C5-E13104EC92A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82A0E21-A2C2-4714-A3ED-9E9017117E1A}" type="presOf" srcId="{147CD092-953C-4458-90C4-977067A4F50D}" destId="{8C6FA761-2DC1-4857-A1A4-D163BA154254}" srcOrd="0" destOrd="1" presId="urn:microsoft.com/office/officeart/2005/8/layout/vList2"/>
    <dgm:cxn modelId="{9EAC2032-F018-4A29-9198-CBE46CE63331}" srcId="{4BD8B411-C353-4CC9-8C61-33AAE2E82716}" destId="{D232D749-A45A-460A-90D4-897704457EB0}" srcOrd="1" destOrd="0" parTransId="{3CCE1359-5615-4E0A-9138-A7C4D94FA98C}" sibTransId="{300FEEAB-238F-48D5-9F3B-50633AD8C719}"/>
    <dgm:cxn modelId="{20FE2536-71D5-492E-BDB9-ECA11D809AA6}" srcId="{D232D749-A45A-460A-90D4-897704457EB0}" destId="{147CD092-953C-4458-90C4-977067A4F50D}" srcOrd="1" destOrd="0" parTransId="{7E8679BE-B040-4812-964C-B7A3AC545A71}" sibTransId="{F889DEC2-A97E-47D0-A019-644FC6138123}"/>
    <dgm:cxn modelId="{7712915F-FC86-4FA9-8902-9F5CA7231CBD}" srcId="{4BD8B411-C353-4CC9-8C61-33AAE2E82716}" destId="{25FEFCF5-F669-4F4F-BE40-C9373BBB2449}" srcOrd="0" destOrd="0" parTransId="{A40DEE17-5E11-423F-A145-985E61A9FFEC}" sibTransId="{5E60CC2D-6EDF-48C2-87FF-BFA3AB7117F8}"/>
    <dgm:cxn modelId="{750BDF5F-2003-42B0-A3E5-519C89B90D58}" srcId="{4BD8B411-C353-4CC9-8C61-33AAE2E82716}" destId="{72F387CA-280B-43F9-A3C5-E13104EC92A1}" srcOrd="2" destOrd="0" parTransId="{5A364B21-8FB2-4D20-8EAC-B3D6B0012BFD}" sibTransId="{B3BBAD59-C247-4CF8-848F-BD7191F24F1B}"/>
    <dgm:cxn modelId="{8AE52644-F4EA-4073-BC2A-1EB1D712133A}" type="presOf" srcId="{F59DB815-9C9E-48E8-B323-248F23030DF1}" destId="{8C6FA761-2DC1-4857-A1A4-D163BA154254}" srcOrd="0" destOrd="2" presId="urn:microsoft.com/office/officeart/2005/8/layout/vList2"/>
    <dgm:cxn modelId="{E68D706D-2B4F-4504-BEC6-12DA3D4FBC53}" srcId="{72F387CA-280B-43F9-A3C5-E13104EC92A1}" destId="{418E84BE-C4D9-44D3-BC90-B44B54E493C5}" srcOrd="0" destOrd="0" parTransId="{4CCC944D-3914-49D4-9513-AC1CB508DA22}" sibTransId="{64F0229C-70A1-4F54-A5E2-671D42DDF454}"/>
    <dgm:cxn modelId="{B36B986E-D1A6-493C-954C-2492BD5CB8B3}" type="presOf" srcId="{4BD8B411-C353-4CC9-8C61-33AAE2E82716}" destId="{6FDEB9F3-1A02-44B4-A7F4-243CB98C2ED6}" srcOrd="0" destOrd="0" presId="urn:microsoft.com/office/officeart/2005/8/layout/vList2"/>
    <dgm:cxn modelId="{D3D52E96-9248-4884-9537-AF0C5B9B2AF4}" type="presOf" srcId="{72F387CA-280B-43F9-A3C5-E13104EC92A1}" destId="{28C2AC3A-9B56-40A2-8F9D-03171DE9D7CA}" srcOrd="0" destOrd="0" presId="urn:microsoft.com/office/officeart/2005/8/layout/vList2"/>
    <dgm:cxn modelId="{3CDA8298-273D-471A-B3A7-64D44508E552}" srcId="{D232D749-A45A-460A-90D4-897704457EB0}" destId="{F59DB815-9C9E-48E8-B323-248F23030DF1}" srcOrd="2" destOrd="0" parTransId="{E85E0A8A-9BAD-4846-AEEA-2FCF699A0542}" sibTransId="{72672C07-D267-41E3-A6BF-BD55CB6F1A7C}"/>
    <dgm:cxn modelId="{2A4817B5-D028-4138-83BC-73B9CF697DBE}" type="presOf" srcId="{64390642-2F2D-4407-9248-25FFAC9E84E3}" destId="{8C6FA761-2DC1-4857-A1A4-D163BA154254}" srcOrd="0" destOrd="0" presId="urn:microsoft.com/office/officeart/2005/8/layout/vList2"/>
    <dgm:cxn modelId="{2EAE5BBC-5407-4327-993E-94FD228D2E93}" type="presOf" srcId="{418E84BE-C4D9-44D3-BC90-B44B54E493C5}" destId="{D6F1E2E0-1F99-4E9D-933C-FBEC6E655D32}" srcOrd="0" destOrd="0" presId="urn:microsoft.com/office/officeart/2005/8/layout/vList2"/>
    <dgm:cxn modelId="{19AD60C9-D4A5-4BE8-A88E-F0027FBE2A1F}" srcId="{D232D749-A45A-460A-90D4-897704457EB0}" destId="{64390642-2F2D-4407-9248-25FFAC9E84E3}" srcOrd="0" destOrd="0" parTransId="{880FBA61-0F01-4910-B7A8-FCA4FA7AA818}" sibTransId="{9CB8F2D7-D7D5-4C70-B7BB-E7A9C19939E6}"/>
    <dgm:cxn modelId="{5D31DCCB-B31E-40D3-9D83-B04FF3F4A6B6}" type="presOf" srcId="{D232D749-A45A-460A-90D4-897704457EB0}" destId="{35E8DBB9-6AF9-4F4A-B96D-12CEF15C4AE5}" srcOrd="0" destOrd="0" presId="urn:microsoft.com/office/officeart/2005/8/layout/vList2"/>
    <dgm:cxn modelId="{031E6FCC-0C0A-434E-9F3D-2F20DD1A32DB}" type="presOf" srcId="{25FEFCF5-F669-4F4F-BE40-C9373BBB2449}" destId="{EA13D8CF-52B7-474C-98D3-0CD1D3BBC0E5}" srcOrd="0" destOrd="0" presId="urn:microsoft.com/office/officeart/2005/8/layout/vList2"/>
    <dgm:cxn modelId="{C41B6E59-1E81-49C6-B3D1-2954642C654B}" type="presParOf" srcId="{6FDEB9F3-1A02-44B4-A7F4-243CB98C2ED6}" destId="{EA13D8CF-52B7-474C-98D3-0CD1D3BBC0E5}" srcOrd="0" destOrd="0" presId="urn:microsoft.com/office/officeart/2005/8/layout/vList2"/>
    <dgm:cxn modelId="{0E3B691E-474B-4ACC-BD15-A1389A160DDC}" type="presParOf" srcId="{6FDEB9F3-1A02-44B4-A7F4-243CB98C2ED6}" destId="{852FF7B6-11BF-4141-8158-B7E2A6B8A769}" srcOrd="1" destOrd="0" presId="urn:microsoft.com/office/officeart/2005/8/layout/vList2"/>
    <dgm:cxn modelId="{113E2827-2527-4640-BA60-C91FC2696B48}" type="presParOf" srcId="{6FDEB9F3-1A02-44B4-A7F4-243CB98C2ED6}" destId="{35E8DBB9-6AF9-4F4A-B96D-12CEF15C4AE5}" srcOrd="2" destOrd="0" presId="urn:microsoft.com/office/officeart/2005/8/layout/vList2"/>
    <dgm:cxn modelId="{00091D78-4305-412E-B321-3016FB335CA5}" type="presParOf" srcId="{6FDEB9F3-1A02-44B4-A7F4-243CB98C2ED6}" destId="{8C6FA761-2DC1-4857-A1A4-D163BA154254}" srcOrd="3" destOrd="0" presId="urn:microsoft.com/office/officeart/2005/8/layout/vList2"/>
    <dgm:cxn modelId="{26A8801E-0177-41C7-81F1-057F1023D4BD}" type="presParOf" srcId="{6FDEB9F3-1A02-44B4-A7F4-243CB98C2ED6}" destId="{28C2AC3A-9B56-40A2-8F9D-03171DE9D7CA}" srcOrd="4" destOrd="0" presId="urn:microsoft.com/office/officeart/2005/8/layout/vList2"/>
    <dgm:cxn modelId="{605934A1-B2B1-4334-B7FE-C2D72FFFB987}" type="presParOf" srcId="{6FDEB9F3-1A02-44B4-A7F4-243CB98C2ED6}" destId="{D6F1E2E0-1F99-4E9D-933C-FBEC6E655D3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869D88D-60F2-452D-89FB-59F8397ED126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0EA0742-7766-401B-973A-5181AE0211E7}">
      <dgm:prSet/>
      <dgm:spPr/>
      <dgm:t>
        <a:bodyPr/>
        <a:lstStyle/>
        <a:p>
          <a:r>
            <a:rPr lang="en-US"/>
            <a:t>Examples:</a:t>
          </a:r>
        </a:p>
      </dgm:t>
    </dgm:pt>
    <dgm:pt modelId="{8218450E-1C67-4C5C-9C51-3BDCF5B939AE}" type="parTrans" cxnId="{117FF9CD-1C1F-4A72-9371-57C9C869E989}">
      <dgm:prSet/>
      <dgm:spPr/>
      <dgm:t>
        <a:bodyPr/>
        <a:lstStyle/>
        <a:p>
          <a:endParaRPr lang="en-US"/>
        </a:p>
      </dgm:t>
    </dgm:pt>
    <dgm:pt modelId="{27F9D2F9-FD6F-420D-982D-B82B0F8FB97A}" type="sibTrans" cxnId="{117FF9CD-1C1F-4A72-9371-57C9C869E989}">
      <dgm:prSet/>
      <dgm:spPr/>
      <dgm:t>
        <a:bodyPr/>
        <a:lstStyle/>
        <a:p>
          <a:endParaRPr lang="en-US"/>
        </a:p>
      </dgm:t>
    </dgm:pt>
    <dgm:pt modelId="{C0172BFF-22F3-4419-948B-9A6DC85B721B}">
      <dgm:prSet/>
      <dgm:spPr/>
      <dgm:t>
        <a:bodyPr/>
        <a:lstStyle/>
        <a:p>
          <a:r>
            <a:rPr lang="en-US" dirty="0"/>
            <a:t>Employee performance scores</a:t>
          </a:r>
        </a:p>
      </dgm:t>
    </dgm:pt>
    <dgm:pt modelId="{2C66A499-C66B-43CF-8273-89D60CB430CB}" type="parTrans" cxnId="{19DFB630-076E-4630-800F-39DE87DE8C97}">
      <dgm:prSet/>
      <dgm:spPr/>
      <dgm:t>
        <a:bodyPr/>
        <a:lstStyle/>
        <a:p>
          <a:endParaRPr lang="en-US"/>
        </a:p>
      </dgm:t>
    </dgm:pt>
    <dgm:pt modelId="{CC1C937E-0CB0-4ABB-835D-D1EA774C3AE1}" type="sibTrans" cxnId="{19DFB630-076E-4630-800F-39DE87DE8C97}">
      <dgm:prSet/>
      <dgm:spPr/>
      <dgm:t>
        <a:bodyPr/>
        <a:lstStyle/>
        <a:p>
          <a:endParaRPr lang="en-US"/>
        </a:p>
      </dgm:t>
    </dgm:pt>
    <dgm:pt modelId="{33D88E29-9A80-43D9-84D9-A8ABC4C06175}">
      <dgm:prSet/>
      <dgm:spPr/>
      <dgm:t>
        <a:bodyPr/>
        <a:lstStyle/>
        <a:p>
          <a:r>
            <a:rPr lang="en-US" dirty="0"/>
            <a:t>Sensor noise</a:t>
          </a:r>
        </a:p>
      </dgm:t>
    </dgm:pt>
    <dgm:pt modelId="{95563A73-642C-4A4F-85AF-5DEED102CF3A}" type="parTrans" cxnId="{6D1F3052-927F-4BF4-A4FB-44E731174081}">
      <dgm:prSet/>
      <dgm:spPr/>
      <dgm:t>
        <a:bodyPr/>
        <a:lstStyle/>
        <a:p>
          <a:endParaRPr lang="en-US"/>
        </a:p>
      </dgm:t>
    </dgm:pt>
    <dgm:pt modelId="{CC05CECC-29D6-4131-B56E-054C0A193F4C}" type="sibTrans" cxnId="{6D1F3052-927F-4BF4-A4FB-44E731174081}">
      <dgm:prSet/>
      <dgm:spPr/>
      <dgm:t>
        <a:bodyPr/>
        <a:lstStyle/>
        <a:p>
          <a:endParaRPr lang="en-US"/>
        </a:p>
      </dgm:t>
    </dgm:pt>
    <dgm:pt modelId="{725A873D-42B3-400E-A240-561AF2A2E1CB}">
      <dgm:prSet/>
      <dgm:spPr/>
      <dgm:t>
        <a:bodyPr/>
        <a:lstStyle/>
        <a:p>
          <a:r>
            <a:rPr lang="en-US" dirty="0"/>
            <a:t>Financial returns (approximate)</a:t>
          </a:r>
        </a:p>
      </dgm:t>
    </dgm:pt>
    <dgm:pt modelId="{55C12A45-FCA4-42F7-895C-C504144A1863}" type="parTrans" cxnId="{958B754F-2248-4D2F-AB68-3FFF172DD04C}">
      <dgm:prSet/>
      <dgm:spPr/>
      <dgm:t>
        <a:bodyPr/>
        <a:lstStyle/>
        <a:p>
          <a:endParaRPr lang="en-US"/>
        </a:p>
      </dgm:t>
    </dgm:pt>
    <dgm:pt modelId="{C075F5E4-ED14-487D-9882-154978B70F74}" type="sibTrans" cxnId="{958B754F-2248-4D2F-AB68-3FFF172DD04C}">
      <dgm:prSet/>
      <dgm:spPr/>
      <dgm:t>
        <a:bodyPr/>
        <a:lstStyle/>
        <a:p>
          <a:endParaRPr lang="en-US"/>
        </a:p>
      </dgm:t>
    </dgm:pt>
    <dgm:pt modelId="{00C81D7A-CB23-4680-989B-B4CDAD53AFDA}">
      <dgm:prSet/>
      <dgm:spPr/>
      <dgm:t>
        <a:bodyPr/>
        <a:lstStyle/>
        <a:p>
          <a:r>
            <a:rPr lang="en-US"/>
            <a:t>Why it’s powerful:</a:t>
          </a:r>
        </a:p>
      </dgm:t>
    </dgm:pt>
    <dgm:pt modelId="{EF864694-383C-414D-A465-24CBD01E9FC1}" type="parTrans" cxnId="{5648E5D7-47F8-46E0-B723-8D38A4A0DBFF}">
      <dgm:prSet/>
      <dgm:spPr/>
      <dgm:t>
        <a:bodyPr/>
        <a:lstStyle/>
        <a:p>
          <a:endParaRPr lang="en-US"/>
        </a:p>
      </dgm:t>
    </dgm:pt>
    <dgm:pt modelId="{9B9A7CA8-A24E-4CE0-B675-CC67211A023C}" type="sibTrans" cxnId="{5648E5D7-47F8-46E0-B723-8D38A4A0DBFF}">
      <dgm:prSet/>
      <dgm:spPr/>
      <dgm:t>
        <a:bodyPr/>
        <a:lstStyle/>
        <a:p>
          <a:endParaRPr lang="en-US"/>
        </a:p>
      </dgm:t>
    </dgm:pt>
    <dgm:pt modelId="{BEED38D1-651C-46CD-81CD-2CF18C1E3677}">
      <dgm:prSet/>
      <dgm:spPr/>
      <dgm:t>
        <a:bodyPr/>
        <a:lstStyle/>
        <a:p>
          <a:r>
            <a:rPr lang="en-US" dirty="0"/>
            <a:t>Many models assume normality</a:t>
          </a:r>
        </a:p>
      </dgm:t>
    </dgm:pt>
    <dgm:pt modelId="{917B8350-141E-4FD7-879E-2602E633B166}" type="parTrans" cxnId="{8D0E364C-2102-4006-95C7-BEE46DBBEF49}">
      <dgm:prSet/>
      <dgm:spPr/>
      <dgm:t>
        <a:bodyPr/>
        <a:lstStyle/>
        <a:p>
          <a:endParaRPr lang="en-US"/>
        </a:p>
      </dgm:t>
    </dgm:pt>
    <dgm:pt modelId="{E70DF060-E69A-4496-889F-88185D56EB5D}" type="sibTrans" cxnId="{8D0E364C-2102-4006-95C7-BEE46DBBEF49}">
      <dgm:prSet/>
      <dgm:spPr/>
      <dgm:t>
        <a:bodyPr/>
        <a:lstStyle/>
        <a:p>
          <a:endParaRPr lang="en-US"/>
        </a:p>
      </dgm:t>
    </dgm:pt>
    <dgm:pt modelId="{5DE7DDB3-2C18-4D13-AF0E-374DAC3FE98E}">
      <dgm:prSet/>
      <dgm:spPr/>
      <dgm:t>
        <a:bodyPr/>
        <a:lstStyle/>
        <a:p>
          <a:r>
            <a:rPr lang="en-US" dirty="0"/>
            <a:t>Enables prediction &amp; thresholds</a:t>
          </a:r>
        </a:p>
      </dgm:t>
    </dgm:pt>
    <dgm:pt modelId="{32084DDE-25D3-4B33-AA8B-A502722311F8}" type="parTrans" cxnId="{E20C5A2E-24F7-4C0C-B1B5-F328429B559C}">
      <dgm:prSet/>
      <dgm:spPr/>
      <dgm:t>
        <a:bodyPr/>
        <a:lstStyle/>
        <a:p>
          <a:endParaRPr lang="en-US"/>
        </a:p>
      </dgm:t>
    </dgm:pt>
    <dgm:pt modelId="{A1549E9D-0FA1-47B4-902F-835F866629BF}" type="sibTrans" cxnId="{E20C5A2E-24F7-4C0C-B1B5-F328429B559C}">
      <dgm:prSet/>
      <dgm:spPr/>
      <dgm:t>
        <a:bodyPr/>
        <a:lstStyle/>
        <a:p>
          <a:endParaRPr lang="en-US"/>
        </a:p>
      </dgm:t>
    </dgm:pt>
    <dgm:pt modelId="{D48E7233-9698-48AA-B4DE-400918E3542B}" type="pres">
      <dgm:prSet presAssocID="{1869D88D-60F2-452D-89FB-59F8397ED126}" presName="linearFlow" presStyleCnt="0">
        <dgm:presLayoutVars>
          <dgm:dir/>
          <dgm:animLvl val="lvl"/>
          <dgm:resizeHandles val="exact"/>
        </dgm:presLayoutVars>
      </dgm:prSet>
      <dgm:spPr/>
    </dgm:pt>
    <dgm:pt modelId="{6BAE8A16-C15D-416A-8DDD-5A9E762761DC}" type="pres">
      <dgm:prSet presAssocID="{D0EA0742-7766-401B-973A-5181AE0211E7}" presName="composite" presStyleCnt="0"/>
      <dgm:spPr/>
    </dgm:pt>
    <dgm:pt modelId="{8239C530-E583-4389-90E7-E197EE337683}" type="pres">
      <dgm:prSet presAssocID="{D0EA0742-7766-401B-973A-5181AE0211E7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16958AE4-C2A7-4891-B96F-944A01E8FA47}" type="pres">
      <dgm:prSet presAssocID="{D0EA0742-7766-401B-973A-5181AE0211E7}" presName="descendantText" presStyleLbl="alignAcc1" presStyleIdx="0" presStyleCnt="2">
        <dgm:presLayoutVars>
          <dgm:bulletEnabled val="1"/>
        </dgm:presLayoutVars>
      </dgm:prSet>
      <dgm:spPr/>
    </dgm:pt>
    <dgm:pt modelId="{D869A53D-576A-43B9-85C3-A017E4011651}" type="pres">
      <dgm:prSet presAssocID="{27F9D2F9-FD6F-420D-982D-B82B0F8FB97A}" presName="sp" presStyleCnt="0"/>
      <dgm:spPr/>
    </dgm:pt>
    <dgm:pt modelId="{A1EEF1EF-48AA-4620-8F5D-848D9D7A727F}" type="pres">
      <dgm:prSet presAssocID="{00C81D7A-CB23-4680-989B-B4CDAD53AFDA}" presName="composite" presStyleCnt="0"/>
      <dgm:spPr/>
    </dgm:pt>
    <dgm:pt modelId="{36021155-3A07-4B99-AAC7-CF98F67F0D47}" type="pres">
      <dgm:prSet presAssocID="{00C81D7A-CB23-4680-989B-B4CDAD53AFDA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FACFB416-94FA-46FE-AD00-6DB51DC8A8E5}" type="pres">
      <dgm:prSet presAssocID="{00C81D7A-CB23-4680-989B-B4CDAD53AFDA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E20C5A2E-24F7-4C0C-B1B5-F328429B559C}" srcId="{00C81D7A-CB23-4680-989B-B4CDAD53AFDA}" destId="{5DE7DDB3-2C18-4D13-AF0E-374DAC3FE98E}" srcOrd="1" destOrd="0" parTransId="{32084DDE-25D3-4B33-AA8B-A502722311F8}" sibTransId="{A1549E9D-0FA1-47B4-902F-835F866629BF}"/>
    <dgm:cxn modelId="{19DFB630-076E-4630-800F-39DE87DE8C97}" srcId="{D0EA0742-7766-401B-973A-5181AE0211E7}" destId="{C0172BFF-22F3-4419-948B-9A6DC85B721B}" srcOrd="0" destOrd="0" parTransId="{2C66A499-C66B-43CF-8273-89D60CB430CB}" sibTransId="{CC1C937E-0CB0-4ABB-835D-D1EA774C3AE1}"/>
    <dgm:cxn modelId="{13DE7F4B-C2CB-4612-A44C-4F66486C53F2}" type="presOf" srcId="{BEED38D1-651C-46CD-81CD-2CF18C1E3677}" destId="{FACFB416-94FA-46FE-AD00-6DB51DC8A8E5}" srcOrd="0" destOrd="0" presId="urn:microsoft.com/office/officeart/2005/8/layout/chevron2"/>
    <dgm:cxn modelId="{8D0E364C-2102-4006-95C7-BEE46DBBEF49}" srcId="{00C81D7A-CB23-4680-989B-B4CDAD53AFDA}" destId="{BEED38D1-651C-46CD-81CD-2CF18C1E3677}" srcOrd="0" destOrd="0" parTransId="{917B8350-141E-4FD7-879E-2602E633B166}" sibTransId="{E70DF060-E69A-4496-889F-88185D56EB5D}"/>
    <dgm:cxn modelId="{958B754F-2248-4D2F-AB68-3FFF172DD04C}" srcId="{D0EA0742-7766-401B-973A-5181AE0211E7}" destId="{725A873D-42B3-400E-A240-561AF2A2E1CB}" srcOrd="2" destOrd="0" parTransId="{55C12A45-FCA4-42F7-895C-C504144A1863}" sibTransId="{C075F5E4-ED14-487D-9882-154978B70F74}"/>
    <dgm:cxn modelId="{6D1F3052-927F-4BF4-A4FB-44E731174081}" srcId="{D0EA0742-7766-401B-973A-5181AE0211E7}" destId="{33D88E29-9A80-43D9-84D9-A8ABC4C06175}" srcOrd="1" destOrd="0" parTransId="{95563A73-642C-4A4F-85AF-5DEED102CF3A}" sibTransId="{CC05CECC-29D6-4131-B56E-054C0A193F4C}"/>
    <dgm:cxn modelId="{1D7BC253-962F-4EDD-BA76-71B52B837C94}" type="presOf" srcId="{725A873D-42B3-400E-A240-561AF2A2E1CB}" destId="{16958AE4-C2A7-4891-B96F-944A01E8FA47}" srcOrd="0" destOrd="2" presId="urn:microsoft.com/office/officeart/2005/8/layout/chevron2"/>
    <dgm:cxn modelId="{1B7FAD76-9B46-4727-9CEC-A89B8874607A}" type="presOf" srcId="{1869D88D-60F2-452D-89FB-59F8397ED126}" destId="{D48E7233-9698-48AA-B4DE-400918E3542B}" srcOrd="0" destOrd="0" presId="urn:microsoft.com/office/officeart/2005/8/layout/chevron2"/>
    <dgm:cxn modelId="{B1348987-4C77-4F28-8AE7-36B822F52267}" type="presOf" srcId="{C0172BFF-22F3-4419-948B-9A6DC85B721B}" destId="{16958AE4-C2A7-4891-B96F-944A01E8FA47}" srcOrd="0" destOrd="0" presId="urn:microsoft.com/office/officeart/2005/8/layout/chevron2"/>
    <dgm:cxn modelId="{C658769F-C98E-474F-8A7F-F29ED6091314}" type="presOf" srcId="{5DE7DDB3-2C18-4D13-AF0E-374DAC3FE98E}" destId="{FACFB416-94FA-46FE-AD00-6DB51DC8A8E5}" srcOrd="0" destOrd="1" presId="urn:microsoft.com/office/officeart/2005/8/layout/chevron2"/>
    <dgm:cxn modelId="{E591DFA4-F542-4984-BDF0-2B3F47738B6C}" type="presOf" srcId="{33D88E29-9A80-43D9-84D9-A8ABC4C06175}" destId="{16958AE4-C2A7-4891-B96F-944A01E8FA47}" srcOrd="0" destOrd="1" presId="urn:microsoft.com/office/officeart/2005/8/layout/chevron2"/>
    <dgm:cxn modelId="{A1D33DAE-57AB-4616-9E5A-17E8E73BC7A0}" type="presOf" srcId="{D0EA0742-7766-401B-973A-5181AE0211E7}" destId="{8239C530-E583-4389-90E7-E197EE337683}" srcOrd="0" destOrd="0" presId="urn:microsoft.com/office/officeart/2005/8/layout/chevron2"/>
    <dgm:cxn modelId="{117FF9CD-1C1F-4A72-9371-57C9C869E989}" srcId="{1869D88D-60F2-452D-89FB-59F8397ED126}" destId="{D0EA0742-7766-401B-973A-5181AE0211E7}" srcOrd="0" destOrd="0" parTransId="{8218450E-1C67-4C5C-9C51-3BDCF5B939AE}" sibTransId="{27F9D2F9-FD6F-420D-982D-B82B0F8FB97A}"/>
    <dgm:cxn modelId="{5648E5D7-47F8-46E0-B723-8D38A4A0DBFF}" srcId="{1869D88D-60F2-452D-89FB-59F8397ED126}" destId="{00C81D7A-CB23-4680-989B-B4CDAD53AFDA}" srcOrd="1" destOrd="0" parTransId="{EF864694-383C-414D-A465-24CBD01E9FC1}" sibTransId="{9B9A7CA8-A24E-4CE0-B675-CC67211A023C}"/>
    <dgm:cxn modelId="{5E3763E3-6E66-4545-9427-ECCB7698D997}" type="presOf" srcId="{00C81D7A-CB23-4680-989B-B4CDAD53AFDA}" destId="{36021155-3A07-4B99-AAC7-CF98F67F0D47}" srcOrd="0" destOrd="0" presId="urn:microsoft.com/office/officeart/2005/8/layout/chevron2"/>
    <dgm:cxn modelId="{1455002A-1787-42A0-B2D5-2B8C7530D6A7}" type="presParOf" srcId="{D48E7233-9698-48AA-B4DE-400918E3542B}" destId="{6BAE8A16-C15D-416A-8DDD-5A9E762761DC}" srcOrd="0" destOrd="0" presId="urn:microsoft.com/office/officeart/2005/8/layout/chevron2"/>
    <dgm:cxn modelId="{02F04590-A4A5-4B6F-B3E8-0667EBA43DAC}" type="presParOf" srcId="{6BAE8A16-C15D-416A-8DDD-5A9E762761DC}" destId="{8239C530-E583-4389-90E7-E197EE337683}" srcOrd="0" destOrd="0" presId="urn:microsoft.com/office/officeart/2005/8/layout/chevron2"/>
    <dgm:cxn modelId="{3C7257C0-6E2A-49C2-8E30-0860B03084F6}" type="presParOf" srcId="{6BAE8A16-C15D-416A-8DDD-5A9E762761DC}" destId="{16958AE4-C2A7-4891-B96F-944A01E8FA47}" srcOrd="1" destOrd="0" presId="urn:microsoft.com/office/officeart/2005/8/layout/chevron2"/>
    <dgm:cxn modelId="{08EBD030-3140-4AFA-ABE6-429AD057174F}" type="presParOf" srcId="{D48E7233-9698-48AA-B4DE-400918E3542B}" destId="{D869A53D-576A-43B9-85C3-A017E4011651}" srcOrd="1" destOrd="0" presId="urn:microsoft.com/office/officeart/2005/8/layout/chevron2"/>
    <dgm:cxn modelId="{4D930DF1-4F85-4A1F-8F97-51445908CADB}" type="presParOf" srcId="{D48E7233-9698-48AA-B4DE-400918E3542B}" destId="{A1EEF1EF-48AA-4620-8F5D-848D9D7A727F}" srcOrd="2" destOrd="0" presId="urn:microsoft.com/office/officeart/2005/8/layout/chevron2"/>
    <dgm:cxn modelId="{BCEE6AA3-8121-4705-A351-72B9B59D3E93}" type="presParOf" srcId="{A1EEF1EF-48AA-4620-8F5D-848D9D7A727F}" destId="{36021155-3A07-4B99-AAC7-CF98F67F0D47}" srcOrd="0" destOrd="0" presId="urn:microsoft.com/office/officeart/2005/8/layout/chevron2"/>
    <dgm:cxn modelId="{645B3D3C-EA82-4752-BA54-DCDA4FBB486C}" type="presParOf" srcId="{A1EEF1EF-48AA-4620-8F5D-848D9D7A727F}" destId="{FACFB416-94FA-46FE-AD00-6DB51DC8A8E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203AC57-C4DF-4B4D-9402-FF00636188C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F7E39E-B3D2-4A0C-8EC4-F6FF9438FF23}">
      <dgm:prSet/>
      <dgm:spPr/>
      <dgm:t>
        <a:bodyPr/>
        <a:lstStyle/>
        <a:p>
          <a:r>
            <a:rPr lang="en-US"/>
            <a:t>Descriptive stats → Data understanding</a:t>
          </a:r>
        </a:p>
      </dgm:t>
    </dgm:pt>
    <dgm:pt modelId="{D993E448-E313-4070-A42F-CB56E9B53E0B}" type="parTrans" cxnId="{527666C3-2CEF-4ED7-8437-D8AF55D07687}">
      <dgm:prSet/>
      <dgm:spPr/>
      <dgm:t>
        <a:bodyPr/>
        <a:lstStyle/>
        <a:p>
          <a:endParaRPr lang="en-US"/>
        </a:p>
      </dgm:t>
    </dgm:pt>
    <dgm:pt modelId="{5EDA7A20-7DA3-4E8D-9246-06F0D3D65B3B}" type="sibTrans" cxnId="{527666C3-2CEF-4ED7-8437-D8AF55D07687}">
      <dgm:prSet/>
      <dgm:spPr/>
      <dgm:t>
        <a:bodyPr/>
        <a:lstStyle/>
        <a:p>
          <a:endParaRPr lang="en-US"/>
        </a:p>
      </dgm:t>
    </dgm:pt>
    <dgm:pt modelId="{614B4D57-58BE-42F5-BA31-B79A86C254D9}">
      <dgm:prSet/>
      <dgm:spPr/>
      <dgm:t>
        <a:bodyPr/>
        <a:lstStyle/>
        <a:p>
          <a:r>
            <a:rPr lang="en-US"/>
            <a:t>Probability → Risk estimation</a:t>
          </a:r>
        </a:p>
      </dgm:t>
    </dgm:pt>
    <dgm:pt modelId="{57CB1D82-7FB8-4B9D-9D9E-8B6005AE0534}" type="parTrans" cxnId="{6D47031B-B800-4C8C-86A8-173BEFE4310E}">
      <dgm:prSet/>
      <dgm:spPr/>
      <dgm:t>
        <a:bodyPr/>
        <a:lstStyle/>
        <a:p>
          <a:endParaRPr lang="en-US"/>
        </a:p>
      </dgm:t>
    </dgm:pt>
    <dgm:pt modelId="{0AC8FAB0-B57F-4B4C-A4B2-9ABB1C2DFA61}" type="sibTrans" cxnId="{6D47031B-B800-4C8C-86A8-173BEFE4310E}">
      <dgm:prSet/>
      <dgm:spPr/>
      <dgm:t>
        <a:bodyPr/>
        <a:lstStyle/>
        <a:p>
          <a:endParaRPr lang="en-US"/>
        </a:p>
      </dgm:t>
    </dgm:pt>
    <dgm:pt modelId="{CB555F26-926B-4DF1-BDCB-962A6D5B04CC}">
      <dgm:prSet/>
      <dgm:spPr/>
      <dgm:t>
        <a:bodyPr/>
        <a:lstStyle/>
        <a:p>
          <a:r>
            <a:rPr lang="en-US"/>
            <a:t>Distributions → Model assumptions</a:t>
          </a:r>
        </a:p>
      </dgm:t>
    </dgm:pt>
    <dgm:pt modelId="{A6BE9966-C07B-4437-A8EC-E6704CE408BB}" type="parTrans" cxnId="{B4E3BBD8-8ACB-498E-A486-4308AC7A6C15}">
      <dgm:prSet/>
      <dgm:spPr/>
      <dgm:t>
        <a:bodyPr/>
        <a:lstStyle/>
        <a:p>
          <a:endParaRPr lang="en-US"/>
        </a:p>
      </dgm:t>
    </dgm:pt>
    <dgm:pt modelId="{C8682968-A81D-4FA1-A7FF-4513DA09EFC5}" type="sibTrans" cxnId="{B4E3BBD8-8ACB-498E-A486-4308AC7A6C15}">
      <dgm:prSet/>
      <dgm:spPr/>
      <dgm:t>
        <a:bodyPr/>
        <a:lstStyle/>
        <a:p>
          <a:endParaRPr lang="en-US"/>
        </a:p>
      </dgm:t>
    </dgm:pt>
    <dgm:pt modelId="{C5080903-B48A-49D2-8126-288C175C2A79}">
      <dgm:prSet/>
      <dgm:spPr/>
      <dgm:t>
        <a:bodyPr/>
        <a:lstStyle/>
        <a:p>
          <a:r>
            <a:rPr lang="en-US"/>
            <a:t>Sampling → Bias control</a:t>
          </a:r>
        </a:p>
      </dgm:t>
    </dgm:pt>
    <dgm:pt modelId="{D4DB9D60-4081-46E2-961D-2677D563C02E}" type="parTrans" cxnId="{3E047E22-82EC-409D-A190-C87332422F97}">
      <dgm:prSet/>
      <dgm:spPr/>
      <dgm:t>
        <a:bodyPr/>
        <a:lstStyle/>
        <a:p>
          <a:endParaRPr lang="en-US"/>
        </a:p>
      </dgm:t>
    </dgm:pt>
    <dgm:pt modelId="{71109CBD-8430-48A4-BBAB-85D2CFBABF38}" type="sibTrans" cxnId="{3E047E22-82EC-409D-A190-C87332422F97}">
      <dgm:prSet/>
      <dgm:spPr/>
      <dgm:t>
        <a:bodyPr/>
        <a:lstStyle/>
        <a:p>
          <a:endParaRPr lang="en-US"/>
        </a:p>
      </dgm:t>
    </dgm:pt>
    <dgm:pt modelId="{07379521-8F9E-40B7-9A81-ACA1DCB454D3}">
      <dgm:prSet/>
      <dgm:spPr/>
      <dgm:t>
        <a:bodyPr/>
        <a:lstStyle/>
        <a:p>
          <a:r>
            <a:rPr lang="en-US"/>
            <a:t>Synthetic data → Privacy &amp; scale</a:t>
          </a:r>
        </a:p>
      </dgm:t>
    </dgm:pt>
    <dgm:pt modelId="{92778B73-A920-4995-B940-170788B32A7D}" type="parTrans" cxnId="{7AB783A4-DAB8-4C7E-9574-76013556A709}">
      <dgm:prSet/>
      <dgm:spPr/>
      <dgm:t>
        <a:bodyPr/>
        <a:lstStyle/>
        <a:p>
          <a:endParaRPr lang="en-US"/>
        </a:p>
      </dgm:t>
    </dgm:pt>
    <dgm:pt modelId="{63C764E0-67C5-4199-A70C-F77B550F8DFE}" type="sibTrans" cxnId="{7AB783A4-DAB8-4C7E-9574-76013556A709}">
      <dgm:prSet/>
      <dgm:spPr/>
      <dgm:t>
        <a:bodyPr/>
        <a:lstStyle/>
        <a:p>
          <a:endParaRPr lang="en-US"/>
        </a:p>
      </dgm:t>
    </dgm:pt>
    <dgm:pt modelId="{1D3472A1-5610-42CD-8F7D-84F78385AC22}" type="pres">
      <dgm:prSet presAssocID="{5203AC57-C4DF-4B4D-9402-FF00636188C6}" presName="diagram" presStyleCnt="0">
        <dgm:presLayoutVars>
          <dgm:dir/>
          <dgm:resizeHandles val="exact"/>
        </dgm:presLayoutVars>
      </dgm:prSet>
      <dgm:spPr/>
    </dgm:pt>
    <dgm:pt modelId="{2FDEAC71-4B7E-4837-B4F9-B1DCAB1ADCEF}" type="pres">
      <dgm:prSet presAssocID="{47F7E39E-B3D2-4A0C-8EC4-F6FF9438FF23}" presName="node" presStyleLbl="node1" presStyleIdx="0" presStyleCnt="5">
        <dgm:presLayoutVars>
          <dgm:bulletEnabled val="1"/>
        </dgm:presLayoutVars>
      </dgm:prSet>
      <dgm:spPr/>
    </dgm:pt>
    <dgm:pt modelId="{2DB9B5F0-EAA0-4F36-B7BE-01116978EEC5}" type="pres">
      <dgm:prSet presAssocID="{5EDA7A20-7DA3-4E8D-9246-06F0D3D65B3B}" presName="sibTrans" presStyleCnt="0"/>
      <dgm:spPr/>
    </dgm:pt>
    <dgm:pt modelId="{DE834C6B-6176-48EE-8B9D-5463671ECC0D}" type="pres">
      <dgm:prSet presAssocID="{614B4D57-58BE-42F5-BA31-B79A86C254D9}" presName="node" presStyleLbl="node1" presStyleIdx="1" presStyleCnt="5">
        <dgm:presLayoutVars>
          <dgm:bulletEnabled val="1"/>
        </dgm:presLayoutVars>
      </dgm:prSet>
      <dgm:spPr/>
    </dgm:pt>
    <dgm:pt modelId="{A45BFC24-455E-487F-AD3B-41A6214BC32E}" type="pres">
      <dgm:prSet presAssocID="{0AC8FAB0-B57F-4B4C-A4B2-9ABB1C2DFA61}" presName="sibTrans" presStyleCnt="0"/>
      <dgm:spPr/>
    </dgm:pt>
    <dgm:pt modelId="{2401CCE0-DA69-4C93-BE85-6030032F7A55}" type="pres">
      <dgm:prSet presAssocID="{CB555F26-926B-4DF1-BDCB-962A6D5B04CC}" presName="node" presStyleLbl="node1" presStyleIdx="2" presStyleCnt="5">
        <dgm:presLayoutVars>
          <dgm:bulletEnabled val="1"/>
        </dgm:presLayoutVars>
      </dgm:prSet>
      <dgm:spPr/>
    </dgm:pt>
    <dgm:pt modelId="{EA10CA8B-8E2F-484A-A895-F55742BC2B5C}" type="pres">
      <dgm:prSet presAssocID="{C8682968-A81D-4FA1-A7FF-4513DA09EFC5}" presName="sibTrans" presStyleCnt="0"/>
      <dgm:spPr/>
    </dgm:pt>
    <dgm:pt modelId="{B969E07C-195F-4400-9F81-70669A784B8B}" type="pres">
      <dgm:prSet presAssocID="{C5080903-B48A-49D2-8126-288C175C2A79}" presName="node" presStyleLbl="node1" presStyleIdx="3" presStyleCnt="5">
        <dgm:presLayoutVars>
          <dgm:bulletEnabled val="1"/>
        </dgm:presLayoutVars>
      </dgm:prSet>
      <dgm:spPr/>
    </dgm:pt>
    <dgm:pt modelId="{672E5152-AC55-45BB-A622-0BE1784F3A53}" type="pres">
      <dgm:prSet presAssocID="{71109CBD-8430-48A4-BBAB-85D2CFBABF38}" presName="sibTrans" presStyleCnt="0"/>
      <dgm:spPr/>
    </dgm:pt>
    <dgm:pt modelId="{FBF5454E-5BE5-46A7-8C6D-03DF694A40FC}" type="pres">
      <dgm:prSet presAssocID="{07379521-8F9E-40B7-9A81-ACA1DCB454D3}" presName="node" presStyleLbl="node1" presStyleIdx="4" presStyleCnt="5">
        <dgm:presLayoutVars>
          <dgm:bulletEnabled val="1"/>
        </dgm:presLayoutVars>
      </dgm:prSet>
      <dgm:spPr/>
    </dgm:pt>
  </dgm:ptLst>
  <dgm:cxnLst>
    <dgm:cxn modelId="{2D23DE0F-09AD-48A2-B808-318EE598EBD6}" type="presOf" srcId="{CB555F26-926B-4DF1-BDCB-962A6D5B04CC}" destId="{2401CCE0-DA69-4C93-BE85-6030032F7A55}" srcOrd="0" destOrd="0" presId="urn:microsoft.com/office/officeart/2005/8/layout/default"/>
    <dgm:cxn modelId="{6D47031B-B800-4C8C-86A8-173BEFE4310E}" srcId="{5203AC57-C4DF-4B4D-9402-FF00636188C6}" destId="{614B4D57-58BE-42F5-BA31-B79A86C254D9}" srcOrd="1" destOrd="0" parTransId="{57CB1D82-7FB8-4B9D-9D9E-8B6005AE0534}" sibTransId="{0AC8FAB0-B57F-4B4C-A4B2-9ABB1C2DFA61}"/>
    <dgm:cxn modelId="{D2FA8B20-C150-42E2-B877-4E68A2C99CAC}" type="presOf" srcId="{614B4D57-58BE-42F5-BA31-B79A86C254D9}" destId="{DE834C6B-6176-48EE-8B9D-5463671ECC0D}" srcOrd="0" destOrd="0" presId="urn:microsoft.com/office/officeart/2005/8/layout/default"/>
    <dgm:cxn modelId="{3E047E22-82EC-409D-A190-C87332422F97}" srcId="{5203AC57-C4DF-4B4D-9402-FF00636188C6}" destId="{C5080903-B48A-49D2-8126-288C175C2A79}" srcOrd="3" destOrd="0" parTransId="{D4DB9D60-4081-46E2-961D-2677D563C02E}" sibTransId="{71109CBD-8430-48A4-BBAB-85D2CFBABF38}"/>
    <dgm:cxn modelId="{0CEF6C4B-B648-4818-93C9-641A8A4E7FA1}" type="presOf" srcId="{5203AC57-C4DF-4B4D-9402-FF00636188C6}" destId="{1D3472A1-5610-42CD-8F7D-84F78385AC22}" srcOrd="0" destOrd="0" presId="urn:microsoft.com/office/officeart/2005/8/layout/default"/>
    <dgm:cxn modelId="{F3571084-9108-4F50-940C-B3A523510399}" type="presOf" srcId="{07379521-8F9E-40B7-9A81-ACA1DCB454D3}" destId="{FBF5454E-5BE5-46A7-8C6D-03DF694A40FC}" srcOrd="0" destOrd="0" presId="urn:microsoft.com/office/officeart/2005/8/layout/default"/>
    <dgm:cxn modelId="{9BF2CF89-1F3F-47D5-9DEE-D63DA2479194}" type="presOf" srcId="{C5080903-B48A-49D2-8126-288C175C2A79}" destId="{B969E07C-195F-4400-9F81-70669A784B8B}" srcOrd="0" destOrd="0" presId="urn:microsoft.com/office/officeart/2005/8/layout/default"/>
    <dgm:cxn modelId="{7AB783A4-DAB8-4C7E-9574-76013556A709}" srcId="{5203AC57-C4DF-4B4D-9402-FF00636188C6}" destId="{07379521-8F9E-40B7-9A81-ACA1DCB454D3}" srcOrd="4" destOrd="0" parTransId="{92778B73-A920-4995-B940-170788B32A7D}" sibTransId="{63C764E0-67C5-4199-A70C-F77B550F8DFE}"/>
    <dgm:cxn modelId="{527666C3-2CEF-4ED7-8437-D8AF55D07687}" srcId="{5203AC57-C4DF-4B4D-9402-FF00636188C6}" destId="{47F7E39E-B3D2-4A0C-8EC4-F6FF9438FF23}" srcOrd="0" destOrd="0" parTransId="{D993E448-E313-4070-A42F-CB56E9B53E0B}" sibTransId="{5EDA7A20-7DA3-4E8D-9246-06F0D3D65B3B}"/>
    <dgm:cxn modelId="{0DAAB7D1-F4B5-4119-99B1-9AAC8EF228E9}" type="presOf" srcId="{47F7E39E-B3D2-4A0C-8EC4-F6FF9438FF23}" destId="{2FDEAC71-4B7E-4837-B4F9-B1DCAB1ADCEF}" srcOrd="0" destOrd="0" presId="urn:microsoft.com/office/officeart/2005/8/layout/default"/>
    <dgm:cxn modelId="{B4E3BBD8-8ACB-498E-A486-4308AC7A6C15}" srcId="{5203AC57-C4DF-4B4D-9402-FF00636188C6}" destId="{CB555F26-926B-4DF1-BDCB-962A6D5B04CC}" srcOrd="2" destOrd="0" parTransId="{A6BE9966-C07B-4437-A8EC-E6704CE408BB}" sibTransId="{C8682968-A81D-4FA1-A7FF-4513DA09EFC5}"/>
    <dgm:cxn modelId="{930E48D1-708C-46BA-995C-B40D0BDE6236}" type="presParOf" srcId="{1D3472A1-5610-42CD-8F7D-84F78385AC22}" destId="{2FDEAC71-4B7E-4837-B4F9-B1DCAB1ADCEF}" srcOrd="0" destOrd="0" presId="urn:microsoft.com/office/officeart/2005/8/layout/default"/>
    <dgm:cxn modelId="{A538CBFB-2CF4-40EC-8A34-0B292CF8D588}" type="presParOf" srcId="{1D3472A1-5610-42CD-8F7D-84F78385AC22}" destId="{2DB9B5F0-EAA0-4F36-B7BE-01116978EEC5}" srcOrd="1" destOrd="0" presId="urn:microsoft.com/office/officeart/2005/8/layout/default"/>
    <dgm:cxn modelId="{57A4ABA3-21F2-45B7-AF53-4117B4F99CDF}" type="presParOf" srcId="{1D3472A1-5610-42CD-8F7D-84F78385AC22}" destId="{DE834C6B-6176-48EE-8B9D-5463671ECC0D}" srcOrd="2" destOrd="0" presId="urn:microsoft.com/office/officeart/2005/8/layout/default"/>
    <dgm:cxn modelId="{289ABB0B-31F1-47D8-91DF-FBCA3AB96531}" type="presParOf" srcId="{1D3472A1-5610-42CD-8F7D-84F78385AC22}" destId="{A45BFC24-455E-487F-AD3B-41A6214BC32E}" srcOrd="3" destOrd="0" presId="urn:microsoft.com/office/officeart/2005/8/layout/default"/>
    <dgm:cxn modelId="{0C5ECEAD-57DA-4D1D-BE9F-A6E6C3ED978D}" type="presParOf" srcId="{1D3472A1-5610-42CD-8F7D-84F78385AC22}" destId="{2401CCE0-DA69-4C93-BE85-6030032F7A55}" srcOrd="4" destOrd="0" presId="urn:microsoft.com/office/officeart/2005/8/layout/default"/>
    <dgm:cxn modelId="{A3124661-EF88-4D75-80BF-D8D064C4733A}" type="presParOf" srcId="{1D3472A1-5610-42CD-8F7D-84F78385AC22}" destId="{EA10CA8B-8E2F-484A-A895-F55742BC2B5C}" srcOrd="5" destOrd="0" presId="urn:microsoft.com/office/officeart/2005/8/layout/default"/>
    <dgm:cxn modelId="{95FEE71E-90CF-4967-B6B7-65BA2EDD81AB}" type="presParOf" srcId="{1D3472A1-5610-42CD-8F7D-84F78385AC22}" destId="{B969E07C-195F-4400-9F81-70669A784B8B}" srcOrd="6" destOrd="0" presId="urn:microsoft.com/office/officeart/2005/8/layout/default"/>
    <dgm:cxn modelId="{DEC9607F-C6B6-4F8B-A7B0-F9A49D4098AF}" type="presParOf" srcId="{1D3472A1-5610-42CD-8F7D-84F78385AC22}" destId="{672E5152-AC55-45BB-A622-0BE1784F3A53}" srcOrd="7" destOrd="0" presId="urn:microsoft.com/office/officeart/2005/8/layout/default"/>
    <dgm:cxn modelId="{6AEBE762-A15A-4A99-A158-5E2CE80F7061}" type="presParOf" srcId="{1D3472A1-5610-42CD-8F7D-84F78385AC22}" destId="{FBF5454E-5BE5-46A7-8C6D-03DF694A40F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C6D755A-E1E6-4F6D-8927-2744F3F85B8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4C62FF-EB55-4AF7-BB62-D2C398EFD399}">
      <dgm:prSet/>
      <dgm:spPr/>
      <dgm:t>
        <a:bodyPr/>
        <a:lstStyle/>
        <a:p>
          <a:r>
            <a:rPr lang="en-US"/>
            <a:t>Statistics tells the story behind data</a:t>
          </a:r>
        </a:p>
      </dgm:t>
    </dgm:pt>
    <dgm:pt modelId="{39BC1165-CA9C-47AF-81D3-BE56982492B1}" type="parTrans" cxnId="{67D68F57-1ACD-475E-AC16-97164344A83D}">
      <dgm:prSet/>
      <dgm:spPr/>
      <dgm:t>
        <a:bodyPr/>
        <a:lstStyle/>
        <a:p>
          <a:endParaRPr lang="en-US"/>
        </a:p>
      </dgm:t>
    </dgm:pt>
    <dgm:pt modelId="{A3E2D1B0-F125-492E-B894-DCE8865E9B84}" type="sibTrans" cxnId="{67D68F57-1ACD-475E-AC16-97164344A83D}">
      <dgm:prSet/>
      <dgm:spPr/>
      <dgm:t>
        <a:bodyPr/>
        <a:lstStyle/>
        <a:p>
          <a:endParaRPr lang="en-US"/>
        </a:p>
      </dgm:t>
    </dgm:pt>
    <dgm:pt modelId="{CCDA92A2-EC63-459B-B097-A52ABB66B5D1}">
      <dgm:prSet/>
      <dgm:spPr/>
      <dgm:t>
        <a:bodyPr/>
        <a:lstStyle/>
        <a:p>
          <a:r>
            <a:rPr lang="en-US"/>
            <a:t>Averages alone are dangerous</a:t>
          </a:r>
        </a:p>
      </dgm:t>
    </dgm:pt>
    <dgm:pt modelId="{F623E214-5E85-41C8-8112-16987AFC0A10}" type="parTrans" cxnId="{9F951B09-10CF-4532-8708-CD539BA7C201}">
      <dgm:prSet/>
      <dgm:spPr/>
      <dgm:t>
        <a:bodyPr/>
        <a:lstStyle/>
        <a:p>
          <a:endParaRPr lang="en-US"/>
        </a:p>
      </dgm:t>
    </dgm:pt>
    <dgm:pt modelId="{22B3441D-6801-415A-AF23-80D589DD98FC}" type="sibTrans" cxnId="{9F951B09-10CF-4532-8708-CD539BA7C201}">
      <dgm:prSet/>
      <dgm:spPr/>
      <dgm:t>
        <a:bodyPr/>
        <a:lstStyle/>
        <a:p>
          <a:endParaRPr lang="en-US"/>
        </a:p>
      </dgm:t>
    </dgm:pt>
    <dgm:pt modelId="{A28CE0A9-5C32-4C31-849C-AEF406F4B100}">
      <dgm:prSet/>
      <dgm:spPr/>
      <dgm:t>
        <a:bodyPr/>
        <a:lstStyle/>
        <a:p>
          <a:r>
            <a:rPr lang="en-US"/>
            <a:t>Spread = risk</a:t>
          </a:r>
        </a:p>
      </dgm:t>
    </dgm:pt>
    <dgm:pt modelId="{24EF933C-1554-4CDF-A07A-6E125C026DB1}" type="parTrans" cxnId="{08B6E305-81E8-44F4-8F52-D617BF7E0564}">
      <dgm:prSet/>
      <dgm:spPr/>
      <dgm:t>
        <a:bodyPr/>
        <a:lstStyle/>
        <a:p>
          <a:endParaRPr lang="en-US"/>
        </a:p>
      </dgm:t>
    </dgm:pt>
    <dgm:pt modelId="{ACAC32BF-5019-4E86-A030-8256F552F906}" type="sibTrans" cxnId="{08B6E305-81E8-44F4-8F52-D617BF7E0564}">
      <dgm:prSet/>
      <dgm:spPr/>
      <dgm:t>
        <a:bodyPr/>
        <a:lstStyle/>
        <a:p>
          <a:endParaRPr lang="en-US"/>
        </a:p>
      </dgm:t>
    </dgm:pt>
    <dgm:pt modelId="{A7184CC1-6CC4-44DC-9B40-F649D4F4C83E}">
      <dgm:prSet/>
      <dgm:spPr/>
      <dgm:t>
        <a:bodyPr/>
        <a:lstStyle/>
        <a:p>
          <a:r>
            <a:rPr lang="en-US"/>
            <a:t>Probability enables smarter decisions</a:t>
          </a:r>
        </a:p>
      </dgm:t>
    </dgm:pt>
    <dgm:pt modelId="{B77378EE-8F63-4A88-97B7-FA2616335DDF}" type="parTrans" cxnId="{678A01D8-3884-446F-9C67-90D9677BCF23}">
      <dgm:prSet/>
      <dgm:spPr/>
      <dgm:t>
        <a:bodyPr/>
        <a:lstStyle/>
        <a:p>
          <a:endParaRPr lang="en-US"/>
        </a:p>
      </dgm:t>
    </dgm:pt>
    <dgm:pt modelId="{9A48EFEA-0964-4929-A6CA-C491A9A817A9}" type="sibTrans" cxnId="{678A01D8-3884-446F-9C67-90D9677BCF23}">
      <dgm:prSet/>
      <dgm:spPr/>
      <dgm:t>
        <a:bodyPr/>
        <a:lstStyle/>
        <a:p>
          <a:endParaRPr lang="en-US"/>
        </a:p>
      </dgm:t>
    </dgm:pt>
    <dgm:pt modelId="{D168FD9F-5B9D-4DB4-B278-A28DBE144E3E}">
      <dgm:prSet/>
      <dgm:spPr/>
      <dgm:t>
        <a:bodyPr/>
        <a:lstStyle/>
        <a:p>
          <a:r>
            <a:rPr lang="en-US"/>
            <a:t>Industry success = correct interpretation</a:t>
          </a:r>
        </a:p>
      </dgm:t>
    </dgm:pt>
    <dgm:pt modelId="{EDA3644F-47F9-4BBE-8CE8-A80E8AA41297}" type="parTrans" cxnId="{6634B4FE-F4F1-441E-97D3-A12894C132CB}">
      <dgm:prSet/>
      <dgm:spPr/>
      <dgm:t>
        <a:bodyPr/>
        <a:lstStyle/>
        <a:p>
          <a:endParaRPr lang="en-US"/>
        </a:p>
      </dgm:t>
    </dgm:pt>
    <dgm:pt modelId="{8D7E5F9F-94B1-4AD3-A9F9-AD7B8501DE03}" type="sibTrans" cxnId="{6634B4FE-F4F1-441E-97D3-A12894C132CB}">
      <dgm:prSet/>
      <dgm:spPr/>
      <dgm:t>
        <a:bodyPr/>
        <a:lstStyle/>
        <a:p>
          <a:endParaRPr lang="en-US"/>
        </a:p>
      </dgm:t>
    </dgm:pt>
    <dgm:pt modelId="{C328508B-90FC-4B61-9632-887125C552C4}" type="pres">
      <dgm:prSet presAssocID="{AC6D755A-E1E6-4F6D-8927-2744F3F85B8A}" presName="vert0" presStyleCnt="0">
        <dgm:presLayoutVars>
          <dgm:dir/>
          <dgm:animOne val="branch"/>
          <dgm:animLvl val="lvl"/>
        </dgm:presLayoutVars>
      </dgm:prSet>
      <dgm:spPr/>
    </dgm:pt>
    <dgm:pt modelId="{EF08F79A-57C7-4470-BA82-8AE28F7E5180}" type="pres">
      <dgm:prSet presAssocID="{484C62FF-EB55-4AF7-BB62-D2C398EFD399}" presName="thickLine" presStyleLbl="alignNode1" presStyleIdx="0" presStyleCnt="5"/>
      <dgm:spPr/>
    </dgm:pt>
    <dgm:pt modelId="{87D3C32A-1DFB-485F-887D-61DC6014722D}" type="pres">
      <dgm:prSet presAssocID="{484C62FF-EB55-4AF7-BB62-D2C398EFD399}" presName="horz1" presStyleCnt="0"/>
      <dgm:spPr/>
    </dgm:pt>
    <dgm:pt modelId="{91832FF4-6875-47F3-A2C7-700C91F0A03E}" type="pres">
      <dgm:prSet presAssocID="{484C62FF-EB55-4AF7-BB62-D2C398EFD399}" presName="tx1" presStyleLbl="revTx" presStyleIdx="0" presStyleCnt="5"/>
      <dgm:spPr/>
    </dgm:pt>
    <dgm:pt modelId="{55086D0F-54E3-408D-8D3C-972B1BD8295A}" type="pres">
      <dgm:prSet presAssocID="{484C62FF-EB55-4AF7-BB62-D2C398EFD399}" presName="vert1" presStyleCnt="0"/>
      <dgm:spPr/>
    </dgm:pt>
    <dgm:pt modelId="{FEC8D6C0-625F-4BA7-BAAD-0209A2606681}" type="pres">
      <dgm:prSet presAssocID="{CCDA92A2-EC63-459B-B097-A52ABB66B5D1}" presName="thickLine" presStyleLbl="alignNode1" presStyleIdx="1" presStyleCnt="5"/>
      <dgm:spPr/>
    </dgm:pt>
    <dgm:pt modelId="{E6F2842C-4228-41CA-81CB-3EAFDC968B7E}" type="pres">
      <dgm:prSet presAssocID="{CCDA92A2-EC63-459B-B097-A52ABB66B5D1}" presName="horz1" presStyleCnt="0"/>
      <dgm:spPr/>
    </dgm:pt>
    <dgm:pt modelId="{2B805EA2-6607-4A12-8DC8-3F60EB960B26}" type="pres">
      <dgm:prSet presAssocID="{CCDA92A2-EC63-459B-B097-A52ABB66B5D1}" presName="tx1" presStyleLbl="revTx" presStyleIdx="1" presStyleCnt="5"/>
      <dgm:spPr/>
    </dgm:pt>
    <dgm:pt modelId="{BF53FF6C-0327-464A-8B12-44754FDA9ADB}" type="pres">
      <dgm:prSet presAssocID="{CCDA92A2-EC63-459B-B097-A52ABB66B5D1}" presName="vert1" presStyleCnt="0"/>
      <dgm:spPr/>
    </dgm:pt>
    <dgm:pt modelId="{84042D22-431B-4960-B956-21E73A867263}" type="pres">
      <dgm:prSet presAssocID="{A28CE0A9-5C32-4C31-849C-AEF406F4B100}" presName="thickLine" presStyleLbl="alignNode1" presStyleIdx="2" presStyleCnt="5"/>
      <dgm:spPr/>
    </dgm:pt>
    <dgm:pt modelId="{8775008A-1465-4094-9547-3C810B6A5A13}" type="pres">
      <dgm:prSet presAssocID="{A28CE0A9-5C32-4C31-849C-AEF406F4B100}" presName="horz1" presStyleCnt="0"/>
      <dgm:spPr/>
    </dgm:pt>
    <dgm:pt modelId="{B267BEF3-9C88-4C90-BB84-764E7053B9C8}" type="pres">
      <dgm:prSet presAssocID="{A28CE0A9-5C32-4C31-849C-AEF406F4B100}" presName="tx1" presStyleLbl="revTx" presStyleIdx="2" presStyleCnt="5"/>
      <dgm:spPr/>
    </dgm:pt>
    <dgm:pt modelId="{8D2E01AA-ADB4-499D-B3E7-A710C21F86A8}" type="pres">
      <dgm:prSet presAssocID="{A28CE0A9-5C32-4C31-849C-AEF406F4B100}" presName="vert1" presStyleCnt="0"/>
      <dgm:spPr/>
    </dgm:pt>
    <dgm:pt modelId="{44F2EF76-965D-4A3B-BD29-12D20BC85FD0}" type="pres">
      <dgm:prSet presAssocID="{A7184CC1-6CC4-44DC-9B40-F649D4F4C83E}" presName="thickLine" presStyleLbl="alignNode1" presStyleIdx="3" presStyleCnt="5"/>
      <dgm:spPr/>
    </dgm:pt>
    <dgm:pt modelId="{F5EB67D3-D16B-44B5-8C65-EBED74C4F3BA}" type="pres">
      <dgm:prSet presAssocID="{A7184CC1-6CC4-44DC-9B40-F649D4F4C83E}" presName="horz1" presStyleCnt="0"/>
      <dgm:spPr/>
    </dgm:pt>
    <dgm:pt modelId="{F929C896-B5CB-4889-9FE4-462748646EFD}" type="pres">
      <dgm:prSet presAssocID="{A7184CC1-6CC4-44DC-9B40-F649D4F4C83E}" presName="tx1" presStyleLbl="revTx" presStyleIdx="3" presStyleCnt="5"/>
      <dgm:spPr/>
    </dgm:pt>
    <dgm:pt modelId="{93FD7969-945A-480C-9E0E-FD36C08CCFFD}" type="pres">
      <dgm:prSet presAssocID="{A7184CC1-6CC4-44DC-9B40-F649D4F4C83E}" presName="vert1" presStyleCnt="0"/>
      <dgm:spPr/>
    </dgm:pt>
    <dgm:pt modelId="{CCBAE336-01FF-452A-A58E-447D396898BA}" type="pres">
      <dgm:prSet presAssocID="{D168FD9F-5B9D-4DB4-B278-A28DBE144E3E}" presName="thickLine" presStyleLbl="alignNode1" presStyleIdx="4" presStyleCnt="5"/>
      <dgm:spPr/>
    </dgm:pt>
    <dgm:pt modelId="{A13C4E51-D30B-4971-B551-69D5B41D59F0}" type="pres">
      <dgm:prSet presAssocID="{D168FD9F-5B9D-4DB4-B278-A28DBE144E3E}" presName="horz1" presStyleCnt="0"/>
      <dgm:spPr/>
    </dgm:pt>
    <dgm:pt modelId="{05F04379-74DF-403E-8B48-40AF6934B98F}" type="pres">
      <dgm:prSet presAssocID="{D168FD9F-5B9D-4DB4-B278-A28DBE144E3E}" presName="tx1" presStyleLbl="revTx" presStyleIdx="4" presStyleCnt="5"/>
      <dgm:spPr/>
    </dgm:pt>
    <dgm:pt modelId="{5618B23E-3856-44A8-A19B-1C99C237F069}" type="pres">
      <dgm:prSet presAssocID="{D168FD9F-5B9D-4DB4-B278-A28DBE144E3E}" presName="vert1" presStyleCnt="0"/>
      <dgm:spPr/>
    </dgm:pt>
  </dgm:ptLst>
  <dgm:cxnLst>
    <dgm:cxn modelId="{08B6E305-81E8-44F4-8F52-D617BF7E0564}" srcId="{AC6D755A-E1E6-4F6D-8927-2744F3F85B8A}" destId="{A28CE0A9-5C32-4C31-849C-AEF406F4B100}" srcOrd="2" destOrd="0" parTransId="{24EF933C-1554-4CDF-A07A-6E125C026DB1}" sibTransId="{ACAC32BF-5019-4E86-A030-8256F552F906}"/>
    <dgm:cxn modelId="{9F951B09-10CF-4532-8708-CD539BA7C201}" srcId="{AC6D755A-E1E6-4F6D-8927-2744F3F85B8A}" destId="{CCDA92A2-EC63-459B-B097-A52ABB66B5D1}" srcOrd="1" destOrd="0" parTransId="{F623E214-5E85-41C8-8112-16987AFC0A10}" sibTransId="{22B3441D-6801-415A-AF23-80D589DD98FC}"/>
    <dgm:cxn modelId="{E3539036-670A-40F2-B60E-FCAAB3BE46DF}" type="presOf" srcId="{D168FD9F-5B9D-4DB4-B278-A28DBE144E3E}" destId="{05F04379-74DF-403E-8B48-40AF6934B98F}" srcOrd="0" destOrd="0" presId="urn:microsoft.com/office/officeart/2008/layout/LinedList"/>
    <dgm:cxn modelId="{84E1313A-8E0F-4607-BEFE-41A3F919D84F}" type="presOf" srcId="{A7184CC1-6CC4-44DC-9B40-F649D4F4C83E}" destId="{F929C896-B5CB-4889-9FE4-462748646EFD}" srcOrd="0" destOrd="0" presId="urn:microsoft.com/office/officeart/2008/layout/LinedList"/>
    <dgm:cxn modelId="{366B793D-44B1-4D64-8430-D2FF16A857D1}" type="presOf" srcId="{A28CE0A9-5C32-4C31-849C-AEF406F4B100}" destId="{B267BEF3-9C88-4C90-BB84-764E7053B9C8}" srcOrd="0" destOrd="0" presId="urn:microsoft.com/office/officeart/2008/layout/LinedList"/>
    <dgm:cxn modelId="{D6D5FA55-9DBD-4FBB-9FB1-D3835FECDFDD}" type="presOf" srcId="{AC6D755A-E1E6-4F6D-8927-2744F3F85B8A}" destId="{C328508B-90FC-4B61-9632-887125C552C4}" srcOrd="0" destOrd="0" presId="urn:microsoft.com/office/officeart/2008/layout/LinedList"/>
    <dgm:cxn modelId="{67D68F57-1ACD-475E-AC16-97164344A83D}" srcId="{AC6D755A-E1E6-4F6D-8927-2744F3F85B8A}" destId="{484C62FF-EB55-4AF7-BB62-D2C398EFD399}" srcOrd="0" destOrd="0" parTransId="{39BC1165-CA9C-47AF-81D3-BE56982492B1}" sibTransId="{A3E2D1B0-F125-492E-B894-DCE8865E9B84}"/>
    <dgm:cxn modelId="{A3299A7C-66D4-4892-9A33-3DCDEDB2F839}" type="presOf" srcId="{CCDA92A2-EC63-459B-B097-A52ABB66B5D1}" destId="{2B805EA2-6607-4A12-8DC8-3F60EB960B26}" srcOrd="0" destOrd="0" presId="urn:microsoft.com/office/officeart/2008/layout/LinedList"/>
    <dgm:cxn modelId="{FF939D82-6A44-46E9-9C3C-013B2BEA5262}" type="presOf" srcId="{484C62FF-EB55-4AF7-BB62-D2C398EFD399}" destId="{91832FF4-6875-47F3-A2C7-700C91F0A03E}" srcOrd="0" destOrd="0" presId="urn:microsoft.com/office/officeart/2008/layout/LinedList"/>
    <dgm:cxn modelId="{678A01D8-3884-446F-9C67-90D9677BCF23}" srcId="{AC6D755A-E1E6-4F6D-8927-2744F3F85B8A}" destId="{A7184CC1-6CC4-44DC-9B40-F649D4F4C83E}" srcOrd="3" destOrd="0" parTransId="{B77378EE-8F63-4A88-97B7-FA2616335DDF}" sibTransId="{9A48EFEA-0964-4929-A6CA-C491A9A817A9}"/>
    <dgm:cxn modelId="{6634B4FE-F4F1-441E-97D3-A12894C132CB}" srcId="{AC6D755A-E1E6-4F6D-8927-2744F3F85B8A}" destId="{D168FD9F-5B9D-4DB4-B278-A28DBE144E3E}" srcOrd="4" destOrd="0" parTransId="{EDA3644F-47F9-4BBE-8CE8-A80E8AA41297}" sibTransId="{8D7E5F9F-94B1-4AD3-A9F9-AD7B8501DE03}"/>
    <dgm:cxn modelId="{182AB78A-957C-4FD6-B4A0-EC5791D044BE}" type="presParOf" srcId="{C328508B-90FC-4B61-9632-887125C552C4}" destId="{EF08F79A-57C7-4470-BA82-8AE28F7E5180}" srcOrd="0" destOrd="0" presId="urn:microsoft.com/office/officeart/2008/layout/LinedList"/>
    <dgm:cxn modelId="{4837E524-EDC9-4E96-B58D-944C3A9F772F}" type="presParOf" srcId="{C328508B-90FC-4B61-9632-887125C552C4}" destId="{87D3C32A-1DFB-485F-887D-61DC6014722D}" srcOrd="1" destOrd="0" presId="urn:microsoft.com/office/officeart/2008/layout/LinedList"/>
    <dgm:cxn modelId="{8265839C-0DDE-4695-9115-C2919F9BC90C}" type="presParOf" srcId="{87D3C32A-1DFB-485F-887D-61DC6014722D}" destId="{91832FF4-6875-47F3-A2C7-700C91F0A03E}" srcOrd="0" destOrd="0" presId="urn:microsoft.com/office/officeart/2008/layout/LinedList"/>
    <dgm:cxn modelId="{5A54BBE1-4FC5-4B77-A89F-52217E70FCA5}" type="presParOf" srcId="{87D3C32A-1DFB-485F-887D-61DC6014722D}" destId="{55086D0F-54E3-408D-8D3C-972B1BD8295A}" srcOrd="1" destOrd="0" presId="urn:microsoft.com/office/officeart/2008/layout/LinedList"/>
    <dgm:cxn modelId="{E7A3092D-31AB-4BC0-A734-207C2C526284}" type="presParOf" srcId="{C328508B-90FC-4B61-9632-887125C552C4}" destId="{FEC8D6C0-625F-4BA7-BAAD-0209A2606681}" srcOrd="2" destOrd="0" presId="urn:microsoft.com/office/officeart/2008/layout/LinedList"/>
    <dgm:cxn modelId="{14B904F2-4FEF-4888-BC1D-B63D00E99E2F}" type="presParOf" srcId="{C328508B-90FC-4B61-9632-887125C552C4}" destId="{E6F2842C-4228-41CA-81CB-3EAFDC968B7E}" srcOrd="3" destOrd="0" presId="urn:microsoft.com/office/officeart/2008/layout/LinedList"/>
    <dgm:cxn modelId="{1B1AAAAB-8A3D-4673-89A3-EE0951ACA948}" type="presParOf" srcId="{E6F2842C-4228-41CA-81CB-3EAFDC968B7E}" destId="{2B805EA2-6607-4A12-8DC8-3F60EB960B26}" srcOrd="0" destOrd="0" presId="urn:microsoft.com/office/officeart/2008/layout/LinedList"/>
    <dgm:cxn modelId="{9D2466B3-CD2F-4E0F-9311-1D4F9454C41C}" type="presParOf" srcId="{E6F2842C-4228-41CA-81CB-3EAFDC968B7E}" destId="{BF53FF6C-0327-464A-8B12-44754FDA9ADB}" srcOrd="1" destOrd="0" presId="urn:microsoft.com/office/officeart/2008/layout/LinedList"/>
    <dgm:cxn modelId="{8C9DA038-8BEB-4814-80F3-385C3DFBAA5F}" type="presParOf" srcId="{C328508B-90FC-4B61-9632-887125C552C4}" destId="{84042D22-431B-4960-B956-21E73A867263}" srcOrd="4" destOrd="0" presId="urn:microsoft.com/office/officeart/2008/layout/LinedList"/>
    <dgm:cxn modelId="{7B4674E9-922D-4C77-B97A-238CCA0A6237}" type="presParOf" srcId="{C328508B-90FC-4B61-9632-887125C552C4}" destId="{8775008A-1465-4094-9547-3C810B6A5A13}" srcOrd="5" destOrd="0" presId="urn:microsoft.com/office/officeart/2008/layout/LinedList"/>
    <dgm:cxn modelId="{E4658908-5258-46FA-B245-B8006465A20A}" type="presParOf" srcId="{8775008A-1465-4094-9547-3C810B6A5A13}" destId="{B267BEF3-9C88-4C90-BB84-764E7053B9C8}" srcOrd="0" destOrd="0" presId="urn:microsoft.com/office/officeart/2008/layout/LinedList"/>
    <dgm:cxn modelId="{F345D05B-B7A9-40E0-810B-4E2AF019385D}" type="presParOf" srcId="{8775008A-1465-4094-9547-3C810B6A5A13}" destId="{8D2E01AA-ADB4-499D-B3E7-A710C21F86A8}" srcOrd="1" destOrd="0" presId="urn:microsoft.com/office/officeart/2008/layout/LinedList"/>
    <dgm:cxn modelId="{8E20BC2F-BEA7-44B5-87FB-8EA2210E00E1}" type="presParOf" srcId="{C328508B-90FC-4B61-9632-887125C552C4}" destId="{44F2EF76-965D-4A3B-BD29-12D20BC85FD0}" srcOrd="6" destOrd="0" presId="urn:microsoft.com/office/officeart/2008/layout/LinedList"/>
    <dgm:cxn modelId="{AA5F70C1-B16A-4897-B621-F2E83735E10F}" type="presParOf" srcId="{C328508B-90FC-4B61-9632-887125C552C4}" destId="{F5EB67D3-D16B-44B5-8C65-EBED74C4F3BA}" srcOrd="7" destOrd="0" presId="urn:microsoft.com/office/officeart/2008/layout/LinedList"/>
    <dgm:cxn modelId="{A9655042-8396-4DE1-BD04-237C3F066794}" type="presParOf" srcId="{F5EB67D3-D16B-44B5-8C65-EBED74C4F3BA}" destId="{F929C896-B5CB-4889-9FE4-462748646EFD}" srcOrd="0" destOrd="0" presId="urn:microsoft.com/office/officeart/2008/layout/LinedList"/>
    <dgm:cxn modelId="{3285F94A-C71A-45FD-99B2-78D7F30803F6}" type="presParOf" srcId="{F5EB67D3-D16B-44B5-8C65-EBED74C4F3BA}" destId="{93FD7969-945A-480C-9E0E-FD36C08CCFFD}" srcOrd="1" destOrd="0" presId="urn:microsoft.com/office/officeart/2008/layout/LinedList"/>
    <dgm:cxn modelId="{7E91017E-CD09-4F58-99B3-82CEFE31246D}" type="presParOf" srcId="{C328508B-90FC-4B61-9632-887125C552C4}" destId="{CCBAE336-01FF-452A-A58E-447D396898BA}" srcOrd="8" destOrd="0" presId="urn:microsoft.com/office/officeart/2008/layout/LinedList"/>
    <dgm:cxn modelId="{0B6C13FD-FEBA-45C7-81F4-29D63A7CA146}" type="presParOf" srcId="{C328508B-90FC-4B61-9632-887125C552C4}" destId="{A13C4E51-D30B-4971-B551-69D5B41D59F0}" srcOrd="9" destOrd="0" presId="urn:microsoft.com/office/officeart/2008/layout/LinedList"/>
    <dgm:cxn modelId="{A03FE156-B386-467D-93AF-F0379824F2CD}" type="presParOf" srcId="{A13C4E51-D30B-4971-B551-69D5B41D59F0}" destId="{05F04379-74DF-403E-8B48-40AF6934B98F}" srcOrd="0" destOrd="0" presId="urn:microsoft.com/office/officeart/2008/layout/LinedList"/>
    <dgm:cxn modelId="{BF937EAF-B857-4F5A-9CA4-79E3111562A1}" type="presParOf" srcId="{A13C4E51-D30B-4971-B551-69D5B41D59F0}" destId="{5618B23E-3856-44A8-A19B-1C99C237F0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8EFB6-6AEF-4069-B1D6-BC84FFE03002}">
      <dsp:nvSpPr>
        <dsp:cNvPr id="0" name=""/>
        <dsp:cNvSpPr/>
      </dsp:nvSpPr>
      <dsp:spPr>
        <a:xfrm>
          <a:off x="0" y="1639"/>
          <a:ext cx="4040188" cy="8311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8394F5-B11D-45DA-A51B-DE9FA6F2845C}">
      <dsp:nvSpPr>
        <dsp:cNvPr id="0" name=""/>
        <dsp:cNvSpPr/>
      </dsp:nvSpPr>
      <dsp:spPr>
        <a:xfrm>
          <a:off x="251425" y="188650"/>
          <a:ext cx="457137" cy="4571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63833-B43C-4D60-92D6-4BD575F2B512}">
      <dsp:nvSpPr>
        <dsp:cNvPr id="0" name=""/>
        <dsp:cNvSpPr/>
      </dsp:nvSpPr>
      <dsp:spPr>
        <a:xfrm>
          <a:off x="959989" y="1639"/>
          <a:ext cx="3080198" cy="83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4" tIns="87964" rIns="87964" bIns="8796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Organize</a:t>
          </a:r>
        </a:p>
      </dsp:txBody>
      <dsp:txXfrm>
        <a:off x="959989" y="1639"/>
        <a:ext cx="3080198" cy="831159"/>
      </dsp:txXfrm>
    </dsp:sp>
    <dsp:sp modelId="{D576D60E-2B2F-48A8-97CF-FB726AF57E20}">
      <dsp:nvSpPr>
        <dsp:cNvPr id="0" name=""/>
        <dsp:cNvSpPr/>
      </dsp:nvSpPr>
      <dsp:spPr>
        <a:xfrm>
          <a:off x="0" y="1040589"/>
          <a:ext cx="4040188" cy="8311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6C0EDF-7B21-407A-A219-B8E22FDBA249}">
      <dsp:nvSpPr>
        <dsp:cNvPr id="0" name=""/>
        <dsp:cNvSpPr/>
      </dsp:nvSpPr>
      <dsp:spPr>
        <a:xfrm>
          <a:off x="251425" y="1227600"/>
          <a:ext cx="457137" cy="4571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5E5AC-17DE-4DD5-B70B-4E672F4B0F31}">
      <dsp:nvSpPr>
        <dsp:cNvPr id="0" name=""/>
        <dsp:cNvSpPr/>
      </dsp:nvSpPr>
      <dsp:spPr>
        <a:xfrm>
          <a:off x="959989" y="1040589"/>
          <a:ext cx="3080198" cy="83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4" tIns="87964" rIns="87964" bIns="8796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Summarize</a:t>
          </a:r>
        </a:p>
      </dsp:txBody>
      <dsp:txXfrm>
        <a:off x="959989" y="1040589"/>
        <a:ext cx="3080198" cy="831159"/>
      </dsp:txXfrm>
    </dsp:sp>
    <dsp:sp modelId="{CE5EB3B8-99E3-40EA-ACAB-EB66316D7E06}">
      <dsp:nvSpPr>
        <dsp:cNvPr id="0" name=""/>
        <dsp:cNvSpPr/>
      </dsp:nvSpPr>
      <dsp:spPr>
        <a:xfrm>
          <a:off x="0" y="2079538"/>
          <a:ext cx="4040188" cy="8311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AE1AD-C689-491D-8158-FC03223C8254}">
      <dsp:nvSpPr>
        <dsp:cNvPr id="0" name=""/>
        <dsp:cNvSpPr/>
      </dsp:nvSpPr>
      <dsp:spPr>
        <a:xfrm>
          <a:off x="251425" y="2266549"/>
          <a:ext cx="457137" cy="4571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A49D6-6101-4DCF-8D42-31E44F22A365}">
      <dsp:nvSpPr>
        <dsp:cNvPr id="0" name=""/>
        <dsp:cNvSpPr/>
      </dsp:nvSpPr>
      <dsp:spPr>
        <a:xfrm>
          <a:off x="959989" y="2079538"/>
          <a:ext cx="3080198" cy="83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4" tIns="87964" rIns="87964" bIns="8796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Simplify</a:t>
          </a:r>
        </a:p>
      </dsp:txBody>
      <dsp:txXfrm>
        <a:off x="959989" y="2079538"/>
        <a:ext cx="3080198" cy="831159"/>
      </dsp:txXfrm>
    </dsp:sp>
    <dsp:sp modelId="{635D2ED0-98B6-41F4-8231-E5637B9317A3}">
      <dsp:nvSpPr>
        <dsp:cNvPr id="0" name=""/>
        <dsp:cNvSpPr/>
      </dsp:nvSpPr>
      <dsp:spPr>
        <a:xfrm>
          <a:off x="0" y="3118488"/>
          <a:ext cx="4040188" cy="8311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0E1801-C4EB-4E99-B5FA-A452506E35CF}">
      <dsp:nvSpPr>
        <dsp:cNvPr id="0" name=""/>
        <dsp:cNvSpPr/>
      </dsp:nvSpPr>
      <dsp:spPr>
        <a:xfrm>
          <a:off x="251425" y="3305499"/>
          <a:ext cx="457137" cy="4571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4C8EE-91E6-4C61-9422-18191A94C57C}">
      <dsp:nvSpPr>
        <dsp:cNvPr id="0" name=""/>
        <dsp:cNvSpPr/>
      </dsp:nvSpPr>
      <dsp:spPr>
        <a:xfrm>
          <a:off x="959989" y="3118488"/>
          <a:ext cx="3080198" cy="83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4" tIns="87964" rIns="87964" bIns="8796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Presentation of data</a:t>
          </a:r>
        </a:p>
      </dsp:txBody>
      <dsp:txXfrm>
        <a:off x="959989" y="3118488"/>
        <a:ext cx="3080198" cy="8311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0628B2-AF23-4CE0-B447-B312AC7F0BA4}">
      <dsp:nvSpPr>
        <dsp:cNvPr id="0" name=""/>
        <dsp:cNvSpPr/>
      </dsp:nvSpPr>
      <dsp:spPr>
        <a:xfrm>
          <a:off x="4595793" y="1658426"/>
          <a:ext cx="1594861" cy="7590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7242"/>
              </a:lnTo>
              <a:lnTo>
                <a:pt x="1594861" y="517242"/>
              </a:lnTo>
              <a:lnTo>
                <a:pt x="1594861" y="759009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DE3F1C-79AC-4334-A9BA-0055B54CEEDE}">
      <dsp:nvSpPr>
        <dsp:cNvPr id="0" name=""/>
        <dsp:cNvSpPr/>
      </dsp:nvSpPr>
      <dsp:spPr>
        <a:xfrm>
          <a:off x="3000931" y="1658426"/>
          <a:ext cx="1594861" cy="759009"/>
        </a:xfrm>
        <a:custGeom>
          <a:avLst/>
          <a:gdLst/>
          <a:ahLst/>
          <a:cxnLst/>
          <a:rect l="0" t="0" r="0" b="0"/>
          <a:pathLst>
            <a:path>
              <a:moveTo>
                <a:pt x="1594861" y="0"/>
              </a:moveTo>
              <a:lnTo>
                <a:pt x="1594861" y="517242"/>
              </a:lnTo>
              <a:lnTo>
                <a:pt x="0" y="517242"/>
              </a:lnTo>
              <a:lnTo>
                <a:pt x="0" y="759009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7ECF02-AF6F-4824-B3A2-4BE84B4DE0FD}">
      <dsp:nvSpPr>
        <dsp:cNvPr id="0" name=""/>
        <dsp:cNvSpPr/>
      </dsp:nvSpPr>
      <dsp:spPr>
        <a:xfrm>
          <a:off x="101183" y="1220"/>
          <a:ext cx="2609773" cy="16572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941F1B-7503-494C-808F-CF854866915D}">
      <dsp:nvSpPr>
        <dsp:cNvPr id="0" name=""/>
        <dsp:cNvSpPr/>
      </dsp:nvSpPr>
      <dsp:spPr>
        <a:xfrm>
          <a:off x="391157" y="276696"/>
          <a:ext cx="2609773" cy="16572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Techniques to summarize, organize, and describe data</a:t>
          </a:r>
        </a:p>
      </dsp:txBody>
      <dsp:txXfrm>
        <a:off x="439695" y="325234"/>
        <a:ext cx="2512697" cy="1560130"/>
      </dsp:txXfrm>
    </dsp:sp>
    <dsp:sp modelId="{F8F7AC66-1633-41D0-962F-312FD70D275C}">
      <dsp:nvSpPr>
        <dsp:cNvPr id="0" name=""/>
        <dsp:cNvSpPr/>
      </dsp:nvSpPr>
      <dsp:spPr>
        <a:xfrm>
          <a:off x="3290906" y="1220"/>
          <a:ext cx="2609773" cy="16572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8BC3EE9-E663-41C2-925C-2DC5636F12F6}">
      <dsp:nvSpPr>
        <dsp:cNvPr id="0" name=""/>
        <dsp:cNvSpPr/>
      </dsp:nvSpPr>
      <dsp:spPr>
        <a:xfrm>
          <a:off x="3580881" y="276696"/>
          <a:ext cx="2609773" cy="16572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Industry analogy:</a:t>
          </a:r>
        </a:p>
      </dsp:txBody>
      <dsp:txXfrm>
        <a:off x="3629419" y="325234"/>
        <a:ext cx="2512697" cy="1560130"/>
      </dsp:txXfrm>
    </dsp:sp>
    <dsp:sp modelId="{92FBA62D-412D-4E41-9E2E-DEBF61545F0F}">
      <dsp:nvSpPr>
        <dsp:cNvPr id="0" name=""/>
        <dsp:cNvSpPr/>
      </dsp:nvSpPr>
      <dsp:spPr>
        <a:xfrm>
          <a:off x="1696044" y="2417435"/>
          <a:ext cx="2609773" cy="16572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F9EC28E-DAA8-4381-9C40-B7E8E044D8C2}">
      <dsp:nvSpPr>
        <dsp:cNvPr id="0" name=""/>
        <dsp:cNvSpPr/>
      </dsp:nvSpPr>
      <dsp:spPr>
        <a:xfrm>
          <a:off x="1986019" y="2692911"/>
          <a:ext cx="2609773" cy="16572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Like a dashboard instead of raw sensor logs</a:t>
          </a:r>
        </a:p>
      </dsp:txBody>
      <dsp:txXfrm>
        <a:off x="2034557" y="2741449"/>
        <a:ext cx="2512697" cy="1560130"/>
      </dsp:txXfrm>
    </dsp:sp>
    <dsp:sp modelId="{60647D7D-2C34-4FFC-A0BB-E4C205BF4F67}">
      <dsp:nvSpPr>
        <dsp:cNvPr id="0" name=""/>
        <dsp:cNvSpPr/>
      </dsp:nvSpPr>
      <dsp:spPr>
        <a:xfrm>
          <a:off x="4885768" y="2417435"/>
          <a:ext cx="2609773" cy="16572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BB873A-195C-4F6E-8858-002D02A1A3C3}">
      <dsp:nvSpPr>
        <dsp:cNvPr id="0" name=""/>
        <dsp:cNvSpPr/>
      </dsp:nvSpPr>
      <dsp:spPr>
        <a:xfrm>
          <a:off x="5175743" y="2692911"/>
          <a:ext cx="2609773" cy="16572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Like a resume instead of a life story</a:t>
          </a:r>
        </a:p>
      </dsp:txBody>
      <dsp:txXfrm>
        <a:off x="5224281" y="2741449"/>
        <a:ext cx="2512697" cy="15601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8DFED-02E1-4899-8C03-E6D3F556E307}">
      <dsp:nvSpPr>
        <dsp:cNvPr id="0" name=""/>
        <dsp:cNvSpPr/>
      </dsp:nvSpPr>
      <dsp:spPr>
        <a:xfrm>
          <a:off x="0" y="129266"/>
          <a:ext cx="8547100" cy="5539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8C4B20-A991-445F-ACFC-5C2C8AA4613B}">
      <dsp:nvSpPr>
        <dsp:cNvPr id="0" name=""/>
        <dsp:cNvSpPr/>
      </dsp:nvSpPr>
      <dsp:spPr>
        <a:xfrm>
          <a:off x="167584" y="253915"/>
          <a:ext cx="304698" cy="3046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72AE4-AD72-4C19-AD4F-2C5865581F74}">
      <dsp:nvSpPr>
        <dsp:cNvPr id="0" name=""/>
        <dsp:cNvSpPr/>
      </dsp:nvSpPr>
      <dsp:spPr>
        <a:xfrm>
          <a:off x="639867" y="129266"/>
          <a:ext cx="7907232" cy="553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31" tIns="58631" rIns="58631" bIns="58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Central Limit Theorem: the larger the sample size, the closer a distribution will approximate the normal distribution</a:t>
          </a:r>
        </a:p>
      </dsp:txBody>
      <dsp:txXfrm>
        <a:off x="639867" y="129266"/>
        <a:ext cx="7907232" cy="553998"/>
      </dsp:txXfrm>
    </dsp:sp>
    <dsp:sp modelId="{E6E449E1-BB40-458D-8A2E-DFF3B572F83F}">
      <dsp:nvSpPr>
        <dsp:cNvPr id="0" name=""/>
        <dsp:cNvSpPr/>
      </dsp:nvSpPr>
      <dsp:spPr>
        <a:xfrm>
          <a:off x="0" y="794063"/>
          <a:ext cx="8547100" cy="5539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CCF08-D745-495F-B533-DD5BEA422E33}">
      <dsp:nvSpPr>
        <dsp:cNvPr id="0" name=""/>
        <dsp:cNvSpPr/>
      </dsp:nvSpPr>
      <dsp:spPr>
        <a:xfrm>
          <a:off x="167584" y="918713"/>
          <a:ext cx="304698" cy="3046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C7337-BAD5-4D07-B4AE-60BE9A6B8C28}">
      <dsp:nvSpPr>
        <dsp:cNvPr id="0" name=""/>
        <dsp:cNvSpPr/>
      </dsp:nvSpPr>
      <dsp:spPr>
        <a:xfrm>
          <a:off x="639867" y="794063"/>
          <a:ext cx="7907232" cy="553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31" tIns="58631" rIns="58631" bIns="58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distribution of scores taken at random from any distribution will tend to form a normal curve</a:t>
          </a:r>
        </a:p>
      </dsp:txBody>
      <dsp:txXfrm>
        <a:off x="639867" y="794063"/>
        <a:ext cx="7907232" cy="5539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64401-DCC2-4ECA-946A-13E470BFA61E}">
      <dsp:nvSpPr>
        <dsp:cNvPr id="0" name=""/>
        <dsp:cNvSpPr/>
      </dsp:nvSpPr>
      <dsp:spPr>
        <a:xfrm>
          <a:off x="765365" y="222179"/>
          <a:ext cx="823921" cy="823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A40C9-E21A-475E-A01E-E25F1AF9986A}">
      <dsp:nvSpPr>
        <dsp:cNvPr id="0" name=""/>
        <dsp:cNvSpPr/>
      </dsp:nvSpPr>
      <dsp:spPr>
        <a:xfrm>
          <a:off x="295" y="1214101"/>
          <a:ext cx="2354062" cy="134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Most frequent value</a:t>
          </a:r>
        </a:p>
      </dsp:txBody>
      <dsp:txXfrm>
        <a:off x="295" y="1214101"/>
        <a:ext cx="2354062" cy="1346229"/>
      </dsp:txXfrm>
    </dsp:sp>
    <dsp:sp modelId="{369C749A-6F44-47DC-9893-E7F0A457FA39}">
      <dsp:nvSpPr>
        <dsp:cNvPr id="0" name=""/>
        <dsp:cNvSpPr/>
      </dsp:nvSpPr>
      <dsp:spPr>
        <a:xfrm>
          <a:off x="295" y="2638470"/>
          <a:ext cx="2354062" cy="1490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8B4C33-A20B-49EE-A52C-BC3EC2C506F8}">
      <dsp:nvSpPr>
        <dsp:cNvPr id="0" name=""/>
        <dsp:cNvSpPr/>
      </dsp:nvSpPr>
      <dsp:spPr>
        <a:xfrm>
          <a:off x="3531389" y="222179"/>
          <a:ext cx="823921" cy="823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19A63-8AAA-41C2-9DAE-A7E038031152}">
      <dsp:nvSpPr>
        <dsp:cNvPr id="0" name=""/>
        <dsp:cNvSpPr/>
      </dsp:nvSpPr>
      <dsp:spPr>
        <a:xfrm>
          <a:off x="2766318" y="1214101"/>
          <a:ext cx="2354062" cy="134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Examples:</a:t>
          </a:r>
        </a:p>
      </dsp:txBody>
      <dsp:txXfrm>
        <a:off x="2766318" y="1214101"/>
        <a:ext cx="2354062" cy="1346229"/>
      </dsp:txXfrm>
    </dsp:sp>
    <dsp:sp modelId="{F56F8ED9-EA85-4E03-AEDA-9850AC8E9B02}">
      <dsp:nvSpPr>
        <dsp:cNvPr id="0" name=""/>
        <dsp:cNvSpPr/>
      </dsp:nvSpPr>
      <dsp:spPr>
        <a:xfrm>
          <a:off x="2766318" y="2638470"/>
          <a:ext cx="2354062" cy="1490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Most common shoe size sold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Most frequent product defect</a:t>
          </a:r>
        </a:p>
      </dsp:txBody>
      <dsp:txXfrm>
        <a:off x="2766318" y="2638470"/>
        <a:ext cx="2354062" cy="1490688"/>
      </dsp:txXfrm>
    </dsp:sp>
    <dsp:sp modelId="{33E44850-E956-4B68-870B-EB9AEA510B3C}">
      <dsp:nvSpPr>
        <dsp:cNvPr id="0" name=""/>
        <dsp:cNvSpPr/>
      </dsp:nvSpPr>
      <dsp:spPr>
        <a:xfrm>
          <a:off x="6297412" y="222179"/>
          <a:ext cx="823921" cy="823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5AC111-A983-44F6-A6A1-09B226ABA9C1}">
      <dsp:nvSpPr>
        <dsp:cNvPr id="0" name=""/>
        <dsp:cNvSpPr/>
      </dsp:nvSpPr>
      <dsp:spPr>
        <a:xfrm>
          <a:off x="5532342" y="1214101"/>
          <a:ext cx="2354062" cy="134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Industry Use:</a:t>
          </a:r>
        </a:p>
      </dsp:txBody>
      <dsp:txXfrm>
        <a:off x="5532342" y="1214101"/>
        <a:ext cx="2354062" cy="1346229"/>
      </dsp:txXfrm>
    </dsp:sp>
    <dsp:sp modelId="{526327FA-077D-4AB4-B236-91DC9AF2112B}">
      <dsp:nvSpPr>
        <dsp:cNvPr id="0" name=""/>
        <dsp:cNvSpPr/>
      </dsp:nvSpPr>
      <dsp:spPr>
        <a:xfrm>
          <a:off x="5532342" y="2638470"/>
          <a:ext cx="2354062" cy="1490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Retail inventory planning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Marketing personalization</a:t>
          </a:r>
        </a:p>
      </dsp:txBody>
      <dsp:txXfrm>
        <a:off x="5532342" y="2638470"/>
        <a:ext cx="2354062" cy="14906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1B1AF-6732-49CA-AD56-A16E88E44477}">
      <dsp:nvSpPr>
        <dsp:cNvPr id="0" name=""/>
        <dsp:cNvSpPr/>
      </dsp:nvSpPr>
      <dsp:spPr>
        <a:xfrm>
          <a:off x="1228141" y="58551"/>
          <a:ext cx="1317282" cy="13172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D2FCD-B3E3-4C61-A173-381F1FC2FC10}">
      <dsp:nvSpPr>
        <dsp:cNvPr id="0" name=""/>
        <dsp:cNvSpPr/>
      </dsp:nvSpPr>
      <dsp:spPr>
        <a:xfrm>
          <a:off x="4950" y="1551089"/>
          <a:ext cx="3763664" cy="56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900" kern="1200" dirty="0"/>
            <a:t>Quantitative data:</a:t>
          </a:r>
        </a:p>
      </dsp:txBody>
      <dsp:txXfrm>
        <a:off x="4950" y="1551089"/>
        <a:ext cx="3763664" cy="564549"/>
      </dsp:txXfrm>
    </dsp:sp>
    <dsp:sp modelId="{B999FC95-505C-4EB4-96CB-5CC7FD3B57C0}">
      <dsp:nvSpPr>
        <dsp:cNvPr id="0" name=""/>
        <dsp:cNvSpPr/>
      </dsp:nvSpPr>
      <dsp:spPr>
        <a:xfrm>
          <a:off x="4950" y="2197153"/>
          <a:ext cx="3763664" cy="1937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Mode – the most frequently occurring observation</a:t>
          </a:r>
          <a:endParaRPr lang="en-US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Median – the middle value in the data (50 ~50  ) </a:t>
          </a:r>
          <a:endParaRPr lang="en-US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Mean – arithmetic average</a:t>
          </a:r>
          <a:endParaRPr lang="en-US" sz="2400" kern="1200" dirty="0"/>
        </a:p>
      </dsp:txBody>
      <dsp:txXfrm>
        <a:off x="4950" y="2197153"/>
        <a:ext cx="3763664" cy="1937099"/>
      </dsp:txXfrm>
    </dsp:sp>
    <dsp:sp modelId="{46CB89B1-27DD-45C1-8DF5-0EE78D589696}">
      <dsp:nvSpPr>
        <dsp:cNvPr id="0" name=""/>
        <dsp:cNvSpPr/>
      </dsp:nvSpPr>
      <dsp:spPr>
        <a:xfrm>
          <a:off x="5650447" y="58551"/>
          <a:ext cx="1317282" cy="13172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2764C-E50B-4FA1-8C87-2B317CDDE1CE}">
      <dsp:nvSpPr>
        <dsp:cNvPr id="0" name=""/>
        <dsp:cNvSpPr/>
      </dsp:nvSpPr>
      <dsp:spPr>
        <a:xfrm>
          <a:off x="4427256" y="1551089"/>
          <a:ext cx="3763664" cy="56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900" kern="1200"/>
            <a:t>Qualitative data:</a:t>
          </a:r>
        </a:p>
      </dsp:txBody>
      <dsp:txXfrm>
        <a:off x="4427256" y="1551089"/>
        <a:ext cx="3763664" cy="564549"/>
      </dsp:txXfrm>
    </dsp:sp>
    <dsp:sp modelId="{7DD27E0A-432B-4725-9CD8-81184E5A5011}">
      <dsp:nvSpPr>
        <dsp:cNvPr id="0" name=""/>
        <dsp:cNvSpPr/>
      </dsp:nvSpPr>
      <dsp:spPr>
        <a:xfrm>
          <a:off x="4427256" y="2197153"/>
          <a:ext cx="3763664" cy="1937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Mode – always appropriate</a:t>
          </a:r>
        </a:p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Mean – never appropriate</a:t>
          </a:r>
        </a:p>
      </dsp:txBody>
      <dsp:txXfrm>
        <a:off x="4427256" y="2197153"/>
        <a:ext cx="3763664" cy="19370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66074-B67E-4CE9-B8A4-62E02435B253}">
      <dsp:nvSpPr>
        <dsp:cNvPr id="0" name=""/>
        <dsp:cNvSpPr/>
      </dsp:nvSpPr>
      <dsp:spPr>
        <a:xfrm>
          <a:off x="962" y="205078"/>
          <a:ext cx="3504344" cy="175217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Question: How spread out is the data?</a:t>
          </a:r>
        </a:p>
      </dsp:txBody>
      <dsp:txXfrm>
        <a:off x="52281" y="256397"/>
        <a:ext cx="3401706" cy="1649534"/>
      </dsp:txXfrm>
    </dsp:sp>
    <dsp:sp modelId="{258987B5-1E76-4E52-BA09-AA4EA397A245}">
      <dsp:nvSpPr>
        <dsp:cNvPr id="0" name=""/>
        <dsp:cNvSpPr/>
      </dsp:nvSpPr>
      <dsp:spPr>
        <a:xfrm>
          <a:off x="4381393" y="205078"/>
          <a:ext cx="3504344" cy="175217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Why it matters:</a:t>
          </a:r>
        </a:p>
      </dsp:txBody>
      <dsp:txXfrm>
        <a:off x="4432712" y="256397"/>
        <a:ext cx="3401706" cy="1649534"/>
      </dsp:txXfrm>
    </dsp:sp>
    <dsp:sp modelId="{24D58BDF-6B98-4062-A59E-BBA739FEDDA5}">
      <dsp:nvSpPr>
        <dsp:cNvPr id="0" name=""/>
        <dsp:cNvSpPr/>
      </dsp:nvSpPr>
      <dsp:spPr>
        <a:xfrm>
          <a:off x="4731827" y="1957250"/>
          <a:ext cx="350434" cy="1314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129"/>
              </a:lnTo>
              <a:lnTo>
                <a:pt x="350434" y="1314129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C93BEB-0B81-4FB6-8CF9-EF91F467BB5A}">
      <dsp:nvSpPr>
        <dsp:cNvPr id="0" name=""/>
        <dsp:cNvSpPr/>
      </dsp:nvSpPr>
      <dsp:spPr>
        <a:xfrm>
          <a:off x="5082261" y="2395293"/>
          <a:ext cx="2803475" cy="175217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Two datasets can have the same mean but very different risks</a:t>
          </a:r>
        </a:p>
      </dsp:txBody>
      <dsp:txXfrm>
        <a:off x="5133580" y="2446612"/>
        <a:ext cx="2700837" cy="16495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4FDA0-23F8-442E-86EE-97D04A1F6292}">
      <dsp:nvSpPr>
        <dsp:cNvPr id="0" name=""/>
        <dsp:cNvSpPr/>
      </dsp:nvSpPr>
      <dsp:spPr>
        <a:xfrm>
          <a:off x="0" y="346057"/>
          <a:ext cx="468109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1B5101-71A1-44AE-BD4B-A58EEA07D14A}">
      <dsp:nvSpPr>
        <dsp:cNvPr id="0" name=""/>
        <dsp:cNvSpPr/>
      </dsp:nvSpPr>
      <dsp:spPr>
        <a:xfrm>
          <a:off x="234054" y="6577"/>
          <a:ext cx="3276763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54" tIns="0" rIns="12385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Definition: Max − Min</a:t>
          </a:r>
        </a:p>
      </dsp:txBody>
      <dsp:txXfrm>
        <a:off x="267198" y="39721"/>
        <a:ext cx="3210475" cy="612672"/>
      </dsp:txXfrm>
    </dsp:sp>
    <dsp:sp modelId="{49A6EA43-7F5B-403D-98A3-CDD8D46B8A8B}">
      <dsp:nvSpPr>
        <dsp:cNvPr id="0" name=""/>
        <dsp:cNvSpPr/>
      </dsp:nvSpPr>
      <dsp:spPr>
        <a:xfrm>
          <a:off x="0" y="1389337"/>
          <a:ext cx="4681090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305" tIns="479044" rIns="36330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Fastest vs slowest delivery time</a:t>
          </a:r>
        </a:p>
      </dsp:txBody>
      <dsp:txXfrm>
        <a:off x="0" y="1389337"/>
        <a:ext cx="4681090" cy="1340325"/>
      </dsp:txXfrm>
    </dsp:sp>
    <dsp:sp modelId="{D53A217C-57D1-4FAD-900C-1D435F9B4984}">
      <dsp:nvSpPr>
        <dsp:cNvPr id="0" name=""/>
        <dsp:cNvSpPr/>
      </dsp:nvSpPr>
      <dsp:spPr>
        <a:xfrm>
          <a:off x="234054" y="1049857"/>
          <a:ext cx="3276763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54" tIns="0" rIns="12385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Example:</a:t>
          </a:r>
        </a:p>
      </dsp:txBody>
      <dsp:txXfrm>
        <a:off x="267198" y="1083001"/>
        <a:ext cx="3210475" cy="612672"/>
      </dsp:txXfrm>
    </dsp:sp>
    <dsp:sp modelId="{F3F53CAE-2E79-455B-B13A-30D726FEFB94}">
      <dsp:nvSpPr>
        <dsp:cNvPr id="0" name=""/>
        <dsp:cNvSpPr/>
      </dsp:nvSpPr>
      <dsp:spPr>
        <a:xfrm>
          <a:off x="0" y="3193342"/>
          <a:ext cx="4681090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305" tIns="479044" rIns="36330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Quality control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SLA violations</a:t>
          </a:r>
        </a:p>
      </dsp:txBody>
      <dsp:txXfrm>
        <a:off x="0" y="3193342"/>
        <a:ext cx="4681090" cy="1376550"/>
      </dsp:txXfrm>
    </dsp:sp>
    <dsp:sp modelId="{8753E1C7-4526-4BA7-B805-6672D73AE5A6}">
      <dsp:nvSpPr>
        <dsp:cNvPr id="0" name=""/>
        <dsp:cNvSpPr/>
      </dsp:nvSpPr>
      <dsp:spPr>
        <a:xfrm>
          <a:off x="234054" y="2853862"/>
          <a:ext cx="3276763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54" tIns="0" rIns="12385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Industry Use:</a:t>
          </a:r>
        </a:p>
      </dsp:txBody>
      <dsp:txXfrm>
        <a:off x="267198" y="2887006"/>
        <a:ext cx="3210475" cy="612672"/>
      </dsp:txXfrm>
    </dsp:sp>
    <dsp:sp modelId="{05324819-8C45-448F-A521-C2A27FF9444D}">
      <dsp:nvSpPr>
        <dsp:cNvPr id="0" name=""/>
        <dsp:cNvSpPr/>
      </dsp:nvSpPr>
      <dsp:spPr>
        <a:xfrm>
          <a:off x="0" y="5033572"/>
          <a:ext cx="468109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2EDA5-2C89-48C2-BA9D-905834C8EEDF}">
      <dsp:nvSpPr>
        <dsp:cNvPr id="0" name=""/>
        <dsp:cNvSpPr/>
      </dsp:nvSpPr>
      <dsp:spPr>
        <a:xfrm>
          <a:off x="234054" y="4694092"/>
          <a:ext cx="3276763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54" tIns="0" rIns="12385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Too sensitive to extremes</a:t>
          </a:r>
        </a:p>
      </dsp:txBody>
      <dsp:txXfrm>
        <a:off x="267198" y="4727236"/>
        <a:ext cx="3210475" cy="6126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73A00-9414-45F5-AA90-EC2B3CEEBEBB}">
      <dsp:nvSpPr>
        <dsp:cNvPr id="0" name=""/>
        <dsp:cNvSpPr/>
      </dsp:nvSpPr>
      <dsp:spPr>
        <a:xfrm>
          <a:off x="0" y="374430"/>
          <a:ext cx="459219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EB7CF9-94D9-4C9B-B079-C248A7BA2F27}">
      <dsp:nvSpPr>
        <dsp:cNvPr id="0" name=""/>
        <dsp:cNvSpPr/>
      </dsp:nvSpPr>
      <dsp:spPr>
        <a:xfrm>
          <a:off x="229609" y="49710"/>
          <a:ext cx="3214533" cy="649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502" tIns="0" rIns="12150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Average squared deviation from mean</a:t>
          </a:r>
        </a:p>
      </dsp:txBody>
      <dsp:txXfrm>
        <a:off x="261312" y="81413"/>
        <a:ext cx="3151127" cy="586034"/>
      </dsp:txXfrm>
    </dsp:sp>
    <dsp:sp modelId="{6E65757D-B99A-42C4-B2BF-D29E214AFEB1}">
      <dsp:nvSpPr>
        <dsp:cNvPr id="0" name=""/>
        <dsp:cNvSpPr/>
      </dsp:nvSpPr>
      <dsp:spPr>
        <a:xfrm>
          <a:off x="0" y="1372350"/>
          <a:ext cx="4592190" cy="970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6405" tIns="458216" rIns="35640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chemeClr val="tx1"/>
              </a:solidFill>
            </a:rPr>
            <a:t>Measures inconsistency</a:t>
          </a:r>
        </a:p>
      </dsp:txBody>
      <dsp:txXfrm>
        <a:off x="0" y="1372350"/>
        <a:ext cx="4592190" cy="970200"/>
      </dsp:txXfrm>
    </dsp:sp>
    <dsp:sp modelId="{BBF7F034-F4C2-4756-BE97-27EA2CB0F6EA}">
      <dsp:nvSpPr>
        <dsp:cNvPr id="0" name=""/>
        <dsp:cNvSpPr/>
      </dsp:nvSpPr>
      <dsp:spPr>
        <a:xfrm>
          <a:off x="229609" y="1047630"/>
          <a:ext cx="3214533" cy="649440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502" tIns="0" rIns="12150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</a:rPr>
            <a:t>Layman Explanation:</a:t>
          </a:r>
        </a:p>
      </dsp:txBody>
      <dsp:txXfrm>
        <a:off x="261312" y="1079333"/>
        <a:ext cx="3151127" cy="586034"/>
      </dsp:txXfrm>
    </dsp:sp>
    <dsp:sp modelId="{358B3A1A-2954-4D54-B3BE-2E366D39DCE9}">
      <dsp:nvSpPr>
        <dsp:cNvPr id="0" name=""/>
        <dsp:cNvSpPr/>
      </dsp:nvSpPr>
      <dsp:spPr>
        <a:xfrm>
          <a:off x="0" y="2786070"/>
          <a:ext cx="4592190" cy="138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6405" tIns="458216" rIns="35640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chemeClr val="tx1"/>
              </a:solidFill>
            </a:rPr>
            <a:t>Manufacturing consistency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chemeClr val="tx1"/>
              </a:solidFill>
            </a:rPr>
            <a:t>Financial risk modeling</a:t>
          </a:r>
        </a:p>
      </dsp:txBody>
      <dsp:txXfrm>
        <a:off x="0" y="2786070"/>
        <a:ext cx="4592190" cy="1386000"/>
      </dsp:txXfrm>
    </dsp:sp>
    <dsp:sp modelId="{39E5FDE5-3788-4404-9AB2-8609B14FB56C}">
      <dsp:nvSpPr>
        <dsp:cNvPr id="0" name=""/>
        <dsp:cNvSpPr/>
      </dsp:nvSpPr>
      <dsp:spPr>
        <a:xfrm>
          <a:off x="229609" y="2461350"/>
          <a:ext cx="3214533" cy="649440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502" tIns="0" rIns="12150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</a:rPr>
            <a:t>Industry Use:</a:t>
          </a:r>
        </a:p>
      </dsp:txBody>
      <dsp:txXfrm>
        <a:off x="261312" y="2493053"/>
        <a:ext cx="3151127" cy="586034"/>
      </dsp:txXfrm>
    </dsp:sp>
    <dsp:sp modelId="{7D7ED8FD-2181-4DC8-AD77-55F0D88E5685}">
      <dsp:nvSpPr>
        <dsp:cNvPr id="0" name=""/>
        <dsp:cNvSpPr/>
      </dsp:nvSpPr>
      <dsp:spPr>
        <a:xfrm>
          <a:off x="0" y="4615590"/>
          <a:ext cx="459219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6AF61F-D535-42AC-BFBC-94ABC2036E4C}">
      <dsp:nvSpPr>
        <dsp:cNvPr id="0" name=""/>
        <dsp:cNvSpPr/>
      </dsp:nvSpPr>
      <dsp:spPr>
        <a:xfrm>
          <a:off x="229609" y="4290870"/>
          <a:ext cx="3214533" cy="6494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502" tIns="0" rIns="12150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</a:rPr>
            <a:t>Units are squared → less interpretable</a:t>
          </a:r>
        </a:p>
      </dsp:txBody>
      <dsp:txXfrm>
        <a:off x="261312" y="4322573"/>
        <a:ext cx="3151127" cy="5860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0750C-5DAE-4673-AFF8-80321F6490E9}">
      <dsp:nvSpPr>
        <dsp:cNvPr id="0" name=""/>
        <dsp:cNvSpPr/>
      </dsp:nvSpPr>
      <dsp:spPr>
        <a:xfrm>
          <a:off x="0" y="5050"/>
          <a:ext cx="4749800" cy="92558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Square root of variance</a:t>
          </a:r>
        </a:p>
      </dsp:txBody>
      <dsp:txXfrm>
        <a:off x="45183" y="50233"/>
        <a:ext cx="4659434" cy="835217"/>
      </dsp:txXfrm>
    </dsp:sp>
    <dsp:sp modelId="{EB319DD2-C613-48CF-9C1E-F965EC0A88C1}">
      <dsp:nvSpPr>
        <dsp:cNvPr id="0" name=""/>
        <dsp:cNvSpPr/>
      </dsp:nvSpPr>
      <dsp:spPr>
        <a:xfrm>
          <a:off x="0" y="944654"/>
          <a:ext cx="4749800" cy="925583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Example:</a:t>
          </a:r>
        </a:p>
      </dsp:txBody>
      <dsp:txXfrm>
        <a:off x="45183" y="989837"/>
        <a:ext cx="4659434" cy="835217"/>
      </dsp:txXfrm>
    </dsp:sp>
    <dsp:sp modelId="{FA430F0D-5824-42CA-A8AE-26CAC20C179A}">
      <dsp:nvSpPr>
        <dsp:cNvPr id="0" name=""/>
        <dsp:cNvSpPr/>
      </dsp:nvSpPr>
      <dsp:spPr>
        <a:xfrm>
          <a:off x="0" y="1870237"/>
          <a:ext cx="4749800" cy="594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80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How much delivery times vary around the average</a:t>
          </a:r>
        </a:p>
      </dsp:txBody>
      <dsp:txXfrm>
        <a:off x="0" y="1870237"/>
        <a:ext cx="4749800" cy="594564"/>
      </dsp:txXfrm>
    </dsp:sp>
    <dsp:sp modelId="{40C0B376-BCF8-4562-9867-96CAB7FF1BC7}">
      <dsp:nvSpPr>
        <dsp:cNvPr id="0" name=""/>
        <dsp:cNvSpPr/>
      </dsp:nvSpPr>
      <dsp:spPr>
        <a:xfrm>
          <a:off x="0" y="2464801"/>
          <a:ext cx="4749800" cy="92558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Industry Use:</a:t>
          </a:r>
        </a:p>
      </dsp:txBody>
      <dsp:txXfrm>
        <a:off x="45183" y="2509984"/>
        <a:ext cx="4659434" cy="835217"/>
      </dsp:txXfrm>
    </dsp:sp>
    <dsp:sp modelId="{F2C61E0C-71A3-4CD7-86E4-9A6D6D0A6510}">
      <dsp:nvSpPr>
        <dsp:cNvPr id="0" name=""/>
        <dsp:cNvSpPr/>
      </dsp:nvSpPr>
      <dsp:spPr>
        <a:xfrm>
          <a:off x="0" y="3390384"/>
          <a:ext cx="4749800" cy="98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80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Stock volatility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Forecasting demand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ML model stability</a:t>
          </a:r>
        </a:p>
      </dsp:txBody>
      <dsp:txXfrm>
        <a:off x="0" y="3390384"/>
        <a:ext cx="4749800" cy="987580"/>
      </dsp:txXfrm>
    </dsp:sp>
    <dsp:sp modelId="{DF5A6E85-0B4C-47C0-AFC8-98BADA8ECF56}">
      <dsp:nvSpPr>
        <dsp:cNvPr id="0" name=""/>
        <dsp:cNvSpPr/>
      </dsp:nvSpPr>
      <dsp:spPr>
        <a:xfrm>
          <a:off x="0" y="4377965"/>
          <a:ext cx="4749800" cy="92558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Most commonly used dispersion metric</a:t>
          </a:r>
        </a:p>
      </dsp:txBody>
      <dsp:txXfrm>
        <a:off x="45183" y="4423148"/>
        <a:ext cx="4659434" cy="8352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4823C5-AA9B-4462-9B82-477762916ABD}">
      <dsp:nvSpPr>
        <dsp:cNvPr id="0" name=""/>
        <dsp:cNvSpPr/>
      </dsp:nvSpPr>
      <dsp:spPr>
        <a:xfrm>
          <a:off x="0" y="72504"/>
          <a:ext cx="7886700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Percentile:</a:t>
          </a:r>
        </a:p>
      </dsp:txBody>
      <dsp:txXfrm>
        <a:off x="31613" y="104117"/>
        <a:ext cx="7823474" cy="584369"/>
      </dsp:txXfrm>
    </dsp:sp>
    <dsp:sp modelId="{FDBD31F7-39AD-4F3D-A90D-5B2CF35B69EB}">
      <dsp:nvSpPr>
        <dsp:cNvPr id="0" name=""/>
        <dsp:cNvSpPr/>
      </dsp:nvSpPr>
      <dsp:spPr>
        <a:xfrm>
          <a:off x="0" y="720099"/>
          <a:ext cx="7886700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100" kern="1200" dirty="0"/>
            <a:t>Value below which X% of data lies</a:t>
          </a:r>
        </a:p>
      </dsp:txBody>
      <dsp:txXfrm>
        <a:off x="0" y="720099"/>
        <a:ext cx="7886700" cy="447120"/>
      </dsp:txXfrm>
    </dsp:sp>
    <dsp:sp modelId="{397D4A6D-A274-4A1C-8CE6-61E1A0A8235A}">
      <dsp:nvSpPr>
        <dsp:cNvPr id="0" name=""/>
        <dsp:cNvSpPr/>
      </dsp:nvSpPr>
      <dsp:spPr>
        <a:xfrm>
          <a:off x="0" y="1167219"/>
          <a:ext cx="7886700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Examples:</a:t>
          </a:r>
        </a:p>
      </dsp:txBody>
      <dsp:txXfrm>
        <a:off x="31613" y="1198832"/>
        <a:ext cx="7823474" cy="584369"/>
      </dsp:txXfrm>
    </dsp:sp>
    <dsp:sp modelId="{4D5A8E2A-4022-4218-9C85-57725372215B}">
      <dsp:nvSpPr>
        <dsp:cNvPr id="0" name=""/>
        <dsp:cNvSpPr/>
      </dsp:nvSpPr>
      <dsp:spPr>
        <a:xfrm>
          <a:off x="0" y="1814814"/>
          <a:ext cx="7886700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90</a:t>
          </a:r>
          <a:r>
            <a:rPr lang="en-US" sz="2100" kern="1200" baseline="30000" dirty="0"/>
            <a:t>th</a:t>
          </a:r>
          <a:r>
            <a:rPr lang="en-US" sz="2100" kern="1200" dirty="0"/>
            <a:t> percentile latency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95</a:t>
          </a:r>
          <a:r>
            <a:rPr lang="en-US" sz="2100" kern="1200" baseline="30000" dirty="0"/>
            <a:t>th</a:t>
          </a:r>
          <a:r>
            <a:rPr lang="en-US" sz="2100" kern="1200" dirty="0"/>
            <a:t> percentile response time</a:t>
          </a:r>
        </a:p>
      </dsp:txBody>
      <dsp:txXfrm>
        <a:off x="0" y="1814814"/>
        <a:ext cx="7886700" cy="726570"/>
      </dsp:txXfrm>
    </dsp:sp>
    <dsp:sp modelId="{D57A6AF4-FEBF-415A-9AB6-7EF2EBD15F95}">
      <dsp:nvSpPr>
        <dsp:cNvPr id="0" name=""/>
        <dsp:cNvSpPr/>
      </dsp:nvSpPr>
      <dsp:spPr>
        <a:xfrm>
          <a:off x="0" y="2541384"/>
          <a:ext cx="7886700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Industry Use:</a:t>
          </a:r>
        </a:p>
      </dsp:txBody>
      <dsp:txXfrm>
        <a:off x="31613" y="2572997"/>
        <a:ext cx="7823474" cy="584369"/>
      </dsp:txXfrm>
    </dsp:sp>
    <dsp:sp modelId="{266A3FFB-7FD9-4D6B-B741-2F1F6B7A93AC}">
      <dsp:nvSpPr>
        <dsp:cNvPr id="0" name=""/>
        <dsp:cNvSpPr/>
      </dsp:nvSpPr>
      <dsp:spPr>
        <a:xfrm>
          <a:off x="0" y="3188979"/>
          <a:ext cx="7886700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Cloud SLAs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Network performance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Exam grading</a:t>
          </a:r>
        </a:p>
      </dsp:txBody>
      <dsp:txXfrm>
        <a:off x="0" y="3188979"/>
        <a:ext cx="7886700" cy="108985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4010B-DDA5-4804-9723-2E269D7F49D5}">
      <dsp:nvSpPr>
        <dsp:cNvPr id="0" name=""/>
        <dsp:cNvSpPr/>
      </dsp:nvSpPr>
      <dsp:spPr>
        <a:xfrm>
          <a:off x="1228141" y="0"/>
          <a:ext cx="1317282" cy="12596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6CD3A-0817-481C-BF7B-F42731FEE3ED}">
      <dsp:nvSpPr>
        <dsp:cNvPr id="0" name=""/>
        <dsp:cNvSpPr/>
      </dsp:nvSpPr>
      <dsp:spPr>
        <a:xfrm>
          <a:off x="4950" y="1432034"/>
          <a:ext cx="3763664" cy="539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Includes:</a:t>
          </a:r>
        </a:p>
      </dsp:txBody>
      <dsp:txXfrm>
        <a:off x="4950" y="1432034"/>
        <a:ext cx="3763664" cy="539842"/>
      </dsp:txXfrm>
    </dsp:sp>
    <dsp:sp modelId="{FCF0C442-2058-4074-B104-DEC0A186BD47}">
      <dsp:nvSpPr>
        <dsp:cNvPr id="0" name=""/>
        <dsp:cNvSpPr/>
      </dsp:nvSpPr>
      <dsp:spPr>
        <a:xfrm>
          <a:off x="4950" y="2052063"/>
          <a:ext cx="3763664" cy="214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Minimum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Q1 (25%)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Median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Q3 (75%)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Maximum</a:t>
          </a:r>
          <a:endParaRPr lang="en-US" sz="1700" kern="1200" dirty="0"/>
        </a:p>
      </dsp:txBody>
      <dsp:txXfrm>
        <a:off x="4950" y="2052063"/>
        <a:ext cx="3763664" cy="2140741"/>
      </dsp:txXfrm>
    </dsp:sp>
    <dsp:sp modelId="{2D53B03C-CFA8-4408-988F-D0FF1F513B92}">
      <dsp:nvSpPr>
        <dsp:cNvPr id="0" name=""/>
        <dsp:cNvSpPr/>
      </dsp:nvSpPr>
      <dsp:spPr>
        <a:xfrm>
          <a:off x="5650447" y="0"/>
          <a:ext cx="1317282" cy="12596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FB22EC-DA5B-441C-B065-00F076026F38}">
      <dsp:nvSpPr>
        <dsp:cNvPr id="0" name=""/>
        <dsp:cNvSpPr/>
      </dsp:nvSpPr>
      <dsp:spPr>
        <a:xfrm>
          <a:off x="4427256" y="1432034"/>
          <a:ext cx="3763664" cy="539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Industry Tool:</a:t>
          </a:r>
        </a:p>
      </dsp:txBody>
      <dsp:txXfrm>
        <a:off x="4427256" y="1432034"/>
        <a:ext cx="3763664" cy="539842"/>
      </dsp:txXfrm>
    </dsp:sp>
    <dsp:sp modelId="{774BC687-8253-4679-9FAC-24CD8D5CC61E}">
      <dsp:nvSpPr>
        <dsp:cNvPr id="0" name=""/>
        <dsp:cNvSpPr/>
      </dsp:nvSpPr>
      <dsp:spPr>
        <a:xfrm>
          <a:off x="4427256" y="2052063"/>
          <a:ext cx="3763664" cy="214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Box plots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Executive dashboards</a:t>
          </a:r>
        </a:p>
      </dsp:txBody>
      <dsp:txXfrm>
        <a:off x="4427256" y="2052063"/>
        <a:ext cx="3763664" cy="214074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21F1C-A3CA-48E4-BADF-4E6A69DDA97A}">
      <dsp:nvSpPr>
        <dsp:cNvPr id="0" name=""/>
        <dsp:cNvSpPr/>
      </dsp:nvSpPr>
      <dsp:spPr>
        <a:xfrm>
          <a:off x="0" y="919017"/>
          <a:ext cx="471878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68DF23-C023-4ED3-AD5F-9C265F41FF4D}">
      <dsp:nvSpPr>
        <dsp:cNvPr id="0" name=""/>
        <dsp:cNvSpPr/>
      </dsp:nvSpPr>
      <dsp:spPr>
        <a:xfrm>
          <a:off x="235939" y="623817"/>
          <a:ext cx="3303149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851" tIns="0" rIns="12485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Counts of values in intervals</a:t>
          </a:r>
        </a:p>
      </dsp:txBody>
      <dsp:txXfrm>
        <a:off x="264760" y="652638"/>
        <a:ext cx="3245507" cy="532758"/>
      </dsp:txXfrm>
    </dsp:sp>
    <dsp:sp modelId="{54AF6E6E-6086-4FF7-AB2F-FA03F4F3FA71}">
      <dsp:nvSpPr>
        <dsp:cNvPr id="0" name=""/>
        <dsp:cNvSpPr/>
      </dsp:nvSpPr>
      <dsp:spPr>
        <a:xfrm>
          <a:off x="0" y="1826217"/>
          <a:ext cx="4718785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230" tIns="416560" rIns="36623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Age groups of customers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Time buckets of deliveries</a:t>
          </a:r>
        </a:p>
      </dsp:txBody>
      <dsp:txXfrm>
        <a:off x="0" y="1826217"/>
        <a:ext cx="4718785" cy="1165500"/>
      </dsp:txXfrm>
    </dsp:sp>
    <dsp:sp modelId="{2313F53E-8372-43CB-9C6D-32391D1947C3}">
      <dsp:nvSpPr>
        <dsp:cNvPr id="0" name=""/>
        <dsp:cNvSpPr/>
      </dsp:nvSpPr>
      <dsp:spPr>
        <a:xfrm>
          <a:off x="235939" y="1531017"/>
          <a:ext cx="3303149" cy="59040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851" tIns="0" rIns="12485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Examples:</a:t>
          </a:r>
        </a:p>
      </dsp:txBody>
      <dsp:txXfrm>
        <a:off x="264760" y="1559838"/>
        <a:ext cx="3245507" cy="532758"/>
      </dsp:txXfrm>
    </dsp:sp>
    <dsp:sp modelId="{6B898F6D-1746-41AA-8DBF-0A39CC219331}">
      <dsp:nvSpPr>
        <dsp:cNvPr id="0" name=""/>
        <dsp:cNvSpPr/>
      </dsp:nvSpPr>
      <dsp:spPr>
        <a:xfrm>
          <a:off x="0" y="3394917"/>
          <a:ext cx="4718785" cy="151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230" tIns="416560" rIns="36623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Market segmentation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Demand planning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HR analytics</a:t>
          </a:r>
        </a:p>
      </dsp:txBody>
      <dsp:txXfrm>
        <a:off x="0" y="3394917"/>
        <a:ext cx="4718785" cy="1512000"/>
      </dsp:txXfrm>
    </dsp:sp>
    <dsp:sp modelId="{2EBCE48A-1E94-4286-B1BD-42C01A49E6E7}">
      <dsp:nvSpPr>
        <dsp:cNvPr id="0" name=""/>
        <dsp:cNvSpPr/>
      </dsp:nvSpPr>
      <dsp:spPr>
        <a:xfrm>
          <a:off x="235939" y="3099717"/>
          <a:ext cx="3303149" cy="5904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851" tIns="0" rIns="12485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Industry Use:</a:t>
          </a:r>
        </a:p>
      </dsp:txBody>
      <dsp:txXfrm>
        <a:off x="264760" y="3128538"/>
        <a:ext cx="3245507" cy="53275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9DF45F-1865-407A-AF1B-0860553B12EC}">
      <dsp:nvSpPr>
        <dsp:cNvPr id="0" name=""/>
        <dsp:cNvSpPr/>
      </dsp:nvSpPr>
      <dsp:spPr>
        <a:xfrm>
          <a:off x="38" y="69055"/>
          <a:ext cx="3685337" cy="122666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Common Mistakes:</a:t>
          </a:r>
        </a:p>
      </dsp:txBody>
      <dsp:txXfrm>
        <a:off x="38" y="69055"/>
        <a:ext cx="3685337" cy="1226667"/>
      </dsp:txXfrm>
    </dsp:sp>
    <dsp:sp modelId="{6F5E365B-382E-4BE7-B330-A3CAF67AB393}">
      <dsp:nvSpPr>
        <dsp:cNvPr id="0" name=""/>
        <dsp:cNvSpPr/>
      </dsp:nvSpPr>
      <dsp:spPr>
        <a:xfrm>
          <a:off x="38" y="1295722"/>
          <a:ext cx="3685337" cy="298655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Blindly trusting averages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Ignoring spread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Missing skewness</a:t>
          </a:r>
        </a:p>
      </dsp:txBody>
      <dsp:txXfrm>
        <a:off x="38" y="1295722"/>
        <a:ext cx="3685337" cy="2986559"/>
      </dsp:txXfrm>
    </dsp:sp>
    <dsp:sp modelId="{4BF0ADB3-7526-4DFA-88CA-D8683772107E}">
      <dsp:nvSpPr>
        <dsp:cNvPr id="0" name=""/>
        <dsp:cNvSpPr/>
      </dsp:nvSpPr>
      <dsp:spPr>
        <a:xfrm>
          <a:off x="4201323" y="69055"/>
          <a:ext cx="3685337" cy="122666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Best Practice:</a:t>
          </a:r>
        </a:p>
      </dsp:txBody>
      <dsp:txXfrm>
        <a:off x="4201323" y="69055"/>
        <a:ext cx="3685337" cy="1226667"/>
      </dsp:txXfrm>
    </dsp:sp>
    <dsp:sp modelId="{CD6A33B0-1EE4-42F9-9FA1-33051C50C9AF}">
      <dsp:nvSpPr>
        <dsp:cNvPr id="0" name=""/>
        <dsp:cNvSpPr/>
      </dsp:nvSpPr>
      <dsp:spPr>
        <a:xfrm>
          <a:off x="4201323" y="1295722"/>
          <a:ext cx="3685337" cy="298655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Combine central tendency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Dispersion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Distribution shape</a:t>
          </a:r>
        </a:p>
      </dsp:txBody>
      <dsp:txXfrm>
        <a:off x="4201323" y="1295722"/>
        <a:ext cx="3685337" cy="298655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79F2AD-7D4D-40FC-A5F8-4D914BC74D67}">
      <dsp:nvSpPr>
        <dsp:cNvPr id="0" name=""/>
        <dsp:cNvSpPr/>
      </dsp:nvSpPr>
      <dsp:spPr>
        <a:xfrm>
          <a:off x="0" y="988581"/>
          <a:ext cx="8229600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Will a customer churn?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Will a machine fail?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Will demand spike?</a:t>
          </a:r>
        </a:p>
      </dsp:txBody>
      <dsp:txXfrm>
        <a:off x="0" y="988581"/>
        <a:ext cx="8229600" cy="1814400"/>
      </dsp:txXfrm>
    </dsp:sp>
    <dsp:sp modelId="{59906DAF-AFB6-4653-8206-63F031E836BE}">
      <dsp:nvSpPr>
        <dsp:cNvPr id="0" name=""/>
        <dsp:cNvSpPr/>
      </dsp:nvSpPr>
      <dsp:spPr>
        <a:xfrm>
          <a:off x="411480" y="634341"/>
          <a:ext cx="57607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Industry decisions are uncertain:</a:t>
          </a:r>
        </a:p>
      </dsp:txBody>
      <dsp:txXfrm>
        <a:off x="446065" y="668926"/>
        <a:ext cx="5691550" cy="639310"/>
      </dsp:txXfrm>
    </dsp:sp>
    <dsp:sp modelId="{24839D3D-0947-4FC3-BC89-F16E87BAA99F}">
      <dsp:nvSpPr>
        <dsp:cNvPr id="0" name=""/>
        <dsp:cNvSpPr/>
      </dsp:nvSpPr>
      <dsp:spPr>
        <a:xfrm>
          <a:off x="0" y="3286821"/>
          <a:ext cx="8229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1B30C-33C6-4CC7-B2FF-F263209FD4F6}">
      <dsp:nvSpPr>
        <dsp:cNvPr id="0" name=""/>
        <dsp:cNvSpPr/>
      </dsp:nvSpPr>
      <dsp:spPr>
        <a:xfrm>
          <a:off x="411480" y="2932581"/>
          <a:ext cx="576072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Probability quantifies risk and uncertainty</a:t>
          </a:r>
        </a:p>
      </dsp:txBody>
      <dsp:txXfrm>
        <a:off x="446065" y="2967166"/>
        <a:ext cx="5691550" cy="63931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A6D93-82CF-41B0-9701-C1E0028D9605}">
      <dsp:nvSpPr>
        <dsp:cNvPr id="0" name=""/>
        <dsp:cNvSpPr/>
      </dsp:nvSpPr>
      <dsp:spPr>
        <a:xfrm>
          <a:off x="765365" y="1093593"/>
          <a:ext cx="823921" cy="823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807F5-EEAC-4F23-B2B3-F0CCEFB6ED45}">
      <dsp:nvSpPr>
        <dsp:cNvPr id="0" name=""/>
        <dsp:cNvSpPr/>
      </dsp:nvSpPr>
      <dsp:spPr>
        <a:xfrm>
          <a:off x="295" y="2010573"/>
          <a:ext cx="2354062" cy="559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Joint Probability: P(A and B)</a:t>
          </a:r>
        </a:p>
      </dsp:txBody>
      <dsp:txXfrm>
        <a:off x="295" y="2010573"/>
        <a:ext cx="2354062" cy="559147"/>
      </dsp:txXfrm>
    </dsp:sp>
    <dsp:sp modelId="{BF9F275D-CB50-439B-A21B-293C4630B30A}">
      <dsp:nvSpPr>
        <dsp:cNvPr id="0" name=""/>
        <dsp:cNvSpPr/>
      </dsp:nvSpPr>
      <dsp:spPr>
        <a:xfrm>
          <a:off x="295" y="2613003"/>
          <a:ext cx="2354062" cy="644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Example: Customer clicks and buys</a:t>
          </a:r>
        </a:p>
      </dsp:txBody>
      <dsp:txXfrm>
        <a:off x="295" y="2613003"/>
        <a:ext cx="2354062" cy="644741"/>
      </dsp:txXfrm>
    </dsp:sp>
    <dsp:sp modelId="{2AA63590-A205-4DE1-AB51-1A03ABF0000C}">
      <dsp:nvSpPr>
        <dsp:cNvPr id="0" name=""/>
        <dsp:cNvSpPr/>
      </dsp:nvSpPr>
      <dsp:spPr>
        <a:xfrm>
          <a:off x="3531389" y="1093593"/>
          <a:ext cx="823921" cy="823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A5BC86-7E0D-4C7E-94D8-4DB985282D81}">
      <dsp:nvSpPr>
        <dsp:cNvPr id="0" name=""/>
        <dsp:cNvSpPr/>
      </dsp:nvSpPr>
      <dsp:spPr>
        <a:xfrm>
          <a:off x="2766318" y="2010573"/>
          <a:ext cx="2354062" cy="559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Conditional Probability: P(A | B)</a:t>
          </a:r>
        </a:p>
      </dsp:txBody>
      <dsp:txXfrm>
        <a:off x="2766318" y="2010573"/>
        <a:ext cx="2354062" cy="559147"/>
      </dsp:txXfrm>
    </dsp:sp>
    <dsp:sp modelId="{CB4338AE-FE5F-4DBF-934C-D631B5AD7E62}">
      <dsp:nvSpPr>
        <dsp:cNvPr id="0" name=""/>
        <dsp:cNvSpPr/>
      </dsp:nvSpPr>
      <dsp:spPr>
        <a:xfrm>
          <a:off x="2766318" y="2613003"/>
          <a:ext cx="2354062" cy="644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Example: Buys given clicked</a:t>
          </a:r>
        </a:p>
      </dsp:txBody>
      <dsp:txXfrm>
        <a:off x="2766318" y="2613003"/>
        <a:ext cx="2354062" cy="644741"/>
      </dsp:txXfrm>
    </dsp:sp>
    <dsp:sp modelId="{06EDBEB1-B725-4671-886D-AD236239A1BE}">
      <dsp:nvSpPr>
        <dsp:cNvPr id="0" name=""/>
        <dsp:cNvSpPr/>
      </dsp:nvSpPr>
      <dsp:spPr>
        <a:xfrm>
          <a:off x="6297412" y="1093593"/>
          <a:ext cx="823921" cy="823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499BF-5460-4CD3-8F1F-4DF6D43FDB72}">
      <dsp:nvSpPr>
        <dsp:cNvPr id="0" name=""/>
        <dsp:cNvSpPr/>
      </dsp:nvSpPr>
      <dsp:spPr>
        <a:xfrm>
          <a:off x="5532342" y="2010573"/>
          <a:ext cx="2354062" cy="559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Marginal Probability:</a:t>
          </a:r>
        </a:p>
      </dsp:txBody>
      <dsp:txXfrm>
        <a:off x="5532342" y="2010573"/>
        <a:ext cx="2354062" cy="559147"/>
      </dsp:txXfrm>
    </dsp:sp>
    <dsp:sp modelId="{D64C1098-899A-46F8-93FE-E994204B9258}">
      <dsp:nvSpPr>
        <dsp:cNvPr id="0" name=""/>
        <dsp:cNvSpPr/>
      </dsp:nvSpPr>
      <dsp:spPr>
        <a:xfrm>
          <a:off x="5532342" y="2613003"/>
          <a:ext cx="2354062" cy="644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- </a:t>
          </a:r>
          <a:r>
            <a:rPr lang="en-US" sz="2000" kern="1200" dirty="0"/>
            <a:t>Probability of one event ignoring others</a:t>
          </a:r>
          <a:endParaRPr lang="en-US" sz="2600" kern="1200" dirty="0"/>
        </a:p>
      </dsp:txBody>
      <dsp:txXfrm>
        <a:off x="5532342" y="2613003"/>
        <a:ext cx="2354062" cy="64474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9F76E1-0998-4C11-9DC9-AFE0195717EF}">
      <dsp:nvSpPr>
        <dsp:cNvPr id="0" name=""/>
        <dsp:cNvSpPr/>
      </dsp:nvSpPr>
      <dsp:spPr>
        <a:xfrm>
          <a:off x="0" y="4274295"/>
          <a:ext cx="4358346" cy="1402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Industry Use:</a:t>
          </a:r>
        </a:p>
      </dsp:txBody>
      <dsp:txXfrm>
        <a:off x="0" y="4274295"/>
        <a:ext cx="4358346" cy="757576"/>
      </dsp:txXfrm>
    </dsp:sp>
    <dsp:sp modelId="{0654D24C-3BA5-45A4-9E50-0ED1D098284E}">
      <dsp:nvSpPr>
        <dsp:cNvPr id="0" name=""/>
        <dsp:cNvSpPr/>
      </dsp:nvSpPr>
      <dsp:spPr>
        <a:xfrm>
          <a:off x="2128" y="5003814"/>
          <a:ext cx="1451363" cy="64534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Market research</a:t>
          </a:r>
        </a:p>
      </dsp:txBody>
      <dsp:txXfrm>
        <a:off x="2128" y="5003814"/>
        <a:ext cx="1451363" cy="645342"/>
      </dsp:txXfrm>
    </dsp:sp>
    <dsp:sp modelId="{4E4F716E-CF94-4C70-9296-77BCE265C545}">
      <dsp:nvSpPr>
        <dsp:cNvPr id="0" name=""/>
        <dsp:cNvSpPr/>
      </dsp:nvSpPr>
      <dsp:spPr>
        <a:xfrm>
          <a:off x="1453491" y="5003814"/>
          <a:ext cx="1451363" cy="645342"/>
        </a:xfrm>
        <a:prstGeom prst="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Clinical trials</a:t>
          </a:r>
        </a:p>
      </dsp:txBody>
      <dsp:txXfrm>
        <a:off x="1453491" y="5003814"/>
        <a:ext cx="1451363" cy="645342"/>
      </dsp:txXfrm>
    </dsp:sp>
    <dsp:sp modelId="{AC6A37F7-9B1D-49EB-BBA8-08224B152255}">
      <dsp:nvSpPr>
        <dsp:cNvPr id="0" name=""/>
        <dsp:cNvSpPr/>
      </dsp:nvSpPr>
      <dsp:spPr>
        <a:xfrm>
          <a:off x="2904854" y="5003814"/>
          <a:ext cx="1451363" cy="645342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Bias reduction</a:t>
          </a:r>
        </a:p>
      </dsp:txBody>
      <dsp:txXfrm>
        <a:off x="2904854" y="5003814"/>
        <a:ext cx="1451363" cy="645342"/>
      </dsp:txXfrm>
    </dsp:sp>
    <dsp:sp modelId="{6C51985D-6129-4B82-B33C-1BDC7D584924}">
      <dsp:nvSpPr>
        <dsp:cNvPr id="0" name=""/>
        <dsp:cNvSpPr/>
      </dsp:nvSpPr>
      <dsp:spPr>
        <a:xfrm rot="10800000">
          <a:off x="0" y="2137649"/>
          <a:ext cx="4358346" cy="2157689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Examples:</a:t>
          </a:r>
        </a:p>
      </dsp:txBody>
      <dsp:txXfrm rot="-10800000">
        <a:off x="0" y="2137649"/>
        <a:ext cx="4358346" cy="757349"/>
      </dsp:txXfrm>
    </dsp:sp>
    <dsp:sp modelId="{9922C8D5-2E9E-4BBF-99D2-332B812BA6A0}">
      <dsp:nvSpPr>
        <dsp:cNvPr id="0" name=""/>
        <dsp:cNvSpPr/>
      </dsp:nvSpPr>
      <dsp:spPr>
        <a:xfrm>
          <a:off x="0" y="2894999"/>
          <a:ext cx="2179173" cy="645149"/>
        </a:xfrm>
        <a:prstGeom prst="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Random customer surveys</a:t>
          </a:r>
        </a:p>
      </dsp:txBody>
      <dsp:txXfrm>
        <a:off x="0" y="2894999"/>
        <a:ext cx="2179173" cy="645149"/>
      </dsp:txXfrm>
    </dsp:sp>
    <dsp:sp modelId="{F56ED790-5B5B-4072-8315-9398ADC987C2}">
      <dsp:nvSpPr>
        <dsp:cNvPr id="0" name=""/>
        <dsp:cNvSpPr/>
      </dsp:nvSpPr>
      <dsp:spPr>
        <a:xfrm>
          <a:off x="2179173" y="2894999"/>
          <a:ext cx="2179173" cy="645149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A/B testing</a:t>
          </a:r>
        </a:p>
      </dsp:txBody>
      <dsp:txXfrm>
        <a:off x="2179173" y="2894999"/>
        <a:ext cx="2179173" cy="645149"/>
      </dsp:txXfrm>
    </dsp:sp>
    <dsp:sp modelId="{927742B3-0D4E-4384-A912-BB03AA740E35}">
      <dsp:nvSpPr>
        <dsp:cNvPr id="0" name=""/>
        <dsp:cNvSpPr/>
      </dsp:nvSpPr>
      <dsp:spPr>
        <a:xfrm rot="10800000">
          <a:off x="0" y="1003"/>
          <a:ext cx="4358346" cy="2157689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Every data point has a known chance of selection</a:t>
          </a:r>
        </a:p>
      </dsp:txBody>
      <dsp:txXfrm rot="10800000">
        <a:off x="0" y="1003"/>
        <a:ext cx="4358346" cy="140200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91845C-4508-48C6-B0E4-155415055FCC}">
      <dsp:nvSpPr>
        <dsp:cNvPr id="0" name=""/>
        <dsp:cNvSpPr/>
      </dsp:nvSpPr>
      <dsp:spPr>
        <a:xfrm>
          <a:off x="3465" y="762165"/>
          <a:ext cx="3030680" cy="2424544"/>
        </a:xfrm>
        <a:prstGeom prst="homePlate">
          <a:avLst>
            <a:gd name="adj" fmla="val 2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916" tIns="58420" rIns="427663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Artificially generated data mimicking real data</a:t>
          </a:r>
        </a:p>
      </dsp:txBody>
      <dsp:txXfrm>
        <a:off x="3465" y="762165"/>
        <a:ext cx="2727612" cy="2424544"/>
      </dsp:txXfrm>
    </dsp:sp>
    <dsp:sp modelId="{CF9C72A1-DA8D-41FB-B65C-632C4C66F410}">
      <dsp:nvSpPr>
        <dsp:cNvPr id="0" name=""/>
        <dsp:cNvSpPr/>
      </dsp:nvSpPr>
      <dsp:spPr>
        <a:xfrm>
          <a:off x="2428009" y="762165"/>
          <a:ext cx="3030680" cy="2424544"/>
        </a:xfrm>
        <a:prstGeom prst="chevron">
          <a:avLst>
            <a:gd name="adj" fmla="val 2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916" tIns="58420" rIns="106916" bIns="5842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Why industry uses it: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800" kern="1200" dirty="0"/>
            <a:t>  Privacy protection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800" kern="1200" dirty="0"/>
            <a:t> Data scarcity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800" kern="1200" dirty="0"/>
            <a:t> Model testing</a:t>
          </a:r>
        </a:p>
      </dsp:txBody>
      <dsp:txXfrm>
        <a:off x="3034145" y="762165"/>
        <a:ext cx="1818408" cy="2424544"/>
      </dsp:txXfrm>
    </dsp:sp>
    <dsp:sp modelId="{D8C25D91-2198-4786-9A2B-9BC37D0C34FD}">
      <dsp:nvSpPr>
        <dsp:cNvPr id="0" name=""/>
        <dsp:cNvSpPr/>
      </dsp:nvSpPr>
      <dsp:spPr>
        <a:xfrm>
          <a:off x="4852554" y="762165"/>
          <a:ext cx="3030680" cy="2424544"/>
        </a:xfrm>
        <a:prstGeom prst="chevron">
          <a:avLst>
            <a:gd name="adj" fmla="val 2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916" tIns="58420" rIns="106916" bIns="5842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Examples: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Synthetic patient records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Fake transaction data</a:t>
          </a:r>
        </a:p>
      </dsp:txBody>
      <dsp:txXfrm>
        <a:off x="5458690" y="762165"/>
        <a:ext cx="1818408" cy="242454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BFE05-9B25-4010-9C1B-06848112714B}">
      <dsp:nvSpPr>
        <dsp:cNvPr id="0" name=""/>
        <dsp:cNvSpPr/>
      </dsp:nvSpPr>
      <dsp:spPr>
        <a:xfrm>
          <a:off x="0" y="1922"/>
          <a:ext cx="1505285" cy="126867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tx1"/>
              </a:solidFill>
            </a:rPr>
            <a:t>All outcomes equally likely</a:t>
          </a:r>
        </a:p>
      </dsp:txBody>
      <dsp:txXfrm>
        <a:off x="61932" y="63854"/>
        <a:ext cx="1381421" cy="1144813"/>
      </dsp:txXfrm>
    </dsp:sp>
    <dsp:sp modelId="{FF9520E6-0002-4E2B-80B3-E18D293FA95B}">
      <dsp:nvSpPr>
        <dsp:cNvPr id="0" name=""/>
        <dsp:cNvSpPr/>
      </dsp:nvSpPr>
      <dsp:spPr>
        <a:xfrm rot="5400000">
          <a:off x="2335845" y="630341"/>
          <a:ext cx="1014942" cy="267606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tx1"/>
              </a:solidFill>
            </a:rPr>
            <a:t>Random number generator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tx1"/>
              </a:solidFill>
            </a:rPr>
            <a:t>Lottery ticket</a:t>
          </a:r>
        </a:p>
      </dsp:txBody>
      <dsp:txXfrm rot="-5400000">
        <a:off x="1505286" y="1510446"/>
        <a:ext cx="2626517" cy="915852"/>
      </dsp:txXfrm>
    </dsp:sp>
    <dsp:sp modelId="{23A928DA-A63F-4231-8F84-EE21259E4459}">
      <dsp:nvSpPr>
        <dsp:cNvPr id="0" name=""/>
        <dsp:cNvSpPr/>
      </dsp:nvSpPr>
      <dsp:spPr>
        <a:xfrm>
          <a:off x="0" y="1334034"/>
          <a:ext cx="1505285" cy="1268677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tx1"/>
              </a:solidFill>
            </a:rPr>
            <a:t>Examples:</a:t>
          </a:r>
        </a:p>
      </dsp:txBody>
      <dsp:txXfrm>
        <a:off x="61932" y="1395966"/>
        <a:ext cx="1381421" cy="1144813"/>
      </dsp:txXfrm>
    </dsp:sp>
    <dsp:sp modelId="{70E5A5DC-647D-43FB-AF3E-684192AD89C4}">
      <dsp:nvSpPr>
        <dsp:cNvPr id="0" name=""/>
        <dsp:cNvSpPr/>
      </dsp:nvSpPr>
      <dsp:spPr>
        <a:xfrm rot="5400000">
          <a:off x="2335845" y="1962453"/>
          <a:ext cx="1014942" cy="2676062"/>
        </a:xfrm>
        <a:prstGeom prst="round2Same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tx1"/>
              </a:solidFill>
            </a:rPr>
            <a:t>Randomized experiments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tx1"/>
              </a:solidFill>
            </a:rPr>
            <a:t>Load balancing</a:t>
          </a:r>
        </a:p>
      </dsp:txBody>
      <dsp:txXfrm rot="-5400000">
        <a:off x="1505286" y="2842558"/>
        <a:ext cx="2626517" cy="915852"/>
      </dsp:txXfrm>
    </dsp:sp>
    <dsp:sp modelId="{14491541-3CB6-4EDE-9553-151EB3373FAF}">
      <dsp:nvSpPr>
        <dsp:cNvPr id="0" name=""/>
        <dsp:cNvSpPr/>
      </dsp:nvSpPr>
      <dsp:spPr>
        <a:xfrm>
          <a:off x="0" y="2666145"/>
          <a:ext cx="1505285" cy="1268677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tx1"/>
              </a:solidFill>
            </a:rPr>
            <a:t>Industry Use:</a:t>
          </a:r>
        </a:p>
      </dsp:txBody>
      <dsp:txXfrm>
        <a:off x="61932" y="2728077"/>
        <a:ext cx="1381421" cy="114481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13D8CF-52B7-474C-98D3-0CD1D3BBC0E5}">
      <dsp:nvSpPr>
        <dsp:cNvPr id="0" name=""/>
        <dsp:cNvSpPr/>
      </dsp:nvSpPr>
      <dsp:spPr>
        <a:xfrm>
          <a:off x="0" y="61055"/>
          <a:ext cx="3614166" cy="6236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Bell-shaped curve</a:t>
          </a:r>
        </a:p>
      </dsp:txBody>
      <dsp:txXfrm>
        <a:off x="30442" y="91497"/>
        <a:ext cx="3553282" cy="562726"/>
      </dsp:txXfrm>
    </dsp:sp>
    <dsp:sp modelId="{35E8DBB9-6AF9-4F4A-B96D-12CEF15C4AE5}">
      <dsp:nvSpPr>
        <dsp:cNvPr id="0" name=""/>
        <dsp:cNvSpPr/>
      </dsp:nvSpPr>
      <dsp:spPr>
        <a:xfrm>
          <a:off x="0" y="759545"/>
          <a:ext cx="3614166" cy="6236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Examples:</a:t>
          </a:r>
        </a:p>
      </dsp:txBody>
      <dsp:txXfrm>
        <a:off x="30442" y="789987"/>
        <a:ext cx="3553282" cy="562726"/>
      </dsp:txXfrm>
    </dsp:sp>
    <dsp:sp modelId="{8C6FA761-2DC1-4857-A1A4-D163BA154254}">
      <dsp:nvSpPr>
        <dsp:cNvPr id="0" name=""/>
        <dsp:cNvSpPr/>
      </dsp:nvSpPr>
      <dsp:spPr>
        <a:xfrm>
          <a:off x="0" y="1383156"/>
          <a:ext cx="3614166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75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Heights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Test scores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Manufacturing tolerances</a:t>
          </a:r>
        </a:p>
      </dsp:txBody>
      <dsp:txXfrm>
        <a:off x="0" y="1383156"/>
        <a:ext cx="3614166" cy="1049490"/>
      </dsp:txXfrm>
    </dsp:sp>
    <dsp:sp modelId="{28C2AC3A-9B56-40A2-8F9D-03171DE9D7CA}">
      <dsp:nvSpPr>
        <dsp:cNvPr id="0" name=""/>
        <dsp:cNvSpPr/>
      </dsp:nvSpPr>
      <dsp:spPr>
        <a:xfrm>
          <a:off x="0" y="2432646"/>
          <a:ext cx="3614166" cy="6236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Key Rule:</a:t>
          </a:r>
        </a:p>
      </dsp:txBody>
      <dsp:txXfrm>
        <a:off x="30442" y="2463088"/>
        <a:ext cx="3553282" cy="562726"/>
      </dsp:txXfrm>
    </dsp:sp>
    <dsp:sp modelId="{D6F1E2E0-1F99-4E9D-933C-FBEC6E655D32}">
      <dsp:nvSpPr>
        <dsp:cNvPr id="0" name=""/>
        <dsp:cNvSpPr/>
      </dsp:nvSpPr>
      <dsp:spPr>
        <a:xfrm>
          <a:off x="0" y="3056256"/>
          <a:ext cx="3614166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75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68–95–99.7 rule</a:t>
          </a:r>
        </a:p>
      </dsp:txBody>
      <dsp:txXfrm>
        <a:off x="0" y="3056256"/>
        <a:ext cx="3614166" cy="43056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9C530-E583-4389-90E7-E197EE337683}">
      <dsp:nvSpPr>
        <dsp:cNvPr id="0" name=""/>
        <dsp:cNvSpPr/>
      </dsp:nvSpPr>
      <dsp:spPr>
        <a:xfrm rot="5400000">
          <a:off x="-317568" y="318482"/>
          <a:ext cx="2117121" cy="148198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Examples:</a:t>
          </a:r>
        </a:p>
      </dsp:txBody>
      <dsp:txXfrm rot="-5400000">
        <a:off x="1" y="741907"/>
        <a:ext cx="1481985" cy="635136"/>
      </dsp:txXfrm>
    </dsp:sp>
    <dsp:sp modelId="{16958AE4-C2A7-4891-B96F-944A01E8FA47}">
      <dsp:nvSpPr>
        <dsp:cNvPr id="0" name=""/>
        <dsp:cNvSpPr/>
      </dsp:nvSpPr>
      <dsp:spPr>
        <a:xfrm rot="5400000">
          <a:off x="3996278" y="-2513378"/>
          <a:ext cx="1376129" cy="640471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Employee performance scores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Sensor noise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Financial returns (approximate)</a:t>
          </a:r>
        </a:p>
      </dsp:txBody>
      <dsp:txXfrm rot="-5400000">
        <a:off x="1481986" y="68091"/>
        <a:ext cx="6337537" cy="1241775"/>
      </dsp:txXfrm>
    </dsp:sp>
    <dsp:sp modelId="{36021155-3A07-4B99-AAC7-CF98F67F0D47}">
      <dsp:nvSpPr>
        <dsp:cNvPr id="0" name=""/>
        <dsp:cNvSpPr/>
      </dsp:nvSpPr>
      <dsp:spPr>
        <a:xfrm rot="5400000">
          <a:off x="-317568" y="2148408"/>
          <a:ext cx="2117121" cy="148198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Why it’s powerful:</a:t>
          </a:r>
        </a:p>
      </dsp:txBody>
      <dsp:txXfrm rot="-5400000">
        <a:off x="1" y="2571833"/>
        <a:ext cx="1481985" cy="635136"/>
      </dsp:txXfrm>
    </dsp:sp>
    <dsp:sp modelId="{FACFB416-94FA-46FE-AD00-6DB51DC8A8E5}">
      <dsp:nvSpPr>
        <dsp:cNvPr id="0" name=""/>
        <dsp:cNvSpPr/>
      </dsp:nvSpPr>
      <dsp:spPr>
        <a:xfrm rot="5400000">
          <a:off x="3996278" y="-683452"/>
          <a:ext cx="1376129" cy="640471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Many models assume normality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Enables prediction &amp; thresholds</a:t>
          </a:r>
        </a:p>
      </dsp:txBody>
      <dsp:txXfrm rot="-5400000">
        <a:off x="1481986" y="1898017"/>
        <a:ext cx="6337537" cy="124177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EAC71-4B7E-4837-B4F9-B1DCAB1ADCEF}">
      <dsp:nvSpPr>
        <dsp:cNvPr id="0" name=""/>
        <dsp:cNvSpPr/>
      </dsp:nvSpPr>
      <dsp:spPr>
        <a:xfrm>
          <a:off x="0" y="372452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Descriptive stats → Data understanding</a:t>
          </a:r>
        </a:p>
      </dsp:txBody>
      <dsp:txXfrm>
        <a:off x="0" y="372452"/>
        <a:ext cx="2464593" cy="1478756"/>
      </dsp:txXfrm>
    </dsp:sp>
    <dsp:sp modelId="{DE834C6B-6176-48EE-8B9D-5463671ECC0D}">
      <dsp:nvSpPr>
        <dsp:cNvPr id="0" name=""/>
        <dsp:cNvSpPr/>
      </dsp:nvSpPr>
      <dsp:spPr>
        <a:xfrm>
          <a:off x="2711053" y="372452"/>
          <a:ext cx="2464593" cy="1478756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Probability → Risk estimation</a:t>
          </a:r>
        </a:p>
      </dsp:txBody>
      <dsp:txXfrm>
        <a:off x="2711053" y="372452"/>
        <a:ext cx="2464593" cy="1478756"/>
      </dsp:txXfrm>
    </dsp:sp>
    <dsp:sp modelId="{2401CCE0-DA69-4C93-BE85-6030032F7A55}">
      <dsp:nvSpPr>
        <dsp:cNvPr id="0" name=""/>
        <dsp:cNvSpPr/>
      </dsp:nvSpPr>
      <dsp:spPr>
        <a:xfrm>
          <a:off x="5422106" y="372452"/>
          <a:ext cx="2464593" cy="1478756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Distributions → Model assumptions</a:t>
          </a:r>
        </a:p>
      </dsp:txBody>
      <dsp:txXfrm>
        <a:off x="5422106" y="372452"/>
        <a:ext cx="2464593" cy="1478756"/>
      </dsp:txXfrm>
    </dsp:sp>
    <dsp:sp modelId="{B969E07C-195F-4400-9F81-70669A784B8B}">
      <dsp:nvSpPr>
        <dsp:cNvPr id="0" name=""/>
        <dsp:cNvSpPr/>
      </dsp:nvSpPr>
      <dsp:spPr>
        <a:xfrm>
          <a:off x="1355526" y="2097667"/>
          <a:ext cx="2464593" cy="1478756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Sampling → Bias control</a:t>
          </a:r>
        </a:p>
      </dsp:txBody>
      <dsp:txXfrm>
        <a:off x="1355526" y="2097667"/>
        <a:ext cx="2464593" cy="1478756"/>
      </dsp:txXfrm>
    </dsp:sp>
    <dsp:sp modelId="{FBF5454E-5BE5-46A7-8C6D-03DF694A40FC}">
      <dsp:nvSpPr>
        <dsp:cNvPr id="0" name=""/>
        <dsp:cNvSpPr/>
      </dsp:nvSpPr>
      <dsp:spPr>
        <a:xfrm>
          <a:off x="4066579" y="2097667"/>
          <a:ext cx="2464593" cy="1478756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Synthetic data → Privacy &amp; scale</a:t>
          </a:r>
        </a:p>
      </dsp:txBody>
      <dsp:txXfrm>
        <a:off x="4066579" y="2097667"/>
        <a:ext cx="2464593" cy="147875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8F79A-57C7-4470-BA82-8AE28F7E5180}">
      <dsp:nvSpPr>
        <dsp:cNvPr id="0" name=""/>
        <dsp:cNvSpPr/>
      </dsp:nvSpPr>
      <dsp:spPr>
        <a:xfrm>
          <a:off x="0" y="39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32FF4-6875-47F3-A2C7-700C91F0A03E}">
      <dsp:nvSpPr>
        <dsp:cNvPr id="0" name=""/>
        <dsp:cNvSpPr/>
      </dsp:nvSpPr>
      <dsp:spPr>
        <a:xfrm>
          <a:off x="0" y="399"/>
          <a:ext cx="8229600" cy="655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Statistics tells the story behind data</a:t>
          </a:r>
        </a:p>
      </dsp:txBody>
      <dsp:txXfrm>
        <a:off x="0" y="399"/>
        <a:ext cx="8229600" cy="655160"/>
      </dsp:txXfrm>
    </dsp:sp>
    <dsp:sp modelId="{FEC8D6C0-625F-4BA7-BAAD-0209A2606681}">
      <dsp:nvSpPr>
        <dsp:cNvPr id="0" name=""/>
        <dsp:cNvSpPr/>
      </dsp:nvSpPr>
      <dsp:spPr>
        <a:xfrm>
          <a:off x="0" y="65555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05EA2-6607-4A12-8DC8-3F60EB960B26}">
      <dsp:nvSpPr>
        <dsp:cNvPr id="0" name=""/>
        <dsp:cNvSpPr/>
      </dsp:nvSpPr>
      <dsp:spPr>
        <a:xfrm>
          <a:off x="0" y="655559"/>
          <a:ext cx="8229600" cy="655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Averages alone are dangerous</a:t>
          </a:r>
        </a:p>
      </dsp:txBody>
      <dsp:txXfrm>
        <a:off x="0" y="655559"/>
        <a:ext cx="8229600" cy="655160"/>
      </dsp:txXfrm>
    </dsp:sp>
    <dsp:sp modelId="{84042D22-431B-4960-B956-21E73A867263}">
      <dsp:nvSpPr>
        <dsp:cNvPr id="0" name=""/>
        <dsp:cNvSpPr/>
      </dsp:nvSpPr>
      <dsp:spPr>
        <a:xfrm>
          <a:off x="0" y="131071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7BEF3-9C88-4C90-BB84-764E7053B9C8}">
      <dsp:nvSpPr>
        <dsp:cNvPr id="0" name=""/>
        <dsp:cNvSpPr/>
      </dsp:nvSpPr>
      <dsp:spPr>
        <a:xfrm>
          <a:off x="0" y="1310719"/>
          <a:ext cx="8229600" cy="655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Spread = risk</a:t>
          </a:r>
        </a:p>
      </dsp:txBody>
      <dsp:txXfrm>
        <a:off x="0" y="1310719"/>
        <a:ext cx="8229600" cy="655160"/>
      </dsp:txXfrm>
    </dsp:sp>
    <dsp:sp modelId="{44F2EF76-965D-4A3B-BD29-12D20BC85FD0}">
      <dsp:nvSpPr>
        <dsp:cNvPr id="0" name=""/>
        <dsp:cNvSpPr/>
      </dsp:nvSpPr>
      <dsp:spPr>
        <a:xfrm>
          <a:off x="0" y="196588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9C896-B5CB-4889-9FE4-462748646EFD}">
      <dsp:nvSpPr>
        <dsp:cNvPr id="0" name=""/>
        <dsp:cNvSpPr/>
      </dsp:nvSpPr>
      <dsp:spPr>
        <a:xfrm>
          <a:off x="0" y="1965880"/>
          <a:ext cx="8229600" cy="655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Probability enables smarter decisions</a:t>
          </a:r>
        </a:p>
      </dsp:txBody>
      <dsp:txXfrm>
        <a:off x="0" y="1965880"/>
        <a:ext cx="8229600" cy="655160"/>
      </dsp:txXfrm>
    </dsp:sp>
    <dsp:sp modelId="{CCBAE336-01FF-452A-A58E-447D396898BA}">
      <dsp:nvSpPr>
        <dsp:cNvPr id="0" name=""/>
        <dsp:cNvSpPr/>
      </dsp:nvSpPr>
      <dsp:spPr>
        <a:xfrm>
          <a:off x="0" y="262104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04379-74DF-403E-8B48-40AF6934B98F}">
      <dsp:nvSpPr>
        <dsp:cNvPr id="0" name=""/>
        <dsp:cNvSpPr/>
      </dsp:nvSpPr>
      <dsp:spPr>
        <a:xfrm>
          <a:off x="0" y="2621040"/>
          <a:ext cx="8229600" cy="655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Industry success = correct interpretation</a:t>
          </a:r>
        </a:p>
      </dsp:txBody>
      <dsp:txXfrm>
        <a:off x="0" y="2621040"/>
        <a:ext cx="8229600" cy="655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5781" y="1554355"/>
            <a:ext cx="7918803" cy="1672336"/>
          </a:xfrm>
        </p:spPr>
        <p:txBody>
          <a:bodyPr anchor="b">
            <a:normAutofit/>
          </a:bodyPr>
          <a:lstStyle/>
          <a:p>
            <a:r>
              <a:rPr lang="en-US" sz="4200">
                <a:solidFill>
                  <a:schemeClr val="bg1"/>
                </a:solidFill>
              </a:rPr>
              <a:t>Statistics </a:t>
            </a:r>
            <a:r>
              <a:rPr lang="en-US" sz="4200" dirty="0">
                <a:solidFill>
                  <a:schemeClr val="bg1"/>
                </a:solidFill>
              </a:rPr>
              <a:t>&amp; Probability for Industry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5781" y="4067098"/>
            <a:ext cx="7918803" cy="58576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Making sense of data for real-world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600"/>
              <a:t>Why This Matters in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919" y="1681652"/>
            <a:ext cx="6345046" cy="4650723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Companies don’t make decisions on raw data — they rely on summaries and probabilities.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Examples:</a:t>
            </a:r>
          </a:p>
          <a:p>
            <a:pPr lvl="1" indent="-3429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Netflix analyzes viewing time</a:t>
            </a:r>
          </a:p>
          <a:p>
            <a:pPr lvl="1" indent="-3429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Banks analyze loan default risk</a:t>
            </a:r>
          </a:p>
          <a:p>
            <a:pPr lvl="1" indent="-3429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Amazon analyzes delivery times</a:t>
            </a:r>
          </a:p>
          <a:p>
            <a:pPr lvl="1" indent="-3429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Hospitals analyze patient wait times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Statistics answers: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2400" dirty="0"/>
              <a:t>- What is typical?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2400" dirty="0"/>
              <a:t>- How spread out is the data?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2400" dirty="0"/>
              <a:t>- How likely is an event?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7" name="Graphic 16" descr="Statistics">
            <a:extLst>
              <a:ext uri="{FF2B5EF4-FFF2-40B4-BE49-F238E27FC236}">
                <a16:creationId xmlns:a16="http://schemas.microsoft.com/office/drawing/2014/main" id="{D7B69F74-F897-B90D-5C73-BE6B1DD43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6">
            <a:extLst>
              <a:ext uri="{FF2B5EF4-FFF2-40B4-BE49-F238E27FC236}">
                <a16:creationId xmlns:a16="http://schemas.microsoft.com/office/drawing/2014/main" id="{CC2CFE0A-8FFA-DE47-16BA-CDB736E2A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209800"/>
            <a:ext cx="3276600" cy="19812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800"/>
              <a:t>Population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0BAE8AA9-E76A-4445-6D87-2024FB450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505200"/>
            <a:ext cx="990600" cy="8382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/>
              <a:t>Sample</a:t>
            </a:r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87A725B9-421C-3061-7A1C-28F917A4A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752600"/>
            <a:ext cx="990600" cy="8382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/>
              <a:t>Sample</a:t>
            </a: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879DE40A-9A05-02CC-BE7C-B87142014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133600"/>
            <a:ext cx="990600" cy="8382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/>
              <a:t>Sample</a:t>
            </a:r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76B01104-82A1-A74D-44EB-C089E934C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05000"/>
            <a:ext cx="990600" cy="8382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/>
              <a:t>Sample</a:t>
            </a:r>
          </a:p>
        </p:txBody>
      </p:sp>
      <p:sp>
        <p:nvSpPr>
          <p:cNvPr id="10" name="Line 16">
            <a:extLst>
              <a:ext uri="{FF2B5EF4-FFF2-40B4-BE49-F238E27FC236}">
                <a16:creationId xmlns:a16="http://schemas.microsoft.com/office/drawing/2014/main" id="{9650F5DB-038B-B5E4-797C-B2435B8DB0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32766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A2BA24B1-0E08-699E-699F-F6689C204E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52600" y="2590800"/>
            <a:ext cx="1219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Line 18">
            <a:extLst>
              <a:ext uri="{FF2B5EF4-FFF2-40B4-BE49-F238E27FC236}">
                <a16:creationId xmlns:a16="http://schemas.microsoft.com/office/drawing/2014/main" id="{3EC87C6F-541D-0A35-D882-555BA8C4A8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2438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" name="Line 19">
            <a:extLst>
              <a:ext uri="{FF2B5EF4-FFF2-40B4-BE49-F238E27FC236}">
                <a16:creationId xmlns:a16="http://schemas.microsoft.com/office/drawing/2014/main" id="{65267FDA-972A-24E2-40E4-86A9D52D4D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2819400"/>
            <a:ext cx="1066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15" name="Picture 22" descr="j0078708[1]">
            <a:extLst>
              <a:ext uri="{FF2B5EF4-FFF2-40B4-BE49-F238E27FC236}">
                <a16:creationId xmlns:a16="http://schemas.microsoft.com/office/drawing/2014/main" id="{39F1B520-6401-95E6-F63D-DD459D2BD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05200"/>
            <a:ext cx="114935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3" descr="an04325_[1]">
            <a:extLst>
              <a:ext uri="{FF2B5EF4-FFF2-40B4-BE49-F238E27FC236}">
                <a16:creationId xmlns:a16="http://schemas.microsoft.com/office/drawing/2014/main" id="{774CA895-4461-CA07-3FB6-7B153D7A6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663" y="3735388"/>
            <a:ext cx="45720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4" descr="an04325_[1]">
            <a:extLst>
              <a:ext uri="{FF2B5EF4-FFF2-40B4-BE49-F238E27FC236}">
                <a16:creationId xmlns:a16="http://schemas.microsoft.com/office/drawing/2014/main" id="{E8E5BAE6-F19E-DA60-2FB2-FA1E3372C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27933">
            <a:off x="4724400" y="4038600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5" descr="an04325_[1]">
            <a:extLst>
              <a:ext uri="{FF2B5EF4-FFF2-40B4-BE49-F238E27FC236}">
                <a16:creationId xmlns:a16="http://schemas.microsoft.com/office/drawing/2014/main" id="{777FA75C-F400-283C-AD04-865FD7EE5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27933">
            <a:off x="4572000" y="3886200"/>
            <a:ext cx="45720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6" descr="an04325_[1]">
            <a:extLst>
              <a:ext uri="{FF2B5EF4-FFF2-40B4-BE49-F238E27FC236}">
                <a16:creationId xmlns:a16="http://schemas.microsoft.com/office/drawing/2014/main" id="{90C24B7F-32B2-F2B9-FAB4-DB9B53C2D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27933">
            <a:off x="4876800" y="4191000"/>
            <a:ext cx="45720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47A0DF6-7548-C5CE-68A9-8EC633CEDA45}"/>
              </a:ext>
            </a:extLst>
          </p:cNvPr>
          <p:cNvSpPr txBox="1"/>
          <p:nvPr/>
        </p:nvSpPr>
        <p:spPr>
          <a:xfrm>
            <a:off x="2302556" y="429208"/>
            <a:ext cx="4218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What is statistic??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12E375-B737-DADE-4CA2-AD69D93DBF98}"/>
              </a:ext>
            </a:extLst>
          </p:cNvPr>
          <p:cNvSpPr txBox="1"/>
          <p:nvPr/>
        </p:nvSpPr>
        <p:spPr>
          <a:xfrm>
            <a:off x="583779" y="5024544"/>
            <a:ext cx="76557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Parameter: value that describes a population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Statistic: a value that describes a sample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PSYCH </a:t>
            </a:r>
            <a:r>
              <a:rPr lang="en-US" altLang="en-US" sz="2400" dirty="0">
                <a:sym typeface="Wingdings" panose="05000000000000000000" pitchFamily="2" charset="2"/>
              </a:rPr>
              <a:t> always using samples!!!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71108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2A28D-E0F1-7A7B-D253-D06DF0F1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8662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Types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B8F8B91-304F-2061-084B-5377C6B03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700" y="1003300"/>
            <a:ext cx="4040188" cy="639762"/>
          </a:xfrm>
        </p:spPr>
        <p:txBody>
          <a:bodyPr/>
          <a:lstStyle/>
          <a:p>
            <a:r>
              <a:rPr lang="en-GB" dirty="0"/>
              <a:t>Descriptive Statistics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02A82B91-3DA8-1FA8-02C3-E777EB922E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7696264"/>
              </p:ext>
            </p:extLst>
          </p:nvPr>
        </p:nvGraphicFramePr>
        <p:xfrm>
          <a:off x="457200" y="1834357"/>
          <a:ext cx="4040188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86F5B9-9CA1-01E9-6082-729E0B099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49825" y="1003300"/>
            <a:ext cx="4041775" cy="63976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itchFamily="18" charset="0"/>
              </a:rPr>
              <a:t>Inferential Statistics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B9E2D2A-7860-D186-16DD-A077D47518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Clr>
                <a:schemeClr val="tx1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/>
              <a:t>Generalize from samples to population</a:t>
            </a:r>
          </a:p>
          <a:p>
            <a:pPr marL="457200" indent="-457200">
              <a:buClr>
                <a:schemeClr val="tx1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/>
              <a:t>Hypothesis testing</a:t>
            </a:r>
          </a:p>
          <a:p>
            <a:pPr marL="457200" indent="-457200">
              <a:buClr>
                <a:schemeClr val="tx1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/>
              <a:t>Relationships among variables </a:t>
            </a:r>
          </a:p>
          <a:p>
            <a:endParaRPr lang="en-GB" dirty="0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BB4F537C-064D-E425-5CA1-EDA1614F3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050" y="6254750"/>
            <a:ext cx="21160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Describing data</a:t>
            </a:r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72232F56-D587-96A7-BA00-BB4110CE9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4750" y="58737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AF99E005-3F21-1BD4-2DD7-31B75F8DE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0" y="4906963"/>
            <a:ext cx="23459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Symbol" pitchFamily="18" charset="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Symbol" pitchFamily="18" charset="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Symbol" pitchFamily="18" charset="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Symbol" pitchFamily="18" charset="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ymbol" pitchFamily="18" charset="2"/>
              </a:defRPr>
            </a:lvl9pPr>
          </a:lstStyle>
          <a:p>
            <a:pPr eaLnBrk="1" hangingPunct="1">
              <a:defRPr/>
            </a:pPr>
            <a:r>
              <a:rPr lang="en-US" dirty="0">
                <a:latin typeface="+mn-lt"/>
              </a:rPr>
              <a:t>Make predictions</a:t>
            </a:r>
            <a:endParaRPr lang="en-US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16" name="Line 6">
            <a:extLst>
              <a:ext uri="{FF2B5EF4-FFF2-40B4-BE49-F238E27FC236}">
                <a16:creationId xmlns:a16="http://schemas.microsoft.com/office/drawing/2014/main" id="{DA5157CB-61FD-27ED-3320-3F0538F0FD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436721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949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C88181-A122-50A4-A605-059D69B92BB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421" t="9091" r="1667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dirty="0"/>
              <a:t>What is Descriptive Statistics?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06999A-90A3-512B-4F0D-5A425D5F60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50164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C651C032-B23C-E893-51B2-8B2194D58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78" y="526500"/>
            <a:ext cx="5570522" cy="419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4470131E-94A3-6C2F-D535-6D911072B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609600"/>
            <a:ext cx="9953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jagged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8C3A2A5C-F007-2FFC-9C56-D18118A00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267200"/>
            <a:ext cx="10810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smooth</a:t>
            </a:r>
          </a:p>
        </p:txBody>
      </p:sp>
      <p:graphicFrame>
        <p:nvGraphicFramePr>
          <p:cNvPr id="12" name="TextBox 9">
            <a:extLst>
              <a:ext uri="{FF2B5EF4-FFF2-40B4-BE49-F238E27FC236}">
                <a16:creationId xmlns:a16="http://schemas.microsoft.com/office/drawing/2014/main" id="{1CF80298-3F11-C314-8039-035A5547A4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3547585"/>
              </p:ext>
            </p:extLst>
          </p:nvPr>
        </p:nvGraphicFramePr>
        <p:xfrm>
          <a:off x="311150" y="5137488"/>
          <a:ext cx="8547100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865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718713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068891"/>
            <a:ext cx="3194798" cy="19850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Measures of Central Tendency – Mean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998" y="3440576"/>
            <a:ext cx="30861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 descr="Desk with productivity items">
            <a:extLst>
              <a:ext uri="{FF2B5EF4-FFF2-40B4-BE49-F238E27FC236}">
                <a16:creationId xmlns:a16="http://schemas.microsoft.com/office/drawing/2014/main" id="{1CD2D515-ADB1-15CB-1830-F448125C0B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60" r="3963" b="-4"/>
          <a:stretch>
            <a:fillRect/>
          </a:stretch>
        </p:blipFill>
        <p:spPr>
          <a:xfrm>
            <a:off x="787212" y="3555468"/>
            <a:ext cx="2877671" cy="2450885"/>
          </a:xfrm>
          <a:prstGeom prst="rect">
            <a:avLst/>
          </a:prstGeom>
        </p:spPr>
      </p:pic>
      <p:sp>
        <p:nvSpPr>
          <p:cNvPr id="52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85641" y="5904203"/>
            <a:ext cx="901130" cy="365125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9811" y="723153"/>
            <a:ext cx="3416836" cy="5392482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Question</a:t>
            </a:r>
            <a:r>
              <a:rPr lang="en-US" sz="2400" dirty="0"/>
              <a:t>: What is a typical value?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Mean (Average): Sum ÷ count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Example</a:t>
            </a:r>
            <a:r>
              <a:rPr lang="en-US" sz="2400" dirty="0"/>
              <a:t>:</a:t>
            </a:r>
          </a:p>
          <a:p>
            <a:pPr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Average monthly salary in a company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Industry Use: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US" sz="2400" dirty="0"/>
              <a:t>Average customer spending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US" sz="2400" dirty="0"/>
              <a:t>Average delivery time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Sensitive to outliers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en-GB" sz="4200"/>
              <a:t>Median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0278" y="977900"/>
            <a:ext cx="4878975" cy="4972049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Middle value when data is sorted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Example:</a:t>
            </a:r>
          </a:p>
          <a:p>
            <a:pPr marL="857250" lvl="1" indent="-457200">
              <a:buFont typeface="Wingdings" panose="05000000000000000000" pitchFamily="2" charset="2"/>
              <a:buChar char="v"/>
            </a:pPr>
            <a:r>
              <a:rPr lang="en-US" dirty="0"/>
              <a:t>Median house price (not affected by mansions)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Industry Use: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r>
              <a:rPr lang="en-US" dirty="0"/>
              <a:t>Median income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r>
              <a:rPr lang="en-US" dirty="0"/>
              <a:t>Median app response time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r>
              <a:rPr lang="en-US" dirty="0"/>
              <a:t>Median customer wait time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Preferred when data is skewed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2C3B388-89F1-3D88-0A2F-1F3F9D3ACC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7777" r="222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/>
              <a:t>Mode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08338F5D-5585-DFCB-206D-D98815A677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536439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938487" cy="18073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Comparing Mean vs Median vs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33297"/>
            <a:ext cx="3464715" cy="38436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Salary Example:</a:t>
            </a:r>
          </a:p>
          <a:p>
            <a:pPr lvl="1" indent="-342900"/>
            <a:r>
              <a:rPr lang="en-US" sz="2400" dirty="0"/>
              <a:t>CEO salary = $1M</a:t>
            </a:r>
          </a:p>
          <a:p>
            <a:pPr lvl="1" indent="-342900"/>
            <a:r>
              <a:rPr lang="en-US" sz="2400" dirty="0"/>
              <a:t>Employees = $50K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Mean: Inflated</a:t>
            </a:r>
          </a:p>
          <a:p>
            <a:pPr marL="0" indent="0">
              <a:buNone/>
            </a:pPr>
            <a:r>
              <a:rPr lang="en-US" sz="2400" dirty="0"/>
              <a:t>Median: Realistic</a:t>
            </a:r>
          </a:p>
          <a:p>
            <a:pPr marL="0" indent="0">
              <a:buNone/>
            </a:pPr>
            <a:r>
              <a:rPr lang="en-US" sz="2400" dirty="0"/>
              <a:t>Mode: Most common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Key Insight: Choose measure based on business context</a:t>
            </a:r>
          </a:p>
        </p:txBody>
      </p:sp>
      <p:pic>
        <p:nvPicPr>
          <p:cNvPr id="5" name="Picture 4" descr="White percentage symbol on red background">
            <a:extLst>
              <a:ext uri="{FF2B5EF4-FFF2-40B4-BE49-F238E27FC236}">
                <a16:creationId xmlns:a16="http://schemas.microsoft.com/office/drawing/2014/main" id="{801B19CD-9B07-C32A-43FE-BE1AE01F16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46" r="10026" b="-1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575919-15C4-0926-046B-FBE7DED4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Measures of Central Tendency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2F809F-2367-7E44-2D43-438A6550C9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23387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176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GB" sz="4500"/>
              <a:t>Measures of Dispersion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F28CDE-D58E-4772-4726-8CF542575F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039297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459" y="304799"/>
            <a:ext cx="4501582" cy="482602"/>
          </a:xfrm>
        </p:spPr>
        <p:txBody>
          <a:bodyPr>
            <a:normAutofit fontScale="90000"/>
          </a:bodyPr>
          <a:lstStyle/>
          <a:p>
            <a:r>
              <a:rPr lang="en-GB" sz="3500" dirty="0"/>
              <a:t>Range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426582-7E89-16CF-B89C-1F9C71642B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27" r="27827" b="-1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1DDAD2-3CD7-FB3E-0FB1-A24E479903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818363"/>
              </p:ext>
            </p:extLst>
          </p:nvPr>
        </p:nvGraphicFramePr>
        <p:xfrm>
          <a:off x="525910" y="1066800"/>
          <a:ext cx="4681090" cy="5619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234949"/>
            <a:ext cx="4501582" cy="571502"/>
          </a:xfrm>
        </p:spPr>
        <p:txBody>
          <a:bodyPr>
            <a:normAutofit fontScale="90000"/>
          </a:bodyPr>
          <a:lstStyle/>
          <a:p>
            <a:r>
              <a:rPr lang="en-GB" sz="3500" dirty="0"/>
              <a:t>Variance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ACBDD6-97CD-6C44-1AFC-67BC80660B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07" r="26680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FF0599-EDB2-9C7F-FD16-B897942C5C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315135"/>
              </p:ext>
            </p:extLst>
          </p:nvPr>
        </p:nvGraphicFramePr>
        <p:xfrm>
          <a:off x="456060" y="1346200"/>
          <a:ext cx="4592190" cy="52197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241296"/>
            <a:ext cx="4501582" cy="514352"/>
          </a:xfrm>
        </p:spPr>
        <p:txBody>
          <a:bodyPr>
            <a:normAutofit fontScale="90000"/>
          </a:bodyPr>
          <a:lstStyle/>
          <a:p>
            <a:r>
              <a:rPr lang="en-GB" sz="3500" dirty="0"/>
              <a:t>Standard Deviation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AD634C-0F9B-86F2-1129-5FB031103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55" r="32533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93B355-62D7-8BA1-45FA-D1535E16B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729435"/>
              </p:ext>
            </p:extLst>
          </p:nvPr>
        </p:nvGraphicFramePr>
        <p:xfrm>
          <a:off x="514350" y="1238250"/>
          <a:ext cx="4749800" cy="5308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938487" cy="1807305"/>
          </a:xfrm>
        </p:spPr>
        <p:txBody>
          <a:bodyPr>
            <a:normAutofit/>
          </a:bodyPr>
          <a:lstStyle/>
          <a:p>
            <a:r>
              <a:rPr lang="en-GB"/>
              <a:t>Interquartile Range (IQR)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33297"/>
            <a:ext cx="3464715" cy="384366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Definition: Q3 − Q1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Why it’s powerful:</a:t>
            </a:r>
          </a:p>
          <a:p>
            <a:pPr marL="400050" lvl="1" indent="0">
              <a:buNone/>
            </a:pPr>
            <a:r>
              <a:rPr lang="en-US" sz="2400" dirty="0"/>
              <a:t>Ignores extreme outliers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Industry Use: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sz="2400" dirty="0"/>
              <a:t>Fraud detection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sz="2400" dirty="0"/>
              <a:t>Salary benchmarking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sz="2400" dirty="0"/>
              <a:t>Performance reviews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7CEC4106-1FFB-AA2E-D864-09DC8FC6E1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70" r="45001" b="-1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GB" sz="4500"/>
              <a:t>Percentiles &amp; Quartiles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0C23C2-9894-4C32-2D57-FA972C2BD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39475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Five-Number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96546B-9F0D-B452-386C-B9523750DD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787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Frequency Distributions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8A019D-66C0-75C0-08A3-888128F732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921465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1DAE0D34-8194-673B-FF09-2992D895B5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000403"/>
              </p:ext>
            </p:extLst>
          </p:nvPr>
        </p:nvGraphicFramePr>
        <p:xfrm>
          <a:off x="533400" y="304800"/>
          <a:ext cx="8229600" cy="617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2" imgW="4571981" imgH="3429123" progId="PowerPoint.Slide.8">
                  <p:embed/>
                </p:oleObj>
              </mc:Choice>
              <mc:Fallback>
                <p:oleObj name="Slide" r:id="rId2" imgW="4571981" imgH="3429123" progId="PowerPoint.Slide.8">
                  <p:embed/>
                  <p:pic>
                    <p:nvPicPr>
                      <p:cNvPr id="27650" name="Object 8">
                        <a:extLst>
                          <a:ext uri="{FF2B5EF4-FFF2-40B4-BE49-F238E27FC236}">
                            <a16:creationId xmlns:a16="http://schemas.microsoft.com/office/drawing/2014/main" id="{828A1998-AC44-BC6D-7D8D-21D9737DC2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"/>
                        <a:ext cx="8229600" cy="617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9">
            <a:extLst>
              <a:ext uri="{FF2B5EF4-FFF2-40B4-BE49-F238E27FC236}">
                <a16:creationId xmlns:a16="http://schemas.microsoft.com/office/drawing/2014/main" id="{ABF02CA8-646F-ECE0-0714-E22B584FC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038600"/>
            <a:ext cx="690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data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B25B47EE-E618-5B25-1FE8-513E402BC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562600"/>
            <a:ext cx="86820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Are our inferences valid?…Best we can do is to calculate probability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about inferences</a:t>
            </a:r>
          </a:p>
        </p:txBody>
      </p:sp>
    </p:spTree>
    <p:extLst>
      <p:ext uri="{BB962C8B-B14F-4D97-AF65-F5344CB8AC3E}">
        <p14:creationId xmlns:p14="http://schemas.microsoft.com/office/powerpoint/2010/main" val="3105941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BCFE76F-6DBF-95A1-1266-7A815257D2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668" b="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/>
              <a:t>Interpreting Summary Statistics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E1BDE95-4990-09BA-F46E-B1E295288A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2100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gital balance scale using circles">
            <a:extLst>
              <a:ext uri="{FF2B5EF4-FFF2-40B4-BE49-F238E27FC236}">
                <a16:creationId xmlns:a16="http://schemas.microsoft.com/office/drawing/2014/main" id="{A4833DAB-E256-E18C-1DB0-862BDE92C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76" r="8358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14418F-10CE-4493-8436-D9FFEEDF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3894861"/>
            <a:ext cx="8162925" cy="1671361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610C9-2E1F-3854-8750-857BF7B0E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274" y="4055729"/>
            <a:ext cx="7427161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200">
                <a:solidFill>
                  <a:srgbClr val="FFFFFF"/>
                </a:solidFill>
              </a:rPr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2559203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Probability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AF4FF9-776E-3A19-E3B6-7718CBC941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340372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Basic Probability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51" y="2463800"/>
            <a:ext cx="3975100" cy="4044950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Likelihood of an event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Formula:</a:t>
            </a:r>
          </a:p>
          <a:p>
            <a:pPr marL="400050" lvl="1" indent="0">
              <a:buNone/>
            </a:pPr>
            <a:r>
              <a:rPr lang="en-US" dirty="0"/>
              <a:t>Favorable outcomes ÷ Total outcomes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Industry Examples:</a:t>
            </a:r>
          </a:p>
          <a:p>
            <a:pPr marL="400050" lvl="1" indent="0">
              <a:buNone/>
            </a:pPr>
            <a:r>
              <a:rPr lang="en-US" dirty="0"/>
              <a:t>- Loan default probability</a:t>
            </a:r>
          </a:p>
          <a:p>
            <a:pPr marL="400050" lvl="1" indent="0">
              <a:buNone/>
            </a:pPr>
            <a:r>
              <a:rPr lang="en-US" dirty="0"/>
              <a:t>- Ad click probability</a:t>
            </a:r>
          </a:p>
        </p:txBody>
      </p:sp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A4CB9D04-0E9D-F055-9246-887C5E66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03" r="3074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BB415C2A-ECC7-8056-B88E-BE213CB32C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65" r="15441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934165"/>
          </a:xfrm>
        </p:spPr>
        <p:txBody>
          <a:bodyPr>
            <a:normAutofit/>
          </a:bodyPr>
          <a:lstStyle/>
          <a:p>
            <a:r>
              <a:rPr lang="en-GB" sz="3500" dirty="0"/>
              <a:t>Random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0051" y="1371601"/>
            <a:ext cx="4832350" cy="5020878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Numeric outcome of a random process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Examples: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dirty="0"/>
              <a:t>Customers per hour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dirty="0"/>
              <a:t>Daily sales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dirty="0"/>
              <a:t>Website errors per day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Industry Use:</a:t>
            </a:r>
          </a:p>
          <a:p>
            <a:pPr marL="857250" lvl="1" indent="-457200"/>
            <a:r>
              <a:rPr lang="en-US" dirty="0"/>
              <a:t>Forecasting</a:t>
            </a:r>
          </a:p>
          <a:p>
            <a:pPr marL="857250" lvl="1" indent="-457200"/>
            <a:r>
              <a:rPr lang="en-US" dirty="0"/>
              <a:t>Simulation</a:t>
            </a:r>
          </a:p>
          <a:p>
            <a:pPr marL="857250" lvl="1" indent="-457200"/>
            <a:r>
              <a:rPr lang="en-US" dirty="0"/>
              <a:t>AI models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400">
                <a:solidFill>
                  <a:srgbClr val="FFFFFF"/>
                </a:solidFill>
              </a:rPr>
              <a:t>Joint, Conditional &amp; Marginal Probability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E45566-5885-A2FA-2649-A1D867C1A8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3358415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300">
                <a:solidFill>
                  <a:srgbClr val="FFFFFF"/>
                </a:solidFill>
              </a:rPr>
              <a:t>Probabilistic Sampling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4259C8-89BE-004B-9A90-5795073D64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381084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Synthetic Data Generation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427905-6698-B3DB-3642-AFCA621B33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807701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700"/>
              <a:t>Uniform Distribution</a:t>
            </a:r>
          </a:p>
        </p:txBody>
      </p:sp>
      <p:sp>
        <p:nvSpPr>
          <p:cNvPr id="103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1457BF-ADF0-74DA-2110-4E2206BF40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0" t="4442" r="13566" b="51073"/>
          <a:stretch>
            <a:fillRect/>
          </a:stretch>
        </p:blipFill>
        <p:spPr bwMode="auto">
          <a:xfrm>
            <a:off x="4574286" y="2257858"/>
            <a:ext cx="4094226" cy="234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D7E424-6095-2453-5272-F6D0E942E9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782085"/>
              </p:ext>
            </p:extLst>
          </p:nvPr>
        </p:nvGraphicFramePr>
        <p:xfrm>
          <a:off x="473202" y="2660904"/>
          <a:ext cx="4181348" cy="3936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700"/>
              <a:t>Normal Distribution</a:t>
            </a:r>
          </a:p>
        </p:txBody>
      </p:sp>
      <p:sp>
        <p:nvSpPr>
          <p:cNvPr id="615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74E5270-4E47-4F8B-1DD4-5630DD100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5" t="48925" r="13566" b="6709"/>
          <a:stretch>
            <a:fillRect/>
          </a:stretch>
        </p:blipFill>
        <p:spPr bwMode="auto">
          <a:xfrm>
            <a:off x="4574286" y="2275135"/>
            <a:ext cx="4094226" cy="230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A5865D-B1C3-95E6-8FE8-66F7D6911A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7722810"/>
              </p:ext>
            </p:extLst>
          </p:nvPr>
        </p:nvGraphicFramePr>
        <p:xfrm>
          <a:off x="473202" y="2660904"/>
          <a:ext cx="3614166" cy="354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Normal Distribution in Industry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E1EC2A-3FB4-7986-DFE2-0641425E3C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4272047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Connecting Statistics to AI &amp; Analytics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071A5E-D020-A3B1-BFA3-493DAC4866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4430364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C02932F-090A-2A4F-EB7A-3EF85004B3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4050" y="2216021"/>
          <a:ext cx="8229600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932</Words>
  <Application>Microsoft Office PowerPoint</Application>
  <PresentationFormat>On-screen Show (4:3)</PresentationFormat>
  <Paragraphs>266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Courier New</vt:lpstr>
      <vt:lpstr>Times New Roman</vt:lpstr>
      <vt:lpstr>Wingdings</vt:lpstr>
      <vt:lpstr>Office Theme</vt:lpstr>
      <vt:lpstr>Slide</vt:lpstr>
      <vt:lpstr>Statistics &amp; Probability for Industry Applications</vt:lpstr>
      <vt:lpstr>Why This Matters in Industry</vt:lpstr>
      <vt:lpstr>PowerPoint Presentation</vt:lpstr>
      <vt:lpstr>Types</vt:lpstr>
      <vt:lpstr>What is Descriptive Statistics?</vt:lpstr>
      <vt:lpstr>PowerPoint Presentation</vt:lpstr>
      <vt:lpstr>Measures of Central Tendency – Mean</vt:lpstr>
      <vt:lpstr>Median</vt:lpstr>
      <vt:lpstr>Mode</vt:lpstr>
      <vt:lpstr>Comparing Mean vs Median vs Mode</vt:lpstr>
      <vt:lpstr>Measures of Central Tendency</vt:lpstr>
      <vt:lpstr>Measures of Dispersion</vt:lpstr>
      <vt:lpstr>Range</vt:lpstr>
      <vt:lpstr>Variance</vt:lpstr>
      <vt:lpstr>Standard Deviation</vt:lpstr>
      <vt:lpstr>Interquartile Range (IQR)</vt:lpstr>
      <vt:lpstr>Percentiles &amp; Quartiles</vt:lpstr>
      <vt:lpstr>Five-Number Summary</vt:lpstr>
      <vt:lpstr>Frequency Distributions</vt:lpstr>
      <vt:lpstr>PowerPoint Presentation</vt:lpstr>
      <vt:lpstr>Interpreting Summary Statistics</vt:lpstr>
      <vt:lpstr>Probability</vt:lpstr>
      <vt:lpstr>Why Probability Matters</vt:lpstr>
      <vt:lpstr>Basic Probability Concepts</vt:lpstr>
      <vt:lpstr>Random Variables</vt:lpstr>
      <vt:lpstr>Joint, Conditional &amp; Marginal Probability</vt:lpstr>
      <vt:lpstr>Probabilistic Sampling</vt:lpstr>
      <vt:lpstr>Synthetic Data Generation</vt:lpstr>
      <vt:lpstr>Uniform Distribution</vt:lpstr>
      <vt:lpstr>Normal Distribution</vt:lpstr>
      <vt:lpstr>Normal Distribution in Industry</vt:lpstr>
      <vt:lpstr>Connecting Statistics to AI &amp; Analytics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Sivakumar Krishnamoorthy</cp:lastModifiedBy>
  <cp:revision>62</cp:revision>
  <dcterms:created xsi:type="dcterms:W3CDTF">2013-01-27T09:14:16Z</dcterms:created>
  <dcterms:modified xsi:type="dcterms:W3CDTF">2026-01-12T03:35:19Z</dcterms:modified>
  <cp:category/>
</cp:coreProperties>
</file>