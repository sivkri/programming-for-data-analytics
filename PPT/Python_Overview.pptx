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0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38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2A608-1261-44E2-9A82-371DD1C12B3E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0528A68-E2BD-441E-9F9D-2AB627EFD62B}">
      <dgm:prSet custT="1"/>
      <dgm:spPr/>
      <dgm:t>
        <a:bodyPr/>
        <a:lstStyle/>
        <a:p>
          <a:r>
            <a:rPr lang="en-US" sz="2400" dirty="0"/>
            <a:t>Python is a high-level, interpreted programming language.</a:t>
          </a:r>
        </a:p>
      </dgm:t>
    </dgm:pt>
    <dgm:pt modelId="{E959DE77-0E5E-45B4-9D10-32089D0FAF5D}" type="parTrans" cxnId="{16110ED6-8BAB-4C71-8865-2A680A6876E2}">
      <dgm:prSet/>
      <dgm:spPr/>
      <dgm:t>
        <a:bodyPr/>
        <a:lstStyle/>
        <a:p>
          <a:endParaRPr lang="en-US" sz="2800"/>
        </a:p>
      </dgm:t>
    </dgm:pt>
    <dgm:pt modelId="{5AA5871C-78AC-4387-B9A5-A21915906813}" type="sibTrans" cxnId="{16110ED6-8BAB-4C71-8865-2A680A6876E2}">
      <dgm:prSet/>
      <dgm:spPr/>
      <dgm:t>
        <a:bodyPr/>
        <a:lstStyle/>
        <a:p>
          <a:endParaRPr lang="en-US" sz="2800"/>
        </a:p>
      </dgm:t>
    </dgm:pt>
    <dgm:pt modelId="{DC7063FD-3ABE-45CB-90A4-E15FD215F261}">
      <dgm:prSet custT="1"/>
      <dgm:spPr/>
      <dgm:t>
        <a:bodyPr/>
        <a:lstStyle/>
        <a:p>
          <a:r>
            <a:rPr lang="en-US" sz="2400"/>
            <a:t>Created by Guido van Rossum in 1991.</a:t>
          </a:r>
        </a:p>
      </dgm:t>
    </dgm:pt>
    <dgm:pt modelId="{81A35CFA-685C-40FC-917E-7B500B467AFE}" type="parTrans" cxnId="{D1CDFEE0-DBEA-423C-BAAB-E00F5209A9A6}">
      <dgm:prSet/>
      <dgm:spPr/>
      <dgm:t>
        <a:bodyPr/>
        <a:lstStyle/>
        <a:p>
          <a:endParaRPr lang="en-US" sz="2800"/>
        </a:p>
      </dgm:t>
    </dgm:pt>
    <dgm:pt modelId="{71CF5814-09E9-47C7-A331-688BC62166B3}" type="sibTrans" cxnId="{D1CDFEE0-DBEA-423C-BAAB-E00F5209A9A6}">
      <dgm:prSet/>
      <dgm:spPr/>
      <dgm:t>
        <a:bodyPr/>
        <a:lstStyle/>
        <a:p>
          <a:endParaRPr lang="en-US" sz="2800"/>
        </a:p>
      </dgm:t>
    </dgm:pt>
    <dgm:pt modelId="{7ED2B091-C046-40CC-AAA4-0C68C20B53CE}">
      <dgm:prSet custT="1"/>
      <dgm:spPr/>
      <dgm:t>
        <a:bodyPr/>
        <a:lstStyle/>
        <a:p>
          <a:r>
            <a:rPr lang="en-US" sz="2400" dirty="0"/>
            <a:t>Used for Analytics, Web development, Data science, AI, ML and Automation.</a:t>
          </a:r>
        </a:p>
      </dgm:t>
    </dgm:pt>
    <dgm:pt modelId="{0CB3C56B-2AEA-4761-AE9A-ED9D6236EF71}" type="parTrans" cxnId="{FADA574B-A9F4-47A6-8C9E-F3830A7A8D81}">
      <dgm:prSet/>
      <dgm:spPr/>
      <dgm:t>
        <a:bodyPr/>
        <a:lstStyle/>
        <a:p>
          <a:endParaRPr lang="en-US" sz="2800"/>
        </a:p>
      </dgm:t>
    </dgm:pt>
    <dgm:pt modelId="{61CDD674-5EF4-4E5D-8037-32AD98B43689}" type="sibTrans" cxnId="{FADA574B-A9F4-47A6-8C9E-F3830A7A8D81}">
      <dgm:prSet/>
      <dgm:spPr/>
      <dgm:t>
        <a:bodyPr/>
        <a:lstStyle/>
        <a:p>
          <a:endParaRPr lang="en-US" sz="2800"/>
        </a:p>
      </dgm:t>
    </dgm:pt>
    <dgm:pt modelId="{6D22C3CC-ADF2-4F32-8155-DA9A2CFD7FC8}">
      <dgm:prSet custT="1"/>
      <dgm:spPr/>
      <dgm:t>
        <a:bodyPr/>
        <a:lstStyle/>
        <a:p>
          <a:r>
            <a:rPr lang="en-US" sz="2400"/>
            <a:t>Features: Easy to learn, open-source, portable, and has rich libraries.</a:t>
          </a:r>
        </a:p>
      </dgm:t>
    </dgm:pt>
    <dgm:pt modelId="{C6BF744F-4A52-4FE8-891F-D89705C8016F}" type="parTrans" cxnId="{EE331D43-C851-4051-AB20-6FB75F0716C8}">
      <dgm:prSet/>
      <dgm:spPr/>
      <dgm:t>
        <a:bodyPr/>
        <a:lstStyle/>
        <a:p>
          <a:endParaRPr lang="en-US" sz="2800"/>
        </a:p>
      </dgm:t>
    </dgm:pt>
    <dgm:pt modelId="{C52303AB-E93E-444A-9F7D-5A76EFE48980}" type="sibTrans" cxnId="{EE331D43-C851-4051-AB20-6FB75F0716C8}">
      <dgm:prSet/>
      <dgm:spPr/>
      <dgm:t>
        <a:bodyPr/>
        <a:lstStyle/>
        <a:p>
          <a:endParaRPr lang="en-US" sz="2800"/>
        </a:p>
      </dgm:t>
    </dgm:pt>
    <dgm:pt modelId="{57580553-3A9B-44C0-B44D-36AF6E71F7AD}">
      <dgm:prSet custT="1"/>
      <dgm:spPr/>
      <dgm:t>
        <a:bodyPr/>
        <a:lstStyle/>
        <a:p>
          <a:r>
            <a:rPr lang="en-US" sz="2400" dirty="0"/>
            <a:t>Popular IDEs: IDLE, PyCharm, VS Code, </a:t>
          </a:r>
          <a:r>
            <a:rPr lang="en-US" sz="2400" dirty="0" err="1"/>
            <a:t>Jupyter</a:t>
          </a:r>
          <a:r>
            <a:rPr lang="en-US" sz="2400" dirty="0"/>
            <a:t> Notebook, Colab.</a:t>
          </a:r>
        </a:p>
      </dgm:t>
    </dgm:pt>
    <dgm:pt modelId="{8A8D277A-C2A2-487F-8975-521620656C8A}" type="parTrans" cxnId="{DC71EB05-EE95-4729-B946-9CE1F858EDF8}">
      <dgm:prSet/>
      <dgm:spPr/>
      <dgm:t>
        <a:bodyPr/>
        <a:lstStyle/>
        <a:p>
          <a:endParaRPr lang="en-US" sz="2800"/>
        </a:p>
      </dgm:t>
    </dgm:pt>
    <dgm:pt modelId="{0EA4BDDE-2C1F-4E9E-B847-921F382B9BED}" type="sibTrans" cxnId="{DC71EB05-EE95-4729-B946-9CE1F858EDF8}">
      <dgm:prSet/>
      <dgm:spPr/>
      <dgm:t>
        <a:bodyPr/>
        <a:lstStyle/>
        <a:p>
          <a:endParaRPr lang="en-US" sz="2800"/>
        </a:p>
      </dgm:t>
    </dgm:pt>
    <dgm:pt modelId="{6CE0EE84-3E12-4815-9A11-F5CDFC088DAB}" type="pres">
      <dgm:prSet presAssocID="{D362A608-1261-44E2-9A82-371DD1C12B3E}" presName="linear" presStyleCnt="0">
        <dgm:presLayoutVars>
          <dgm:animLvl val="lvl"/>
          <dgm:resizeHandles val="exact"/>
        </dgm:presLayoutVars>
      </dgm:prSet>
      <dgm:spPr/>
    </dgm:pt>
    <dgm:pt modelId="{741F8D73-94E0-4F93-864E-F1D28D5309A5}" type="pres">
      <dgm:prSet presAssocID="{D0528A68-E2BD-441E-9F9D-2AB627EFD6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C42E725-63B9-437C-9A8B-18336666B2C0}" type="pres">
      <dgm:prSet presAssocID="{5AA5871C-78AC-4387-B9A5-A21915906813}" presName="spacer" presStyleCnt="0"/>
      <dgm:spPr/>
    </dgm:pt>
    <dgm:pt modelId="{B3FA4554-C1EF-4163-95DE-4C7B24558ED1}" type="pres">
      <dgm:prSet presAssocID="{DC7063FD-3ABE-45CB-90A4-E15FD215F26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B110419-9408-4A9D-9A05-1F47B70AF2E2}" type="pres">
      <dgm:prSet presAssocID="{71CF5814-09E9-47C7-A331-688BC62166B3}" presName="spacer" presStyleCnt="0"/>
      <dgm:spPr/>
    </dgm:pt>
    <dgm:pt modelId="{310849E5-30E6-4140-874A-E8F42E47FB1C}" type="pres">
      <dgm:prSet presAssocID="{7ED2B091-C046-40CC-AAA4-0C68C20B53C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D432F63-1414-49F9-A913-64D99B5320EB}" type="pres">
      <dgm:prSet presAssocID="{61CDD674-5EF4-4E5D-8037-32AD98B43689}" presName="spacer" presStyleCnt="0"/>
      <dgm:spPr/>
    </dgm:pt>
    <dgm:pt modelId="{69CBAD2A-2899-4922-ADF5-D56CE18F9CB2}" type="pres">
      <dgm:prSet presAssocID="{6D22C3CC-ADF2-4F32-8155-DA9A2CFD7F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D5364A-471E-4FD7-A9D4-451A7028CC00}" type="pres">
      <dgm:prSet presAssocID="{C52303AB-E93E-444A-9F7D-5A76EFE48980}" presName="spacer" presStyleCnt="0"/>
      <dgm:spPr/>
    </dgm:pt>
    <dgm:pt modelId="{705CC6FA-AFF7-4077-913A-882307A1D371}" type="pres">
      <dgm:prSet presAssocID="{57580553-3A9B-44C0-B44D-36AF6E71F7A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C71EB05-EE95-4729-B946-9CE1F858EDF8}" srcId="{D362A608-1261-44E2-9A82-371DD1C12B3E}" destId="{57580553-3A9B-44C0-B44D-36AF6E71F7AD}" srcOrd="4" destOrd="0" parTransId="{8A8D277A-C2A2-487F-8975-521620656C8A}" sibTransId="{0EA4BDDE-2C1F-4E9E-B847-921F382B9BED}"/>
    <dgm:cxn modelId="{5A1C430D-1B8F-4765-939A-A56AC8DE5623}" type="presOf" srcId="{D362A608-1261-44E2-9A82-371DD1C12B3E}" destId="{6CE0EE84-3E12-4815-9A11-F5CDFC088DAB}" srcOrd="0" destOrd="0" presId="urn:microsoft.com/office/officeart/2005/8/layout/vList2"/>
    <dgm:cxn modelId="{3266BE28-C1B3-4144-8E53-4C5921469589}" type="presOf" srcId="{DC7063FD-3ABE-45CB-90A4-E15FD215F261}" destId="{B3FA4554-C1EF-4163-95DE-4C7B24558ED1}" srcOrd="0" destOrd="0" presId="urn:microsoft.com/office/officeart/2005/8/layout/vList2"/>
    <dgm:cxn modelId="{637D1C34-9422-4ABB-A741-5CBB856BFD9A}" type="presOf" srcId="{D0528A68-E2BD-441E-9F9D-2AB627EFD62B}" destId="{741F8D73-94E0-4F93-864E-F1D28D5309A5}" srcOrd="0" destOrd="0" presId="urn:microsoft.com/office/officeart/2005/8/layout/vList2"/>
    <dgm:cxn modelId="{8710BB41-D52E-4038-A9DA-04E5B4BA9AF8}" type="presOf" srcId="{6D22C3CC-ADF2-4F32-8155-DA9A2CFD7FC8}" destId="{69CBAD2A-2899-4922-ADF5-D56CE18F9CB2}" srcOrd="0" destOrd="0" presId="urn:microsoft.com/office/officeart/2005/8/layout/vList2"/>
    <dgm:cxn modelId="{EE331D43-C851-4051-AB20-6FB75F0716C8}" srcId="{D362A608-1261-44E2-9A82-371DD1C12B3E}" destId="{6D22C3CC-ADF2-4F32-8155-DA9A2CFD7FC8}" srcOrd="3" destOrd="0" parTransId="{C6BF744F-4A52-4FE8-891F-D89705C8016F}" sibTransId="{C52303AB-E93E-444A-9F7D-5A76EFE48980}"/>
    <dgm:cxn modelId="{FADA574B-A9F4-47A6-8C9E-F3830A7A8D81}" srcId="{D362A608-1261-44E2-9A82-371DD1C12B3E}" destId="{7ED2B091-C046-40CC-AAA4-0C68C20B53CE}" srcOrd="2" destOrd="0" parTransId="{0CB3C56B-2AEA-4761-AE9A-ED9D6236EF71}" sibTransId="{61CDD674-5EF4-4E5D-8037-32AD98B43689}"/>
    <dgm:cxn modelId="{16110ED6-8BAB-4C71-8865-2A680A6876E2}" srcId="{D362A608-1261-44E2-9A82-371DD1C12B3E}" destId="{D0528A68-E2BD-441E-9F9D-2AB627EFD62B}" srcOrd="0" destOrd="0" parTransId="{E959DE77-0E5E-45B4-9D10-32089D0FAF5D}" sibTransId="{5AA5871C-78AC-4387-B9A5-A21915906813}"/>
    <dgm:cxn modelId="{D1CDFEE0-DBEA-423C-BAAB-E00F5209A9A6}" srcId="{D362A608-1261-44E2-9A82-371DD1C12B3E}" destId="{DC7063FD-3ABE-45CB-90A4-E15FD215F261}" srcOrd="1" destOrd="0" parTransId="{81A35CFA-685C-40FC-917E-7B500B467AFE}" sibTransId="{71CF5814-09E9-47C7-A331-688BC62166B3}"/>
    <dgm:cxn modelId="{054686EF-17C6-455A-B926-31891A1F2764}" type="presOf" srcId="{57580553-3A9B-44C0-B44D-36AF6E71F7AD}" destId="{705CC6FA-AFF7-4077-913A-882307A1D371}" srcOrd="0" destOrd="0" presId="urn:microsoft.com/office/officeart/2005/8/layout/vList2"/>
    <dgm:cxn modelId="{B7EC26F4-F225-4009-A572-A4C6BEFE1733}" type="presOf" srcId="{7ED2B091-C046-40CC-AAA4-0C68C20B53CE}" destId="{310849E5-30E6-4140-874A-E8F42E47FB1C}" srcOrd="0" destOrd="0" presId="urn:microsoft.com/office/officeart/2005/8/layout/vList2"/>
    <dgm:cxn modelId="{363E7051-3332-4B31-8AE4-842E81BE0066}" type="presParOf" srcId="{6CE0EE84-3E12-4815-9A11-F5CDFC088DAB}" destId="{741F8D73-94E0-4F93-864E-F1D28D5309A5}" srcOrd="0" destOrd="0" presId="urn:microsoft.com/office/officeart/2005/8/layout/vList2"/>
    <dgm:cxn modelId="{21942640-7C87-4905-BD53-C962DA141AA2}" type="presParOf" srcId="{6CE0EE84-3E12-4815-9A11-F5CDFC088DAB}" destId="{5C42E725-63B9-437C-9A8B-18336666B2C0}" srcOrd="1" destOrd="0" presId="urn:microsoft.com/office/officeart/2005/8/layout/vList2"/>
    <dgm:cxn modelId="{97195DF1-28BE-4E4F-921A-5200789D47E9}" type="presParOf" srcId="{6CE0EE84-3E12-4815-9A11-F5CDFC088DAB}" destId="{B3FA4554-C1EF-4163-95DE-4C7B24558ED1}" srcOrd="2" destOrd="0" presId="urn:microsoft.com/office/officeart/2005/8/layout/vList2"/>
    <dgm:cxn modelId="{F07956FB-00C8-44DA-BA42-21EC6E814279}" type="presParOf" srcId="{6CE0EE84-3E12-4815-9A11-F5CDFC088DAB}" destId="{CB110419-9408-4A9D-9A05-1F47B70AF2E2}" srcOrd="3" destOrd="0" presId="urn:microsoft.com/office/officeart/2005/8/layout/vList2"/>
    <dgm:cxn modelId="{F6AAA720-1802-49B0-AE7B-85751612C059}" type="presParOf" srcId="{6CE0EE84-3E12-4815-9A11-F5CDFC088DAB}" destId="{310849E5-30E6-4140-874A-E8F42E47FB1C}" srcOrd="4" destOrd="0" presId="urn:microsoft.com/office/officeart/2005/8/layout/vList2"/>
    <dgm:cxn modelId="{CF8956E6-B80D-41A6-A89B-BD963C34D0D2}" type="presParOf" srcId="{6CE0EE84-3E12-4815-9A11-F5CDFC088DAB}" destId="{CD432F63-1414-49F9-A913-64D99B5320EB}" srcOrd="5" destOrd="0" presId="urn:microsoft.com/office/officeart/2005/8/layout/vList2"/>
    <dgm:cxn modelId="{BDEA4096-4D92-4E97-8AEE-90EACFA4E66F}" type="presParOf" srcId="{6CE0EE84-3E12-4815-9A11-F5CDFC088DAB}" destId="{69CBAD2A-2899-4922-ADF5-D56CE18F9CB2}" srcOrd="6" destOrd="0" presId="urn:microsoft.com/office/officeart/2005/8/layout/vList2"/>
    <dgm:cxn modelId="{CE7E066D-ED65-44BF-82AD-40AA9588EED7}" type="presParOf" srcId="{6CE0EE84-3E12-4815-9A11-F5CDFC088DAB}" destId="{CFD5364A-471E-4FD7-A9D4-451A7028CC00}" srcOrd="7" destOrd="0" presId="urn:microsoft.com/office/officeart/2005/8/layout/vList2"/>
    <dgm:cxn modelId="{BF3F1C43-78A5-4551-ACF6-A6BDE3E6DFAE}" type="presParOf" srcId="{6CE0EE84-3E12-4815-9A11-F5CDFC088DAB}" destId="{705CC6FA-AFF7-4077-913A-882307A1D371}" srcOrd="8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F68B81-A436-4023-9141-0405FB8ECFF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1EAFA34-0BDB-4703-A023-E97B0A1F3A56}">
      <dgm:prSet/>
      <dgm:spPr/>
      <dgm:t>
        <a:bodyPr/>
        <a:lstStyle/>
        <a:p>
          <a:r>
            <a:rPr lang="en-US"/>
            <a:t>Example:</a:t>
          </a:r>
        </a:p>
      </dgm:t>
    </dgm:pt>
    <dgm:pt modelId="{EB2C6195-CC78-4180-ACC3-B431C14C696A}" type="parTrans" cxnId="{865E6868-D9DC-44B5-B67B-BB3AF7C1C531}">
      <dgm:prSet/>
      <dgm:spPr/>
      <dgm:t>
        <a:bodyPr/>
        <a:lstStyle/>
        <a:p>
          <a:endParaRPr lang="en-US"/>
        </a:p>
      </dgm:t>
    </dgm:pt>
    <dgm:pt modelId="{E81701B7-35A6-4847-999C-CD83705E2570}" type="sibTrans" cxnId="{865E6868-D9DC-44B5-B67B-BB3AF7C1C531}">
      <dgm:prSet/>
      <dgm:spPr/>
      <dgm:t>
        <a:bodyPr/>
        <a:lstStyle/>
        <a:p>
          <a:endParaRPr lang="en-US"/>
        </a:p>
      </dgm:t>
    </dgm:pt>
    <dgm:pt modelId="{A5CE67F5-8E5F-4CF0-B86D-2B3241C9A5D2}">
      <dgm:prSet/>
      <dgm:spPr/>
      <dgm:t>
        <a:bodyPr/>
        <a:lstStyle/>
        <a:p>
          <a:r>
            <a:rPr lang="en-US"/>
            <a:t>a = </a:t>
          </a:r>
          <a:r>
            <a:rPr lang="en-GB"/>
            <a:t>9</a:t>
          </a:r>
          <a:r>
            <a:rPr lang="en-US"/>
            <a:t>      # int</a:t>
          </a:r>
        </a:p>
      </dgm:t>
    </dgm:pt>
    <dgm:pt modelId="{A82BB490-3758-49FF-AB40-3A4233B3D8F6}" type="parTrans" cxnId="{A60410EB-F24B-49B1-B386-3B4DE416517D}">
      <dgm:prSet/>
      <dgm:spPr/>
      <dgm:t>
        <a:bodyPr/>
        <a:lstStyle/>
        <a:p>
          <a:endParaRPr lang="en-US"/>
        </a:p>
      </dgm:t>
    </dgm:pt>
    <dgm:pt modelId="{8630CF28-8644-420A-A67A-30FDC874518A}" type="sibTrans" cxnId="{A60410EB-F24B-49B1-B386-3B4DE416517D}">
      <dgm:prSet/>
      <dgm:spPr/>
      <dgm:t>
        <a:bodyPr/>
        <a:lstStyle/>
        <a:p>
          <a:endParaRPr lang="en-US"/>
        </a:p>
      </dgm:t>
    </dgm:pt>
    <dgm:pt modelId="{D3CAFAF4-F25C-4E2A-B663-D459741ACD91}">
      <dgm:prSet/>
      <dgm:spPr/>
      <dgm:t>
        <a:bodyPr/>
        <a:lstStyle/>
        <a:p>
          <a:r>
            <a:rPr lang="en-US"/>
            <a:t>b = 3.14   # float</a:t>
          </a:r>
        </a:p>
      </dgm:t>
    </dgm:pt>
    <dgm:pt modelId="{443C0E73-F095-4B29-B146-2B30EFAE12D4}" type="parTrans" cxnId="{C9B63B90-5B34-46C5-BA2D-8DCCDCA17786}">
      <dgm:prSet/>
      <dgm:spPr/>
      <dgm:t>
        <a:bodyPr/>
        <a:lstStyle/>
        <a:p>
          <a:endParaRPr lang="en-US"/>
        </a:p>
      </dgm:t>
    </dgm:pt>
    <dgm:pt modelId="{DB30A94C-6CFD-4643-8F0C-A03228CEB8E5}" type="sibTrans" cxnId="{C9B63B90-5B34-46C5-BA2D-8DCCDCA17786}">
      <dgm:prSet/>
      <dgm:spPr/>
      <dgm:t>
        <a:bodyPr/>
        <a:lstStyle/>
        <a:p>
          <a:endParaRPr lang="en-US"/>
        </a:p>
      </dgm:t>
    </dgm:pt>
    <dgm:pt modelId="{564B79CD-C6A1-4F6D-97E0-D764ADDEEC5A}">
      <dgm:prSet/>
      <dgm:spPr/>
      <dgm:t>
        <a:bodyPr/>
        <a:lstStyle/>
        <a:p>
          <a:r>
            <a:rPr lang="en-US"/>
            <a:t>name = </a:t>
          </a:r>
          <a:r>
            <a:rPr lang="en-GB"/>
            <a:t>'Siva</a:t>
          </a:r>
          <a:r>
            <a:rPr lang="en-US"/>
            <a:t>'  # string</a:t>
          </a:r>
        </a:p>
      </dgm:t>
    </dgm:pt>
    <dgm:pt modelId="{1FB6AC62-8C22-4DBA-A174-C400E76B824B}" type="parTrans" cxnId="{882FA0E1-80E9-401B-A24D-164B864B105A}">
      <dgm:prSet/>
      <dgm:spPr/>
      <dgm:t>
        <a:bodyPr/>
        <a:lstStyle/>
        <a:p>
          <a:endParaRPr lang="en-US"/>
        </a:p>
      </dgm:t>
    </dgm:pt>
    <dgm:pt modelId="{4F884668-CFC8-468A-B1C4-AE5586CB0C13}" type="sibTrans" cxnId="{882FA0E1-80E9-401B-A24D-164B864B105A}">
      <dgm:prSet/>
      <dgm:spPr/>
      <dgm:t>
        <a:bodyPr/>
        <a:lstStyle/>
        <a:p>
          <a:endParaRPr lang="en-US"/>
        </a:p>
      </dgm:t>
    </dgm:pt>
    <dgm:pt modelId="{098D56A9-7DAA-4EFB-81FF-C874BFE866C0}">
      <dgm:prSet/>
      <dgm:spPr/>
      <dgm:t>
        <a:bodyPr/>
        <a:lstStyle/>
        <a:p>
          <a:r>
            <a:rPr lang="en-US" err="1"/>
            <a:t>is_active</a:t>
          </a:r>
          <a:r>
            <a:rPr lang="en-US"/>
            <a:t> = True  # </a:t>
          </a:r>
          <a:r>
            <a:rPr lang="en-US" err="1"/>
            <a:t>boolean</a:t>
          </a:r>
          <a:endParaRPr lang="en-US"/>
        </a:p>
      </dgm:t>
    </dgm:pt>
    <dgm:pt modelId="{22250B6F-C02A-4A14-8D88-955F3B93489E}" type="parTrans" cxnId="{B616671D-8E56-4F31-82CA-9242254058DF}">
      <dgm:prSet/>
      <dgm:spPr/>
      <dgm:t>
        <a:bodyPr/>
        <a:lstStyle/>
        <a:p>
          <a:endParaRPr lang="en-US"/>
        </a:p>
      </dgm:t>
    </dgm:pt>
    <dgm:pt modelId="{31E7325E-B2CD-430A-9861-3311009428FF}" type="sibTrans" cxnId="{B616671D-8E56-4F31-82CA-9242254058DF}">
      <dgm:prSet/>
      <dgm:spPr/>
      <dgm:t>
        <a:bodyPr/>
        <a:lstStyle/>
        <a:p>
          <a:endParaRPr lang="en-US"/>
        </a:p>
      </dgm:t>
    </dgm:pt>
    <dgm:pt modelId="{D1C0B485-3D1D-4FB1-A4DF-53FC4917E99E}" type="pres">
      <dgm:prSet presAssocID="{77F68B81-A436-4023-9141-0405FB8ECF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2C48BA8-2A36-43E6-9039-99DF595902E1}" type="pres">
      <dgm:prSet presAssocID="{A1EAFA34-0BDB-4703-A023-E97B0A1F3A56}" presName="hierRoot1" presStyleCnt="0">
        <dgm:presLayoutVars>
          <dgm:hierBranch val="init"/>
        </dgm:presLayoutVars>
      </dgm:prSet>
      <dgm:spPr/>
    </dgm:pt>
    <dgm:pt modelId="{57A73A9D-982F-4CC3-9261-8CA6105C9B29}" type="pres">
      <dgm:prSet presAssocID="{A1EAFA34-0BDB-4703-A023-E97B0A1F3A56}" presName="rootComposite1" presStyleCnt="0"/>
      <dgm:spPr/>
    </dgm:pt>
    <dgm:pt modelId="{3C685B9C-3940-4E96-8FF5-BA37EA4908C9}" type="pres">
      <dgm:prSet presAssocID="{A1EAFA34-0BDB-4703-A023-E97B0A1F3A56}" presName="rootText1" presStyleLbl="node0" presStyleIdx="0" presStyleCnt="1" custScaleX="76883">
        <dgm:presLayoutVars>
          <dgm:chPref val="3"/>
        </dgm:presLayoutVars>
      </dgm:prSet>
      <dgm:spPr/>
    </dgm:pt>
    <dgm:pt modelId="{F72A64C0-92B0-479E-9D9E-06AABD97B052}" type="pres">
      <dgm:prSet presAssocID="{A1EAFA34-0BDB-4703-A023-E97B0A1F3A56}" presName="rootConnector1" presStyleLbl="node1" presStyleIdx="0" presStyleCnt="0"/>
      <dgm:spPr/>
    </dgm:pt>
    <dgm:pt modelId="{B3DA4CA6-44DD-4252-B2C5-7D9BC23ADCE5}" type="pres">
      <dgm:prSet presAssocID="{A1EAFA34-0BDB-4703-A023-E97B0A1F3A56}" presName="hierChild2" presStyleCnt="0"/>
      <dgm:spPr/>
    </dgm:pt>
    <dgm:pt modelId="{AA0154AD-0FD1-4CF1-BD7E-151A7874B866}" type="pres">
      <dgm:prSet presAssocID="{A82BB490-3758-49FF-AB40-3A4233B3D8F6}" presName="Name64" presStyleLbl="parChTrans1D2" presStyleIdx="0" presStyleCnt="4"/>
      <dgm:spPr/>
    </dgm:pt>
    <dgm:pt modelId="{D83E8C03-990B-4ADB-B366-8D66D9C9DAC0}" type="pres">
      <dgm:prSet presAssocID="{A5CE67F5-8E5F-4CF0-B86D-2B3241C9A5D2}" presName="hierRoot2" presStyleCnt="0">
        <dgm:presLayoutVars>
          <dgm:hierBranch val="init"/>
        </dgm:presLayoutVars>
      </dgm:prSet>
      <dgm:spPr/>
    </dgm:pt>
    <dgm:pt modelId="{F527E084-8A20-4A85-8E80-BA48A2F74CB6}" type="pres">
      <dgm:prSet presAssocID="{A5CE67F5-8E5F-4CF0-B86D-2B3241C9A5D2}" presName="rootComposite" presStyleCnt="0"/>
      <dgm:spPr/>
    </dgm:pt>
    <dgm:pt modelId="{B2F61B0A-B06E-450C-ADEC-B60A5209FD27}" type="pres">
      <dgm:prSet presAssocID="{A5CE67F5-8E5F-4CF0-B86D-2B3241C9A5D2}" presName="rootText" presStyleLbl="node2" presStyleIdx="0" presStyleCnt="4">
        <dgm:presLayoutVars>
          <dgm:chPref val="3"/>
        </dgm:presLayoutVars>
      </dgm:prSet>
      <dgm:spPr/>
    </dgm:pt>
    <dgm:pt modelId="{E4C8C626-5FF8-4502-B079-A16D3EFCA06F}" type="pres">
      <dgm:prSet presAssocID="{A5CE67F5-8E5F-4CF0-B86D-2B3241C9A5D2}" presName="rootConnector" presStyleLbl="node2" presStyleIdx="0" presStyleCnt="4"/>
      <dgm:spPr/>
    </dgm:pt>
    <dgm:pt modelId="{B3F57B5E-A52E-4ADD-B8A5-84D5D4EB688A}" type="pres">
      <dgm:prSet presAssocID="{A5CE67F5-8E5F-4CF0-B86D-2B3241C9A5D2}" presName="hierChild4" presStyleCnt="0"/>
      <dgm:spPr/>
    </dgm:pt>
    <dgm:pt modelId="{74B77BB1-422C-471F-B975-0064CB157D15}" type="pres">
      <dgm:prSet presAssocID="{A5CE67F5-8E5F-4CF0-B86D-2B3241C9A5D2}" presName="hierChild5" presStyleCnt="0"/>
      <dgm:spPr/>
    </dgm:pt>
    <dgm:pt modelId="{90E5DCB5-66C7-4421-9083-76C45F989B14}" type="pres">
      <dgm:prSet presAssocID="{443C0E73-F095-4B29-B146-2B30EFAE12D4}" presName="Name64" presStyleLbl="parChTrans1D2" presStyleIdx="1" presStyleCnt="4"/>
      <dgm:spPr/>
    </dgm:pt>
    <dgm:pt modelId="{906CE099-7341-440B-91D5-F64C316978DA}" type="pres">
      <dgm:prSet presAssocID="{D3CAFAF4-F25C-4E2A-B663-D459741ACD91}" presName="hierRoot2" presStyleCnt="0">
        <dgm:presLayoutVars>
          <dgm:hierBranch val="init"/>
        </dgm:presLayoutVars>
      </dgm:prSet>
      <dgm:spPr/>
    </dgm:pt>
    <dgm:pt modelId="{450C83F2-2E37-4548-AFD3-159BDAA07F19}" type="pres">
      <dgm:prSet presAssocID="{D3CAFAF4-F25C-4E2A-B663-D459741ACD91}" presName="rootComposite" presStyleCnt="0"/>
      <dgm:spPr/>
    </dgm:pt>
    <dgm:pt modelId="{C354C449-E25B-4476-92B8-8164DB9D41BB}" type="pres">
      <dgm:prSet presAssocID="{D3CAFAF4-F25C-4E2A-B663-D459741ACD91}" presName="rootText" presStyleLbl="node2" presStyleIdx="1" presStyleCnt="4">
        <dgm:presLayoutVars>
          <dgm:chPref val="3"/>
        </dgm:presLayoutVars>
      </dgm:prSet>
      <dgm:spPr/>
    </dgm:pt>
    <dgm:pt modelId="{D4F46888-925D-4AAA-9D76-1DAAB9DB4668}" type="pres">
      <dgm:prSet presAssocID="{D3CAFAF4-F25C-4E2A-B663-D459741ACD91}" presName="rootConnector" presStyleLbl="node2" presStyleIdx="1" presStyleCnt="4"/>
      <dgm:spPr/>
    </dgm:pt>
    <dgm:pt modelId="{BE0C85F8-6F9A-4A9E-8BDD-36A54F6F48F1}" type="pres">
      <dgm:prSet presAssocID="{D3CAFAF4-F25C-4E2A-B663-D459741ACD91}" presName="hierChild4" presStyleCnt="0"/>
      <dgm:spPr/>
    </dgm:pt>
    <dgm:pt modelId="{3BC98376-B3D0-40E6-B64E-6934ADB123E1}" type="pres">
      <dgm:prSet presAssocID="{D3CAFAF4-F25C-4E2A-B663-D459741ACD91}" presName="hierChild5" presStyleCnt="0"/>
      <dgm:spPr/>
    </dgm:pt>
    <dgm:pt modelId="{08696656-12DC-42F3-ADD2-7C0A39AE94F9}" type="pres">
      <dgm:prSet presAssocID="{1FB6AC62-8C22-4DBA-A174-C400E76B824B}" presName="Name64" presStyleLbl="parChTrans1D2" presStyleIdx="2" presStyleCnt="4"/>
      <dgm:spPr/>
    </dgm:pt>
    <dgm:pt modelId="{1C9637E0-FD29-4A3B-95E7-C05B73187EB7}" type="pres">
      <dgm:prSet presAssocID="{564B79CD-C6A1-4F6D-97E0-D764ADDEEC5A}" presName="hierRoot2" presStyleCnt="0">
        <dgm:presLayoutVars>
          <dgm:hierBranch val="init"/>
        </dgm:presLayoutVars>
      </dgm:prSet>
      <dgm:spPr/>
    </dgm:pt>
    <dgm:pt modelId="{ED264B80-B09A-4988-BD7A-745E63A5FE7D}" type="pres">
      <dgm:prSet presAssocID="{564B79CD-C6A1-4F6D-97E0-D764ADDEEC5A}" presName="rootComposite" presStyleCnt="0"/>
      <dgm:spPr/>
    </dgm:pt>
    <dgm:pt modelId="{5D5C4353-DA4B-437B-B791-B84F3DE6788E}" type="pres">
      <dgm:prSet presAssocID="{564B79CD-C6A1-4F6D-97E0-D764ADDEEC5A}" presName="rootText" presStyleLbl="node2" presStyleIdx="2" presStyleCnt="4">
        <dgm:presLayoutVars>
          <dgm:chPref val="3"/>
        </dgm:presLayoutVars>
      </dgm:prSet>
      <dgm:spPr/>
    </dgm:pt>
    <dgm:pt modelId="{9500165F-062E-4F86-B546-EA1F5AAEE975}" type="pres">
      <dgm:prSet presAssocID="{564B79CD-C6A1-4F6D-97E0-D764ADDEEC5A}" presName="rootConnector" presStyleLbl="node2" presStyleIdx="2" presStyleCnt="4"/>
      <dgm:spPr/>
    </dgm:pt>
    <dgm:pt modelId="{07FA85C0-EBA9-44EC-8A98-A05F99554C2C}" type="pres">
      <dgm:prSet presAssocID="{564B79CD-C6A1-4F6D-97E0-D764ADDEEC5A}" presName="hierChild4" presStyleCnt="0"/>
      <dgm:spPr/>
    </dgm:pt>
    <dgm:pt modelId="{B76BC8E8-9E2E-4548-A463-018200B5379B}" type="pres">
      <dgm:prSet presAssocID="{564B79CD-C6A1-4F6D-97E0-D764ADDEEC5A}" presName="hierChild5" presStyleCnt="0"/>
      <dgm:spPr/>
    </dgm:pt>
    <dgm:pt modelId="{3452D40F-173F-419A-A8B5-208A55684881}" type="pres">
      <dgm:prSet presAssocID="{22250B6F-C02A-4A14-8D88-955F3B93489E}" presName="Name64" presStyleLbl="parChTrans1D2" presStyleIdx="3" presStyleCnt="4"/>
      <dgm:spPr/>
    </dgm:pt>
    <dgm:pt modelId="{A9FE2D83-2059-41AE-AD61-FD0CF6890D4C}" type="pres">
      <dgm:prSet presAssocID="{098D56A9-7DAA-4EFB-81FF-C874BFE866C0}" presName="hierRoot2" presStyleCnt="0">
        <dgm:presLayoutVars>
          <dgm:hierBranch val="init"/>
        </dgm:presLayoutVars>
      </dgm:prSet>
      <dgm:spPr/>
    </dgm:pt>
    <dgm:pt modelId="{6995AB93-D80A-4DE3-A6A3-C7C0CD602864}" type="pres">
      <dgm:prSet presAssocID="{098D56A9-7DAA-4EFB-81FF-C874BFE866C0}" presName="rootComposite" presStyleCnt="0"/>
      <dgm:spPr/>
    </dgm:pt>
    <dgm:pt modelId="{B9B37A3C-F206-48E0-BCD3-5C11B2F5851A}" type="pres">
      <dgm:prSet presAssocID="{098D56A9-7DAA-4EFB-81FF-C874BFE866C0}" presName="rootText" presStyleLbl="node2" presStyleIdx="3" presStyleCnt="4">
        <dgm:presLayoutVars>
          <dgm:chPref val="3"/>
        </dgm:presLayoutVars>
      </dgm:prSet>
      <dgm:spPr/>
    </dgm:pt>
    <dgm:pt modelId="{FCD571AF-364F-4F8A-B667-695BA360A2CD}" type="pres">
      <dgm:prSet presAssocID="{098D56A9-7DAA-4EFB-81FF-C874BFE866C0}" presName="rootConnector" presStyleLbl="node2" presStyleIdx="3" presStyleCnt="4"/>
      <dgm:spPr/>
    </dgm:pt>
    <dgm:pt modelId="{D2E2D3AB-D5A8-40C7-B63E-4A688A23DF50}" type="pres">
      <dgm:prSet presAssocID="{098D56A9-7DAA-4EFB-81FF-C874BFE866C0}" presName="hierChild4" presStyleCnt="0"/>
      <dgm:spPr/>
    </dgm:pt>
    <dgm:pt modelId="{79878DA3-EE29-4A6B-9AED-AE1944DA9F37}" type="pres">
      <dgm:prSet presAssocID="{098D56A9-7DAA-4EFB-81FF-C874BFE866C0}" presName="hierChild5" presStyleCnt="0"/>
      <dgm:spPr/>
    </dgm:pt>
    <dgm:pt modelId="{A7CE3384-1E46-45BD-9EDA-ECDB9BCA92C9}" type="pres">
      <dgm:prSet presAssocID="{A1EAFA34-0BDB-4703-A023-E97B0A1F3A56}" presName="hierChild3" presStyleCnt="0"/>
      <dgm:spPr/>
    </dgm:pt>
  </dgm:ptLst>
  <dgm:cxnLst>
    <dgm:cxn modelId="{91FB3002-1872-4329-8216-9BB44D240899}" type="presOf" srcId="{22250B6F-C02A-4A14-8D88-955F3B93489E}" destId="{3452D40F-173F-419A-A8B5-208A55684881}" srcOrd="0" destOrd="0" presId="urn:microsoft.com/office/officeart/2009/3/layout/HorizontalOrganizationChart"/>
    <dgm:cxn modelId="{D79DA203-1880-4278-864E-6ACF12D0D8C3}" type="presOf" srcId="{1FB6AC62-8C22-4DBA-A174-C400E76B824B}" destId="{08696656-12DC-42F3-ADD2-7C0A39AE94F9}" srcOrd="0" destOrd="0" presId="urn:microsoft.com/office/officeart/2009/3/layout/HorizontalOrganizationChart"/>
    <dgm:cxn modelId="{F49C340D-D3D6-42F4-AC83-3A59FC3376BF}" type="presOf" srcId="{A82BB490-3758-49FF-AB40-3A4233B3D8F6}" destId="{AA0154AD-0FD1-4CF1-BD7E-151A7874B866}" srcOrd="0" destOrd="0" presId="urn:microsoft.com/office/officeart/2009/3/layout/HorizontalOrganizationChart"/>
    <dgm:cxn modelId="{C8E93C0D-D7C5-471F-9300-E0A75987B883}" type="presOf" srcId="{564B79CD-C6A1-4F6D-97E0-D764ADDEEC5A}" destId="{5D5C4353-DA4B-437B-B791-B84F3DE6788E}" srcOrd="0" destOrd="0" presId="urn:microsoft.com/office/officeart/2009/3/layout/HorizontalOrganizationChart"/>
    <dgm:cxn modelId="{C1ABD512-092C-4B1F-AF89-CA867E3F8935}" type="presOf" srcId="{D3CAFAF4-F25C-4E2A-B663-D459741ACD91}" destId="{D4F46888-925D-4AAA-9D76-1DAAB9DB4668}" srcOrd="1" destOrd="0" presId="urn:microsoft.com/office/officeart/2009/3/layout/HorizontalOrganizationChart"/>
    <dgm:cxn modelId="{03EC0F16-3E18-49E1-B9F8-EE8488CEF97B}" type="presOf" srcId="{A1EAFA34-0BDB-4703-A023-E97B0A1F3A56}" destId="{3C685B9C-3940-4E96-8FF5-BA37EA4908C9}" srcOrd="0" destOrd="0" presId="urn:microsoft.com/office/officeart/2009/3/layout/HorizontalOrganizationChart"/>
    <dgm:cxn modelId="{B616671D-8E56-4F31-82CA-9242254058DF}" srcId="{A1EAFA34-0BDB-4703-A023-E97B0A1F3A56}" destId="{098D56A9-7DAA-4EFB-81FF-C874BFE866C0}" srcOrd="3" destOrd="0" parTransId="{22250B6F-C02A-4A14-8D88-955F3B93489E}" sibTransId="{31E7325E-B2CD-430A-9861-3311009428FF}"/>
    <dgm:cxn modelId="{47D36D29-143D-4B47-9AB5-39A4BF35BF74}" type="presOf" srcId="{098D56A9-7DAA-4EFB-81FF-C874BFE866C0}" destId="{B9B37A3C-F206-48E0-BCD3-5C11B2F5851A}" srcOrd="0" destOrd="0" presId="urn:microsoft.com/office/officeart/2009/3/layout/HorizontalOrganizationChart"/>
    <dgm:cxn modelId="{485F303A-404D-4183-B5BC-806BDC5D0FCE}" type="presOf" srcId="{A1EAFA34-0BDB-4703-A023-E97B0A1F3A56}" destId="{F72A64C0-92B0-479E-9D9E-06AABD97B052}" srcOrd="1" destOrd="0" presId="urn:microsoft.com/office/officeart/2009/3/layout/HorizontalOrganizationChart"/>
    <dgm:cxn modelId="{741F483D-758C-46BE-8F16-136A7A186E9C}" type="presOf" srcId="{564B79CD-C6A1-4F6D-97E0-D764ADDEEC5A}" destId="{9500165F-062E-4F86-B546-EA1F5AAEE975}" srcOrd="1" destOrd="0" presId="urn:microsoft.com/office/officeart/2009/3/layout/HorizontalOrganizationChart"/>
    <dgm:cxn modelId="{865E6868-D9DC-44B5-B67B-BB3AF7C1C531}" srcId="{77F68B81-A436-4023-9141-0405FB8ECFF0}" destId="{A1EAFA34-0BDB-4703-A023-E97B0A1F3A56}" srcOrd="0" destOrd="0" parTransId="{EB2C6195-CC78-4180-ACC3-B431C14C696A}" sibTransId="{E81701B7-35A6-4847-999C-CD83705E2570}"/>
    <dgm:cxn modelId="{7418D452-7573-4CB8-9EFB-5CA316B0A2E2}" type="presOf" srcId="{D3CAFAF4-F25C-4E2A-B663-D459741ACD91}" destId="{C354C449-E25B-4476-92B8-8164DB9D41BB}" srcOrd="0" destOrd="0" presId="urn:microsoft.com/office/officeart/2009/3/layout/HorizontalOrganizationChart"/>
    <dgm:cxn modelId="{39429184-9F56-4366-946F-82E4BB10FE0C}" type="presOf" srcId="{A5CE67F5-8E5F-4CF0-B86D-2B3241C9A5D2}" destId="{E4C8C626-5FF8-4502-B079-A16D3EFCA06F}" srcOrd="1" destOrd="0" presId="urn:microsoft.com/office/officeart/2009/3/layout/HorizontalOrganizationChart"/>
    <dgm:cxn modelId="{C9B63B90-5B34-46C5-BA2D-8DCCDCA17786}" srcId="{A1EAFA34-0BDB-4703-A023-E97B0A1F3A56}" destId="{D3CAFAF4-F25C-4E2A-B663-D459741ACD91}" srcOrd="1" destOrd="0" parTransId="{443C0E73-F095-4B29-B146-2B30EFAE12D4}" sibTransId="{DB30A94C-6CFD-4643-8F0C-A03228CEB8E5}"/>
    <dgm:cxn modelId="{06E6C394-906C-44CB-B06C-A56BB18E6FD8}" type="presOf" srcId="{443C0E73-F095-4B29-B146-2B30EFAE12D4}" destId="{90E5DCB5-66C7-4421-9083-76C45F989B14}" srcOrd="0" destOrd="0" presId="urn:microsoft.com/office/officeart/2009/3/layout/HorizontalOrganizationChart"/>
    <dgm:cxn modelId="{35C5559C-9A26-444E-9DC9-7CD2A7447A88}" type="presOf" srcId="{77F68B81-A436-4023-9141-0405FB8ECFF0}" destId="{D1C0B485-3D1D-4FB1-A4DF-53FC4917E99E}" srcOrd="0" destOrd="0" presId="urn:microsoft.com/office/officeart/2009/3/layout/HorizontalOrganizationChart"/>
    <dgm:cxn modelId="{F4FE14AB-BB2E-4A48-983B-1D6C31542AB1}" type="presOf" srcId="{098D56A9-7DAA-4EFB-81FF-C874BFE866C0}" destId="{FCD571AF-364F-4F8A-B667-695BA360A2CD}" srcOrd="1" destOrd="0" presId="urn:microsoft.com/office/officeart/2009/3/layout/HorizontalOrganizationChart"/>
    <dgm:cxn modelId="{882FA0E1-80E9-401B-A24D-164B864B105A}" srcId="{A1EAFA34-0BDB-4703-A023-E97B0A1F3A56}" destId="{564B79CD-C6A1-4F6D-97E0-D764ADDEEC5A}" srcOrd="2" destOrd="0" parTransId="{1FB6AC62-8C22-4DBA-A174-C400E76B824B}" sibTransId="{4F884668-CFC8-468A-B1C4-AE5586CB0C13}"/>
    <dgm:cxn modelId="{A60410EB-F24B-49B1-B386-3B4DE416517D}" srcId="{A1EAFA34-0BDB-4703-A023-E97B0A1F3A56}" destId="{A5CE67F5-8E5F-4CF0-B86D-2B3241C9A5D2}" srcOrd="0" destOrd="0" parTransId="{A82BB490-3758-49FF-AB40-3A4233B3D8F6}" sibTransId="{8630CF28-8644-420A-A67A-30FDC874518A}"/>
    <dgm:cxn modelId="{51A47DEE-954E-462C-9C7C-041DBA3827C7}" type="presOf" srcId="{A5CE67F5-8E5F-4CF0-B86D-2B3241C9A5D2}" destId="{B2F61B0A-B06E-450C-ADEC-B60A5209FD27}" srcOrd="0" destOrd="0" presId="urn:microsoft.com/office/officeart/2009/3/layout/HorizontalOrganizationChart"/>
    <dgm:cxn modelId="{09055F68-212C-43D1-AF1B-07F0EB1AE1AD}" type="presParOf" srcId="{D1C0B485-3D1D-4FB1-A4DF-53FC4917E99E}" destId="{52C48BA8-2A36-43E6-9039-99DF595902E1}" srcOrd="0" destOrd="0" presId="urn:microsoft.com/office/officeart/2009/3/layout/HorizontalOrganizationChart"/>
    <dgm:cxn modelId="{87ECE235-D080-4F53-8C9F-1F0B85391494}" type="presParOf" srcId="{52C48BA8-2A36-43E6-9039-99DF595902E1}" destId="{57A73A9D-982F-4CC3-9261-8CA6105C9B29}" srcOrd="0" destOrd="0" presId="urn:microsoft.com/office/officeart/2009/3/layout/HorizontalOrganizationChart"/>
    <dgm:cxn modelId="{1233A9C9-D4EB-4CE9-80C8-00D5927ACD4C}" type="presParOf" srcId="{57A73A9D-982F-4CC3-9261-8CA6105C9B29}" destId="{3C685B9C-3940-4E96-8FF5-BA37EA4908C9}" srcOrd="0" destOrd="0" presId="urn:microsoft.com/office/officeart/2009/3/layout/HorizontalOrganizationChart"/>
    <dgm:cxn modelId="{9F786710-7E33-4AB2-80ED-2458F8518AC7}" type="presParOf" srcId="{57A73A9D-982F-4CC3-9261-8CA6105C9B29}" destId="{F72A64C0-92B0-479E-9D9E-06AABD97B052}" srcOrd="1" destOrd="0" presId="urn:microsoft.com/office/officeart/2009/3/layout/HorizontalOrganizationChart"/>
    <dgm:cxn modelId="{FB3EC139-8C08-4DC7-8C5F-41339F3213DA}" type="presParOf" srcId="{52C48BA8-2A36-43E6-9039-99DF595902E1}" destId="{B3DA4CA6-44DD-4252-B2C5-7D9BC23ADCE5}" srcOrd="1" destOrd="0" presId="urn:microsoft.com/office/officeart/2009/3/layout/HorizontalOrganizationChart"/>
    <dgm:cxn modelId="{E8ADFEF4-6B1A-4167-A62C-A769BEE86D8E}" type="presParOf" srcId="{B3DA4CA6-44DD-4252-B2C5-7D9BC23ADCE5}" destId="{AA0154AD-0FD1-4CF1-BD7E-151A7874B866}" srcOrd="0" destOrd="0" presId="urn:microsoft.com/office/officeart/2009/3/layout/HorizontalOrganizationChart"/>
    <dgm:cxn modelId="{72CFFBDB-F39E-4348-AE3E-E2DBE74F726F}" type="presParOf" srcId="{B3DA4CA6-44DD-4252-B2C5-7D9BC23ADCE5}" destId="{D83E8C03-990B-4ADB-B366-8D66D9C9DAC0}" srcOrd="1" destOrd="0" presId="urn:microsoft.com/office/officeart/2009/3/layout/HorizontalOrganizationChart"/>
    <dgm:cxn modelId="{F9EB2A1B-02CE-470C-8579-41921497AB87}" type="presParOf" srcId="{D83E8C03-990B-4ADB-B366-8D66D9C9DAC0}" destId="{F527E084-8A20-4A85-8E80-BA48A2F74CB6}" srcOrd="0" destOrd="0" presId="urn:microsoft.com/office/officeart/2009/3/layout/HorizontalOrganizationChart"/>
    <dgm:cxn modelId="{0F75AEE7-8AA5-49FF-8ECE-B55DF6C46596}" type="presParOf" srcId="{F527E084-8A20-4A85-8E80-BA48A2F74CB6}" destId="{B2F61B0A-B06E-450C-ADEC-B60A5209FD27}" srcOrd="0" destOrd="0" presId="urn:microsoft.com/office/officeart/2009/3/layout/HorizontalOrganizationChart"/>
    <dgm:cxn modelId="{EBDE8B24-442D-47FD-983B-D8FC575E1F0F}" type="presParOf" srcId="{F527E084-8A20-4A85-8E80-BA48A2F74CB6}" destId="{E4C8C626-5FF8-4502-B079-A16D3EFCA06F}" srcOrd="1" destOrd="0" presId="urn:microsoft.com/office/officeart/2009/3/layout/HorizontalOrganizationChart"/>
    <dgm:cxn modelId="{075B7AEA-F4EB-412E-91DA-94466256D3BA}" type="presParOf" srcId="{D83E8C03-990B-4ADB-B366-8D66D9C9DAC0}" destId="{B3F57B5E-A52E-4ADD-B8A5-84D5D4EB688A}" srcOrd="1" destOrd="0" presId="urn:microsoft.com/office/officeart/2009/3/layout/HorizontalOrganizationChart"/>
    <dgm:cxn modelId="{56B65D56-77AB-40C3-9538-24ACE5CF1627}" type="presParOf" srcId="{D83E8C03-990B-4ADB-B366-8D66D9C9DAC0}" destId="{74B77BB1-422C-471F-B975-0064CB157D15}" srcOrd="2" destOrd="0" presId="urn:microsoft.com/office/officeart/2009/3/layout/HorizontalOrganizationChart"/>
    <dgm:cxn modelId="{CC7987BB-6AB5-4CCF-9399-615E3234A344}" type="presParOf" srcId="{B3DA4CA6-44DD-4252-B2C5-7D9BC23ADCE5}" destId="{90E5DCB5-66C7-4421-9083-76C45F989B14}" srcOrd="2" destOrd="0" presId="urn:microsoft.com/office/officeart/2009/3/layout/HorizontalOrganizationChart"/>
    <dgm:cxn modelId="{519C97D0-0C98-43A0-A1A2-53612BD32592}" type="presParOf" srcId="{B3DA4CA6-44DD-4252-B2C5-7D9BC23ADCE5}" destId="{906CE099-7341-440B-91D5-F64C316978DA}" srcOrd="3" destOrd="0" presId="urn:microsoft.com/office/officeart/2009/3/layout/HorizontalOrganizationChart"/>
    <dgm:cxn modelId="{DADADBB1-A48D-458F-9EE5-D2109959E89E}" type="presParOf" srcId="{906CE099-7341-440B-91D5-F64C316978DA}" destId="{450C83F2-2E37-4548-AFD3-159BDAA07F19}" srcOrd="0" destOrd="0" presId="urn:microsoft.com/office/officeart/2009/3/layout/HorizontalOrganizationChart"/>
    <dgm:cxn modelId="{40C061AD-4237-4A04-9FD8-9A165FD3B579}" type="presParOf" srcId="{450C83F2-2E37-4548-AFD3-159BDAA07F19}" destId="{C354C449-E25B-4476-92B8-8164DB9D41BB}" srcOrd="0" destOrd="0" presId="urn:microsoft.com/office/officeart/2009/3/layout/HorizontalOrganizationChart"/>
    <dgm:cxn modelId="{0F23B867-3651-497F-A06E-2939F54827BA}" type="presParOf" srcId="{450C83F2-2E37-4548-AFD3-159BDAA07F19}" destId="{D4F46888-925D-4AAA-9D76-1DAAB9DB4668}" srcOrd="1" destOrd="0" presId="urn:microsoft.com/office/officeart/2009/3/layout/HorizontalOrganizationChart"/>
    <dgm:cxn modelId="{BDB2C66C-FC43-42C4-B1F7-1F79CD36BC92}" type="presParOf" srcId="{906CE099-7341-440B-91D5-F64C316978DA}" destId="{BE0C85F8-6F9A-4A9E-8BDD-36A54F6F48F1}" srcOrd="1" destOrd="0" presId="urn:microsoft.com/office/officeart/2009/3/layout/HorizontalOrganizationChart"/>
    <dgm:cxn modelId="{48928327-4C4D-44E5-915D-41C9D7B02DF4}" type="presParOf" srcId="{906CE099-7341-440B-91D5-F64C316978DA}" destId="{3BC98376-B3D0-40E6-B64E-6934ADB123E1}" srcOrd="2" destOrd="0" presId="urn:microsoft.com/office/officeart/2009/3/layout/HorizontalOrganizationChart"/>
    <dgm:cxn modelId="{1D5A0C40-0EEA-41E0-B311-B4F9B9E54A0B}" type="presParOf" srcId="{B3DA4CA6-44DD-4252-B2C5-7D9BC23ADCE5}" destId="{08696656-12DC-42F3-ADD2-7C0A39AE94F9}" srcOrd="4" destOrd="0" presId="urn:microsoft.com/office/officeart/2009/3/layout/HorizontalOrganizationChart"/>
    <dgm:cxn modelId="{79E67C5F-6DBB-42F0-A74C-CCE0706C6A38}" type="presParOf" srcId="{B3DA4CA6-44DD-4252-B2C5-7D9BC23ADCE5}" destId="{1C9637E0-FD29-4A3B-95E7-C05B73187EB7}" srcOrd="5" destOrd="0" presId="urn:microsoft.com/office/officeart/2009/3/layout/HorizontalOrganizationChart"/>
    <dgm:cxn modelId="{0C07C1A9-2E81-426A-992C-52BDF9ED425C}" type="presParOf" srcId="{1C9637E0-FD29-4A3B-95E7-C05B73187EB7}" destId="{ED264B80-B09A-4988-BD7A-745E63A5FE7D}" srcOrd="0" destOrd="0" presId="urn:microsoft.com/office/officeart/2009/3/layout/HorizontalOrganizationChart"/>
    <dgm:cxn modelId="{E1FACAF5-6CCF-41FD-98E6-C1ADACE02700}" type="presParOf" srcId="{ED264B80-B09A-4988-BD7A-745E63A5FE7D}" destId="{5D5C4353-DA4B-437B-B791-B84F3DE6788E}" srcOrd="0" destOrd="0" presId="urn:microsoft.com/office/officeart/2009/3/layout/HorizontalOrganizationChart"/>
    <dgm:cxn modelId="{0F84645E-5CC8-4738-9DCB-96BE952EA407}" type="presParOf" srcId="{ED264B80-B09A-4988-BD7A-745E63A5FE7D}" destId="{9500165F-062E-4F86-B546-EA1F5AAEE975}" srcOrd="1" destOrd="0" presId="urn:microsoft.com/office/officeart/2009/3/layout/HorizontalOrganizationChart"/>
    <dgm:cxn modelId="{706021FB-B348-47D6-9A71-EC0A2291D678}" type="presParOf" srcId="{1C9637E0-FD29-4A3B-95E7-C05B73187EB7}" destId="{07FA85C0-EBA9-44EC-8A98-A05F99554C2C}" srcOrd="1" destOrd="0" presId="urn:microsoft.com/office/officeart/2009/3/layout/HorizontalOrganizationChart"/>
    <dgm:cxn modelId="{060EC837-8337-4138-95D9-81FBFF40019C}" type="presParOf" srcId="{1C9637E0-FD29-4A3B-95E7-C05B73187EB7}" destId="{B76BC8E8-9E2E-4548-A463-018200B5379B}" srcOrd="2" destOrd="0" presId="urn:microsoft.com/office/officeart/2009/3/layout/HorizontalOrganizationChart"/>
    <dgm:cxn modelId="{923F175B-96F6-41EC-AE47-4F9C36826C07}" type="presParOf" srcId="{B3DA4CA6-44DD-4252-B2C5-7D9BC23ADCE5}" destId="{3452D40F-173F-419A-A8B5-208A55684881}" srcOrd="6" destOrd="0" presId="urn:microsoft.com/office/officeart/2009/3/layout/HorizontalOrganizationChart"/>
    <dgm:cxn modelId="{23DF9925-89C4-4E23-9CFB-1E40BDE58D4C}" type="presParOf" srcId="{B3DA4CA6-44DD-4252-B2C5-7D9BC23ADCE5}" destId="{A9FE2D83-2059-41AE-AD61-FD0CF6890D4C}" srcOrd="7" destOrd="0" presId="urn:microsoft.com/office/officeart/2009/3/layout/HorizontalOrganizationChart"/>
    <dgm:cxn modelId="{EDA75487-0225-424F-ACD3-D5FAB7478327}" type="presParOf" srcId="{A9FE2D83-2059-41AE-AD61-FD0CF6890D4C}" destId="{6995AB93-D80A-4DE3-A6A3-C7C0CD602864}" srcOrd="0" destOrd="0" presId="urn:microsoft.com/office/officeart/2009/3/layout/HorizontalOrganizationChart"/>
    <dgm:cxn modelId="{10BA8B9D-700D-4AFE-A539-B805BB178BF5}" type="presParOf" srcId="{6995AB93-D80A-4DE3-A6A3-C7C0CD602864}" destId="{B9B37A3C-F206-48E0-BCD3-5C11B2F5851A}" srcOrd="0" destOrd="0" presId="urn:microsoft.com/office/officeart/2009/3/layout/HorizontalOrganizationChart"/>
    <dgm:cxn modelId="{8EBBC148-8D1C-40BF-9C99-AEEA27CF2ABA}" type="presParOf" srcId="{6995AB93-D80A-4DE3-A6A3-C7C0CD602864}" destId="{FCD571AF-364F-4F8A-B667-695BA360A2CD}" srcOrd="1" destOrd="0" presId="urn:microsoft.com/office/officeart/2009/3/layout/HorizontalOrganizationChart"/>
    <dgm:cxn modelId="{D4A704F6-C578-466C-A58D-2C3A4F5B0A0F}" type="presParOf" srcId="{A9FE2D83-2059-41AE-AD61-FD0CF6890D4C}" destId="{D2E2D3AB-D5A8-40C7-B63E-4A688A23DF50}" srcOrd="1" destOrd="0" presId="urn:microsoft.com/office/officeart/2009/3/layout/HorizontalOrganizationChart"/>
    <dgm:cxn modelId="{ADD8A96C-F11C-406E-9EDC-C1D3741596AE}" type="presParOf" srcId="{A9FE2D83-2059-41AE-AD61-FD0CF6890D4C}" destId="{79878DA3-EE29-4A6B-9AED-AE1944DA9F37}" srcOrd="2" destOrd="0" presId="urn:microsoft.com/office/officeart/2009/3/layout/HorizontalOrganizationChart"/>
    <dgm:cxn modelId="{6E9CDC2D-57BC-428A-A61A-E8F2823119F5}" type="presParOf" srcId="{52C48BA8-2A36-43E6-9039-99DF595902E1}" destId="{A7CE3384-1E46-45BD-9EDA-ECDB9BCA92C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2BBD7A-5B7C-4987-8595-A0EAB27FB8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562A47-47E3-49A2-8A1C-865BFE13DF42}">
      <dgm:prSet/>
      <dgm:spPr/>
      <dgm:t>
        <a:bodyPr/>
        <a:lstStyle/>
        <a:p>
          <a:r>
            <a:rPr lang="en-US"/>
            <a:t>Arithmetic: +, -, *, /, //, %, **</a:t>
          </a:r>
        </a:p>
      </dgm:t>
    </dgm:pt>
    <dgm:pt modelId="{0D85FFC2-EE1D-421B-9EE5-C0E52779638F}" type="parTrans" cxnId="{EEAA5D91-8FE3-43F3-8A70-B99CADC1C54A}">
      <dgm:prSet/>
      <dgm:spPr/>
      <dgm:t>
        <a:bodyPr/>
        <a:lstStyle/>
        <a:p>
          <a:endParaRPr lang="en-US"/>
        </a:p>
      </dgm:t>
    </dgm:pt>
    <dgm:pt modelId="{5A37DA4D-0892-432C-B66C-0B5D7BE5ED9B}" type="sibTrans" cxnId="{EEAA5D91-8FE3-43F3-8A70-B99CADC1C54A}">
      <dgm:prSet/>
      <dgm:spPr/>
      <dgm:t>
        <a:bodyPr/>
        <a:lstStyle/>
        <a:p>
          <a:endParaRPr lang="en-US"/>
        </a:p>
      </dgm:t>
    </dgm:pt>
    <dgm:pt modelId="{1230714D-48D2-4ED5-9B4D-D185EF71CF49}">
      <dgm:prSet/>
      <dgm:spPr/>
      <dgm:t>
        <a:bodyPr/>
        <a:lstStyle/>
        <a:p>
          <a:r>
            <a:rPr lang="en-US"/>
            <a:t>Comparison: ==, !=, &gt;, &lt;, &gt;=, &lt;=</a:t>
          </a:r>
        </a:p>
      </dgm:t>
    </dgm:pt>
    <dgm:pt modelId="{4421C4A0-9AA6-44E0-B691-CA5F8602A09F}" type="parTrans" cxnId="{0177EB86-E669-46AE-AD58-F24209A58EA1}">
      <dgm:prSet/>
      <dgm:spPr/>
      <dgm:t>
        <a:bodyPr/>
        <a:lstStyle/>
        <a:p>
          <a:endParaRPr lang="en-US"/>
        </a:p>
      </dgm:t>
    </dgm:pt>
    <dgm:pt modelId="{E1A5431E-3551-4AA0-B5DE-9C0469F333C4}" type="sibTrans" cxnId="{0177EB86-E669-46AE-AD58-F24209A58EA1}">
      <dgm:prSet/>
      <dgm:spPr/>
      <dgm:t>
        <a:bodyPr/>
        <a:lstStyle/>
        <a:p>
          <a:endParaRPr lang="en-US"/>
        </a:p>
      </dgm:t>
    </dgm:pt>
    <dgm:pt modelId="{7C524E18-2E88-48A9-ADE5-6D261AF59C34}">
      <dgm:prSet/>
      <dgm:spPr/>
      <dgm:t>
        <a:bodyPr/>
        <a:lstStyle/>
        <a:p>
          <a:r>
            <a:rPr lang="en-US"/>
            <a:t>Logical: and, or, not</a:t>
          </a:r>
        </a:p>
      </dgm:t>
    </dgm:pt>
    <dgm:pt modelId="{0DE02591-DB26-4B97-94FD-88C1791BB447}" type="parTrans" cxnId="{87DE598B-C50B-4CE7-8814-D888F62A77C3}">
      <dgm:prSet/>
      <dgm:spPr/>
      <dgm:t>
        <a:bodyPr/>
        <a:lstStyle/>
        <a:p>
          <a:endParaRPr lang="en-US"/>
        </a:p>
      </dgm:t>
    </dgm:pt>
    <dgm:pt modelId="{6B3154AC-7698-49BC-A680-19EE5359402E}" type="sibTrans" cxnId="{87DE598B-C50B-4CE7-8814-D888F62A77C3}">
      <dgm:prSet/>
      <dgm:spPr/>
      <dgm:t>
        <a:bodyPr/>
        <a:lstStyle/>
        <a:p>
          <a:endParaRPr lang="en-US"/>
        </a:p>
      </dgm:t>
    </dgm:pt>
    <dgm:pt modelId="{BD09139C-1BFE-4D5D-BED0-4FAEC23B9F14}">
      <dgm:prSet/>
      <dgm:spPr/>
      <dgm:t>
        <a:bodyPr/>
        <a:lstStyle/>
        <a:p>
          <a:r>
            <a:rPr lang="en-US"/>
            <a:t>Assignment: =, +=, -=, *=, /=</a:t>
          </a:r>
        </a:p>
      </dgm:t>
    </dgm:pt>
    <dgm:pt modelId="{AF33E355-FA31-40DF-AD06-F0C74F5CE058}" type="parTrans" cxnId="{5D3DF845-7C76-445B-8940-79FE5B5E1BC9}">
      <dgm:prSet/>
      <dgm:spPr/>
      <dgm:t>
        <a:bodyPr/>
        <a:lstStyle/>
        <a:p>
          <a:endParaRPr lang="en-US"/>
        </a:p>
      </dgm:t>
    </dgm:pt>
    <dgm:pt modelId="{EE8D3A44-9103-4FBB-A684-16C63CF9820A}" type="sibTrans" cxnId="{5D3DF845-7C76-445B-8940-79FE5B5E1BC9}">
      <dgm:prSet/>
      <dgm:spPr/>
      <dgm:t>
        <a:bodyPr/>
        <a:lstStyle/>
        <a:p>
          <a:endParaRPr lang="en-US"/>
        </a:p>
      </dgm:t>
    </dgm:pt>
    <dgm:pt modelId="{5346E94B-45FF-41EF-AFF1-7C06CA6D394B}" type="pres">
      <dgm:prSet presAssocID="{EC2BBD7A-5B7C-4987-8595-A0EAB27FB8FC}" presName="linear" presStyleCnt="0">
        <dgm:presLayoutVars>
          <dgm:animLvl val="lvl"/>
          <dgm:resizeHandles val="exact"/>
        </dgm:presLayoutVars>
      </dgm:prSet>
      <dgm:spPr/>
    </dgm:pt>
    <dgm:pt modelId="{F928A28E-BC2F-4845-9B81-B299850266B1}" type="pres">
      <dgm:prSet presAssocID="{D5562A47-47E3-49A2-8A1C-865BFE13DF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6F49AC-8C00-4354-868E-59F9B2785890}" type="pres">
      <dgm:prSet presAssocID="{5A37DA4D-0892-432C-B66C-0B5D7BE5ED9B}" presName="spacer" presStyleCnt="0"/>
      <dgm:spPr/>
    </dgm:pt>
    <dgm:pt modelId="{2D05D1AD-E412-4ACA-BDC8-FC768DB5E1EE}" type="pres">
      <dgm:prSet presAssocID="{1230714D-48D2-4ED5-9B4D-D185EF71CF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D549D4-4596-48AA-B069-7791DE471D5E}" type="pres">
      <dgm:prSet presAssocID="{E1A5431E-3551-4AA0-B5DE-9C0469F333C4}" presName="spacer" presStyleCnt="0"/>
      <dgm:spPr/>
    </dgm:pt>
    <dgm:pt modelId="{7ADD67E8-2664-4729-A984-A25E08D3436B}" type="pres">
      <dgm:prSet presAssocID="{7C524E18-2E88-48A9-ADE5-6D261AF59C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14354E-6884-4188-9E0F-76EFD73A4F2F}" type="pres">
      <dgm:prSet presAssocID="{6B3154AC-7698-49BC-A680-19EE5359402E}" presName="spacer" presStyleCnt="0"/>
      <dgm:spPr/>
    </dgm:pt>
    <dgm:pt modelId="{BC3156EF-3CAF-4DEB-912D-9E98406CFF0B}" type="pres">
      <dgm:prSet presAssocID="{BD09139C-1BFE-4D5D-BED0-4FAEC23B9F1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3DF845-7C76-445B-8940-79FE5B5E1BC9}" srcId="{EC2BBD7A-5B7C-4987-8595-A0EAB27FB8FC}" destId="{BD09139C-1BFE-4D5D-BED0-4FAEC23B9F14}" srcOrd="3" destOrd="0" parTransId="{AF33E355-FA31-40DF-AD06-F0C74F5CE058}" sibTransId="{EE8D3A44-9103-4FBB-A684-16C63CF9820A}"/>
    <dgm:cxn modelId="{21A92252-955B-4A44-96FB-77641E8FFB51}" type="presOf" srcId="{EC2BBD7A-5B7C-4987-8595-A0EAB27FB8FC}" destId="{5346E94B-45FF-41EF-AFF1-7C06CA6D394B}" srcOrd="0" destOrd="0" presId="urn:microsoft.com/office/officeart/2005/8/layout/vList2"/>
    <dgm:cxn modelId="{47A1097D-F6E6-4430-9617-F2E28BDAA1EE}" type="presOf" srcId="{D5562A47-47E3-49A2-8A1C-865BFE13DF42}" destId="{F928A28E-BC2F-4845-9B81-B299850266B1}" srcOrd="0" destOrd="0" presId="urn:microsoft.com/office/officeart/2005/8/layout/vList2"/>
    <dgm:cxn modelId="{0177EB86-E669-46AE-AD58-F24209A58EA1}" srcId="{EC2BBD7A-5B7C-4987-8595-A0EAB27FB8FC}" destId="{1230714D-48D2-4ED5-9B4D-D185EF71CF49}" srcOrd="1" destOrd="0" parTransId="{4421C4A0-9AA6-44E0-B691-CA5F8602A09F}" sibTransId="{E1A5431E-3551-4AA0-B5DE-9C0469F333C4}"/>
    <dgm:cxn modelId="{87DE598B-C50B-4CE7-8814-D888F62A77C3}" srcId="{EC2BBD7A-5B7C-4987-8595-A0EAB27FB8FC}" destId="{7C524E18-2E88-48A9-ADE5-6D261AF59C34}" srcOrd="2" destOrd="0" parTransId="{0DE02591-DB26-4B97-94FD-88C1791BB447}" sibTransId="{6B3154AC-7698-49BC-A680-19EE5359402E}"/>
    <dgm:cxn modelId="{EEAA5D91-8FE3-43F3-8A70-B99CADC1C54A}" srcId="{EC2BBD7A-5B7C-4987-8595-A0EAB27FB8FC}" destId="{D5562A47-47E3-49A2-8A1C-865BFE13DF42}" srcOrd="0" destOrd="0" parTransId="{0D85FFC2-EE1D-421B-9EE5-C0E52779638F}" sibTransId="{5A37DA4D-0892-432C-B66C-0B5D7BE5ED9B}"/>
    <dgm:cxn modelId="{6E82CDD1-D434-4E94-A6C1-E7AD61FCCAE9}" type="presOf" srcId="{1230714D-48D2-4ED5-9B4D-D185EF71CF49}" destId="{2D05D1AD-E412-4ACA-BDC8-FC768DB5E1EE}" srcOrd="0" destOrd="0" presId="urn:microsoft.com/office/officeart/2005/8/layout/vList2"/>
    <dgm:cxn modelId="{F0CF1CF8-B16A-4B54-A4E0-144F4EC1B55C}" type="presOf" srcId="{BD09139C-1BFE-4D5D-BED0-4FAEC23B9F14}" destId="{BC3156EF-3CAF-4DEB-912D-9E98406CFF0B}" srcOrd="0" destOrd="0" presId="urn:microsoft.com/office/officeart/2005/8/layout/vList2"/>
    <dgm:cxn modelId="{CD9417FE-B60B-4A5C-B5CE-049DF7ABCD08}" type="presOf" srcId="{7C524E18-2E88-48A9-ADE5-6D261AF59C34}" destId="{7ADD67E8-2664-4729-A984-A25E08D3436B}" srcOrd="0" destOrd="0" presId="urn:microsoft.com/office/officeart/2005/8/layout/vList2"/>
    <dgm:cxn modelId="{4533A49A-2DE9-4EC2-8CCB-CCA3A3461E51}" type="presParOf" srcId="{5346E94B-45FF-41EF-AFF1-7C06CA6D394B}" destId="{F928A28E-BC2F-4845-9B81-B299850266B1}" srcOrd="0" destOrd="0" presId="urn:microsoft.com/office/officeart/2005/8/layout/vList2"/>
    <dgm:cxn modelId="{7EC8E793-B216-46EE-A632-EE54C12B3ECA}" type="presParOf" srcId="{5346E94B-45FF-41EF-AFF1-7C06CA6D394B}" destId="{C86F49AC-8C00-4354-868E-59F9B2785890}" srcOrd="1" destOrd="0" presId="urn:microsoft.com/office/officeart/2005/8/layout/vList2"/>
    <dgm:cxn modelId="{924014CB-60E5-4BA7-A383-6CA27EC96C29}" type="presParOf" srcId="{5346E94B-45FF-41EF-AFF1-7C06CA6D394B}" destId="{2D05D1AD-E412-4ACA-BDC8-FC768DB5E1EE}" srcOrd="2" destOrd="0" presId="urn:microsoft.com/office/officeart/2005/8/layout/vList2"/>
    <dgm:cxn modelId="{79854D17-DC9C-4D22-BC24-87186C5C98A5}" type="presParOf" srcId="{5346E94B-45FF-41EF-AFF1-7C06CA6D394B}" destId="{DCD549D4-4596-48AA-B069-7791DE471D5E}" srcOrd="3" destOrd="0" presId="urn:microsoft.com/office/officeart/2005/8/layout/vList2"/>
    <dgm:cxn modelId="{4EAA051A-CCD6-44A0-B544-B2669FA55C37}" type="presParOf" srcId="{5346E94B-45FF-41EF-AFF1-7C06CA6D394B}" destId="{7ADD67E8-2664-4729-A984-A25E08D3436B}" srcOrd="4" destOrd="0" presId="urn:microsoft.com/office/officeart/2005/8/layout/vList2"/>
    <dgm:cxn modelId="{45B6ECE9-B621-4B11-85DF-08C8C7804992}" type="presParOf" srcId="{5346E94B-45FF-41EF-AFF1-7C06CA6D394B}" destId="{1A14354E-6884-4188-9E0F-76EFD73A4F2F}" srcOrd="5" destOrd="0" presId="urn:microsoft.com/office/officeart/2005/8/layout/vList2"/>
    <dgm:cxn modelId="{9B1AB2A3-74BC-40BE-8B77-C3C72069CEC1}" type="presParOf" srcId="{5346E94B-45FF-41EF-AFF1-7C06CA6D394B}" destId="{BC3156EF-3CAF-4DEB-912D-9E98406CFF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388C24-A325-4345-9214-EEAE092D3743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15351B-99E5-42C2-9E14-930D0FA6069B}">
      <dgm:prSet/>
      <dgm:spPr/>
      <dgm:t>
        <a:bodyPr/>
        <a:lstStyle/>
        <a:p>
          <a:pPr>
            <a:defRPr b="1"/>
          </a:pPr>
          <a:r>
            <a:rPr lang="en-US"/>
            <a:t>Used to make decisions in programs.</a:t>
          </a:r>
        </a:p>
      </dgm:t>
    </dgm:pt>
    <dgm:pt modelId="{78F5E1EA-65BA-4120-9C9F-7D42605051FE}" type="parTrans" cxnId="{22A919A5-7245-4B8B-8682-E16A5D67EFB0}">
      <dgm:prSet/>
      <dgm:spPr/>
      <dgm:t>
        <a:bodyPr/>
        <a:lstStyle/>
        <a:p>
          <a:endParaRPr lang="en-US" sz="2800"/>
        </a:p>
      </dgm:t>
    </dgm:pt>
    <dgm:pt modelId="{AC0396FF-E83A-4E3B-A19F-4DC660366B11}" type="sibTrans" cxnId="{22A919A5-7245-4B8B-8682-E16A5D67EFB0}">
      <dgm:prSet/>
      <dgm:spPr/>
      <dgm:t>
        <a:bodyPr/>
        <a:lstStyle/>
        <a:p>
          <a:endParaRPr lang="en-US"/>
        </a:p>
      </dgm:t>
    </dgm:pt>
    <dgm:pt modelId="{D98C2634-F9A5-4078-85BA-6397D9F26E24}">
      <dgm:prSet/>
      <dgm:spPr/>
      <dgm:t>
        <a:bodyPr/>
        <a:lstStyle/>
        <a:p>
          <a:pPr>
            <a:defRPr b="1"/>
          </a:pPr>
          <a:r>
            <a:rPr lang="en-US"/>
            <a:t>Syntax Example:</a:t>
          </a:r>
        </a:p>
      </dgm:t>
    </dgm:pt>
    <dgm:pt modelId="{3A9B7163-4087-4A0D-9A01-944FB2E476B4}" type="parTrans" cxnId="{E79CED2A-03A4-4536-99FF-08FD73C4B88F}">
      <dgm:prSet/>
      <dgm:spPr/>
      <dgm:t>
        <a:bodyPr/>
        <a:lstStyle/>
        <a:p>
          <a:endParaRPr lang="en-US" sz="2800"/>
        </a:p>
      </dgm:t>
    </dgm:pt>
    <dgm:pt modelId="{C4D48E4B-067A-4E1D-BEDC-A2B86D3DCE7A}" type="sibTrans" cxnId="{E79CED2A-03A4-4536-99FF-08FD73C4B88F}">
      <dgm:prSet/>
      <dgm:spPr/>
      <dgm:t>
        <a:bodyPr/>
        <a:lstStyle/>
        <a:p>
          <a:endParaRPr lang="en-US"/>
        </a:p>
      </dgm:t>
    </dgm:pt>
    <dgm:pt modelId="{1EE354BF-0B05-459A-8792-549DCE239F3E}">
      <dgm:prSet/>
      <dgm:spPr/>
      <dgm:t>
        <a:bodyPr/>
        <a:lstStyle/>
        <a:p>
          <a:pPr>
            <a:buNone/>
          </a:pPr>
          <a:r>
            <a:rPr lang="en-US" dirty="0"/>
            <a:t>if condition:</a:t>
          </a:r>
        </a:p>
      </dgm:t>
    </dgm:pt>
    <dgm:pt modelId="{184D393F-9DB6-4C98-BE06-F9CF5AC8476F}" type="parTrans" cxnId="{3C1A69C3-2280-4E95-9D72-0D73DD5AA6F0}">
      <dgm:prSet/>
      <dgm:spPr/>
      <dgm:t>
        <a:bodyPr/>
        <a:lstStyle/>
        <a:p>
          <a:endParaRPr lang="en-US" sz="2800"/>
        </a:p>
      </dgm:t>
    </dgm:pt>
    <dgm:pt modelId="{8F6FC852-8232-44AC-99A5-9C3504715620}" type="sibTrans" cxnId="{3C1A69C3-2280-4E95-9D72-0D73DD5AA6F0}">
      <dgm:prSet/>
      <dgm:spPr/>
      <dgm:t>
        <a:bodyPr/>
        <a:lstStyle/>
        <a:p>
          <a:endParaRPr lang="en-US"/>
        </a:p>
      </dgm:t>
    </dgm:pt>
    <dgm:pt modelId="{C8BE6ED6-EBD6-4F8B-9BC5-622B954EFD27}">
      <dgm:prSet/>
      <dgm:spPr/>
      <dgm:t>
        <a:bodyPr/>
        <a:lstStyle/>
        <a:p>
          <a:pPr>
            <a:buNone/>
          </a:pPr>
          <a:r>
            <a:rPr lang="en-US" dirty="0"/>
            <a:t># code block</a:t>
          </a:r>
        </a:p>
      </dgm:t>
    </dgm:pt>
    <dgm:pt modelId="{8221E8F9-AE3D-4029-8C6F-267D51DE8983}" type="parTrans" cxnId="{6F00B98E-6B5B-4181-9EA6-6AAE9E66B14A}">
      <dgm:prSet/>
      <dgm:spPr/>
      <dgm:t>
        <a:bodyPr/>
        <a:lstStyle/>
        <a:p>
          <a:endParaRPr lang="en-US" sz="2800"/>
        </a:p>
      </dgm:t>
    </dgm:pt>
    <dgm:pt modelId="{C77C2B8B-DF8A-450B-BEC1-20D1C137BBE9}" type="sibTrans" cxnId="{6F00B98E-6B5B-4181-9EA6-6AAE9E66B14A}">
      <dgm:prSet/>
      <dgm:spPr/>
      <dgm:t>
        <a:bodyPr/>
        <a:lstStyle/>
        <a:p>
          <a:endParaRPr lang="en-US"/>
        </a:p>
      </dgm:t>
    </dgm:pt>
    <dgm:pt modelId="{D9E27FAB-9587-402E-A6FD-7231FAE31F68}">
      <dgm:prSet/>
      <dgm:spPr/>
      <dgm:t>
        <a:bodyPr/>
        <a:lstStyle/>
        <a:p>
          <a:pPr>
            <a:buNone/>
          </a:pPr>
          <a:r>
            <a:rPr lang="en-US" dirty="0" err="1"/>
            <a:t>elif</a:t>
          </a:r>
          <a:r>
            <a:rPr lang="en-US" dirty="0"/>
            <a:t> </a:t>
          </a:r>
          <a:r>
            <a:rPr lang="en-US" dirty="0" err="1"/>
            <a:t>another_condition</a:t>
          </a:r>
          <a:r>
            <a:rPr lang="en-US" dirty="0"/>
            <a:t>:</a:t>
          </a:r>
        </a:p>
      </dgm:t>
    </dgm:pt>
    <dgm:pt modelId="{267DC1C5-350D-4040-9253-73595C866836}" type="parTrans" cxnId="{08A20E6A-E17B-429E-B0A2-F02E012865C2}">
      <dgm:prSet/>
      <dgm:spPr/>
      <dgm:t>
        <a:bodyPr/>
        <a:lstStyle/>
        <a:p>
          <a:endParaRPr lang="en-US" sz="2800"/>
        </a:p>
      </dgm:t>
    </dgm:pt>
    <dgm:pt modelId="{D047D644-B680-4895-9ED2-D87694CFF072}" type="sibTrans" cxnId="{08A20E6A-E17B-429E-B0A2-F02E012865C2}">
      <dgm:prSet/>
      <dgm:spPr/>
      <dgm:t>
        <a:bodyPr/>
        <a:lstStyle/>
        <a:p>
          <a:endParaRPr lang="en-US"/>
        </a:p>
      </dgm:t>
    </dgm:pt>
    <dgm:pt modelId="{B47E1CEF-2DA8-41AD-A26E-6D227357F7DF}">
      <dgm:prSet/>
      <dgm:spPr/>
      <dgm:t>
        <a:bodyPr/>
        <a:lstStyle/>
        <a:p>
          <a:pPr>
            <a:buNone/>
          </a:pPr>
          <a:r>
            <a:rPr lang="en-US" dirty="0"/>
            <a:t># another block</a:t>
          </a:r>
        </a:p>
      </dgm:t>
    </dgm:pt>
    <dgm:pt modelId="{630A04E1-9C57-41F8-A250-E7F38D143A8E}" type="parTrans" cxnId="{F2296ADF-68AB-4C3C-BB28-C3C5A6436FBD}">
      <dgm:prSet/>
      <dgm:spPr/>
      <dgm:t>
        <a:bodyPr/>
        <a:lstStyle/>
        <a:p>
          <a:endParaRPr lang="en-US" sz="2800"/>
        </a:p>
      </dgm:t>
    </dgm:pt>
    <dgm:pt modelId="{3E8EE668-A53C-4DEB-80C6-D69C3DDA6FAB}" type="sibTrans" cxnId="{F2296ADF-68AB-4C3C-BB28-C3C5A6436FBD}">
      <dgm:prSet/>
      <dgm:spPr/>
      <dgm:t>
        <a:bodyPr/>
        <a:lstStyle/>
        <a:p>
          <a:endParaRPr lang="en-US"/>
        </a:p>
      </dgm:t>
    </dgm:pt>
    <dgm:pt modelId="{3D7B1E04-2F3B-4D85-9BE4-885080AAEB51}">
      <dgm:prSet/>
      <dgm:spPr/>
      <dgm:t>
        <a:bodyPr/>
        <a:lstStyle/>
        <a:p>
          <a:pPr>
            <a:buNone/>
          </a:pPr>
          <a:r>
            <a:rPr lang="en-US"/>
            <a:t>else:</a:t>
          </a:r>
        </a:p>
      </dgm:t>
    </dgm:pt>
    <dgm:pt modelId="{18C0372C-7842-4D84-9241-86A2949B39EE}" type="parTrans" cxnId="{EB06589E-2477-486C-88E2-A9D828A6EA74}">
      <dgm:prSet/>
      <dgm:spPr/>
      <dgm:t>
        <a:bodyPr/>
        <a:lstStyle/>
        <a:p>
          <a:endParaRPr lang="en-US" sz="2800"/>
        </a:p>
      </dgm:t>
    </dgm:pt>
    <dgm:pt modelId="{D508DC20-3CD0-49A6-BA98-CAD9E0F17BE7}" type="sibTrans" cxnId="{EB06589E-2477-486C-88E2-A9D828A6EA74}">
      <dgm:prSet/>
      <dgm:spPr/>
      <dgm:t>
        <a:bodyPr/>
        <a:lstStyle/>
        <a:p>
          <a:endParaRPr lang="en-US"/>
        </a:p>
      </dgm:t>
    </dgm:pt>
    <dgm:pt modelId="{3711B364-E17C-41BE-97EB-92F78A5DCFBE}">
      <dgm:prSet/>
      <dgm:spPr/>
      <dgm:t>
        <a:bodyPr/>
        <a:lstStyle/>
        <a:p>
          <a:pPr>
            <a:buNone/>
          </a:pPr>
          <a:r>
            <a:rPr lang="en-US" dirty="0"/>
            <a:t># default block</a:t>
          </a:r>
        </a:p>
      </dgm:t>
    </dgm:pt>
    <dgm:pt modelId="{FBBFE489-6E53-4CD3-9AA2-987A687D986D}" type="parTrans" cxnId="{E4459617-E3CA-4221-9879-5B412F839DB1}">
      <dgm:prSet/>
      <dgm:spPr/>
      <dgm:t>
        <a:bodyPr/>
        <a:lstStyle/>
        <a:p>
          <a:endParaRPr lang="en-US" sz="2800"/>
        </a:p>
      </dgm:t>
    </dgm:pt>
    <dgm:pt modelId="{C842091C-67C1-4B99-8750-64546E2AC4D0}" type="sibTrans" cxnId="{E4459617-E3CA-4221-9879-5B412F839DB1}">
      <dgm:prSet/>
      <dgm:spPr/>
      <dgm:t>
        <a:bodyPr/>
        <a:lstStyle/>
        <a:p>
          <a:endParaRPr lang="en-US"/>
        </a:p>
      </dgm:t>
    </dgm:pt>
    <dgm:pt modelId="{592A381C-B3FA-4A92-8A45-76502E808CE3}" type="pres">
      <dgm:prSet presAssocID="{C9388C24-A325-4345-9214-EEAE092D374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0B0DAEB-0103-4BD9-809E-9E8009D064F8}" type="pres">
      <dgm:prSet presAssocID="{3315351B-99E5-42C2-9E14-930D0FA6069B}" presName="root1" presStyleCnt="0"/>
      <dgm:spPr/>
    </dgm:pt>
    <dgm:pt modelId="{3363AFBD-E330-4DE1-A680-8E3DAA433220}" type="pres">
      <dgm:prSet presAssocID="{3315351B-99E5-42C2-9E14-930D0FA6069B}" presName="LevelOneTextNode" presStyleLbl="node0" presStyleIdx="0" presStyleCnt="2">
        <dgm:presLayoutVars>
          <dgm:chPref val="3"/>
        </dgm:presLayoutVars>
      </dgm:prSet>
      <dgm:spPr/>
    </dgm:pt>
    <dgm:pt modelId="{3981C78A-AA77-4FC4-821E-4C552DF39DA1}" type="pres">
      <dgm:prSet presAssocID="{3315351B-99E5-42C2-9E14-930D0FA6069B}" presName="level2hierChild" presStyleCnt="0"/>
      <dgm:spPr/>
    </dgm:pt>
    <dgm:pt modelId="{C6323BF4-B444-4622-AD80-C11ED3F7BEDF}" type="pres">
      <dgm:prSet presAssocID="{D98C2634-F9A5-4078-85BA-6397D9F26E24}" presName="root1" presStyleCnt="0"/>
      <dgm:spPr/>
    </dgm:pt>
    <dgm:pt modelId="{61E5876E-C09E-467B-BC31-7F84D124E290}" type="pres">
      <dgm:prSet presAssocID="{D98C2634-F9A5-4078-85BA-6397D9F26E24}" presName="LevelOneTextNode" presStyleLbl="node0" presStyleIdx="1" presStyleCnt="2">
        <dgm:presLayoutVars>
          <dgm:chPref val="3"/>
        </dgm:presLayoutVars>
      </dgm:prSet>
      <dgm:spPr/>
    </dgm:pt>
    <dgm:pt modelId="{AC364F2B-24D9-48B0-B876-F574FB9222F5}" type="pres">
      <dgm:prSet presAssocID="{D98C2634-F9A5-4078-85BA-6397D9F26E24}" presName="level2hierChild" presStyleCnt="0"/>
      <dgm:spPr/>
    </dgm:pt>
    <dgm:pt modelId="{2DF633E2-025E-4055-AF42-AED6EA068B8E}" type="pres">
      <dgm:prSet presAssocID="{184D393F-9DB6-4C98-BE06-F9CF5AC8476F}" presName="conn2-1" presStyleLbl="parChTrans1D2" presStyleIdx="0" presStyleCnt="3"/>
      <dgm:spPr/>
    </dgm:pt>
    <dgm:pt modelId="{566DFE7E-07E2-49BE-B32F-CEAC8D712B2C}" type="pres">
      <dgm:prSet presAssocID="{184D393F-9DB6-4C98-BE06-F9CF5AC8476F}" presName="connTx" presStyleLbl="parChTrans1D2" presStyleIdx="0" presStyleCnt="3"/>
      <dgm:spPr/>
    </dgm:pt>
    <dgm:pt modelId="{61A5FC60-7C34-4A68-BE1C-85AF7E50502E}" type="pres">
      <dgm:prSet presAssocID="{1EE354BF-0B05-459A-8792-549DCE239F3E}" presName="root2" presStyleCnt="0"/>
      <dgm:spPr/>
    </dgm:pt>
    <dgm:pt modelId="{43E14769-BD48-41B9-A20C-95F35C88D588}" type="pres">
      <dgm:prSet presAssocID="{1EE354BF-0B05-459A-8792-549DCE239F3E}" presName="LevelTwoTextNode" presStyleLbl="node2" presStyleIdx="0" presStyleCnt="3">
        <dgm:presLayoutVars>
          <dgm:chPref val="3"/>
        </dgm:presLayoutVars>
      </dgm:prSet>
      <dgm:spPr/>
    </dgm:pt>
    <dgm:pt modelId="{7A599553-5F7A-4A0C-9102-627DF64A1469}" type="pres">
      <dgm:prSet presAssocID="{1EE354BF-0B05-459A-8792-549DCE239F3E}" presName="level3hierChild" presStyleCnt="0"/>
      <dgm:spPr/>
    </dgm:pt>
    <dgm:pt modelId="{FCDE895A-6A6C-489E-A844-C98DED4F41CC}" type="pres">
      <dgm:prSet presAssocID="{8221E8F9-AE3D-4029-8C6F-267D51DE8983}" presName="conn2-1" presStyleLbl="parChTrans1D3" presStyleIdx="0" presStyleCnt="3"/>
      <dgm:spPr/>
    </dgm:pt>
    <dgm:pt modelId="{DE4857EA-B165-4AEC-AA9D-7C490E7EB588}" type="pres">
      <dgm:prSet presAssocID="{8221E8F9-AE3D-4029-8C6F-267D51DE8983}" presName="connTx" presStyleLbl="parChTrans1D3" presStyleIdx="0" presStyleCnt="3"/>
      <dgm:spPr/>
    </dgm:pt>
    <dgm:pt modelId="{822D3259-D21B-4374-8794-02740335FE70}" type="pres">
      <dgm:prSet presAssocID="{C8BE6ED6-EBD6-4F8B-9BC5-622B954EFD27}" presName="root2" presStyleCnt="0"/>
      <dgm:spPr/>
    </dgm:pt>
    <dgm:pt modelId="{F4C67EDD-8F60-48CE-A5B5-B67699A3059D}" type="pres">
      <dgm:prSet presAssocID="{C8BE6ED6-EBD6-4F8B-9BC5-622B954EFD27}" presName="LevelTwoTextNode" presStyleLbl="node3" presStyleIdx="0" presStyleCnt="3">
        <dgm:presLayoutVars>
          <dgm:chPref val="3"/>
        </dgm:presLayoutVars>
      </dgm:prSet>
      <dgm:spPr/>
    </dgm:pt>
    <dgm:pt modelId="{611CB2DC-CDDA-4AD9-9A1C-47DAEC4AB4AF}" type="pres">
      <dgm:prSet presAssocID="{C8BE6ED6-EBD6-4F8B-9BC5-622B954EFD27}" presName="level3hierChild" presStyleCnt="0"/>
      <dgm:spPr/>
    </dgm:pt>
    <dgm:pt modelId="{F0E2EA89-28B3-47E3-9D41-13B06CE0A5A2}" type="pres">
      <dgm:prSet presAssocID="{267DC1C5-350D-4040-9253-73595C866836}" presName="conn2-1" presStyleLbl="parChTrans1D2" presStyleIdx="1" presStyleCnt="3"/>
      <dgm:spPr/>
    </dgm:pt>
    <dgm:pt modelId="{D550EE6A-AF0D-48AB-B53B-02A25536C8B9}" type="pres">
      <dgm:prSet presAssocID="{267DC1C5-350D-4040-9253-73595C866836}" presName="connTx" presStyleLbl="parChTrans1D2" presStyleIdx="1" presStyleCnt="3"/>
      <dgm:spPr/>
    </dgm:pt>
    <dgm:pt modelId="{039EAAC9-D7A2-4455-8D27-FC8B975D4325}" type="pres">
      <dgm:prSet presAssocID="{D9E27FAB-9587-402E-A6FD-7231FAE31F68}" presName="root2" presStyleCnt="0"/>
      <dgm:spPr/>
    </dgm:pt>
    <dgm:pt modelId="{E731A8EF-FFA5-4D62-9447-1DBD628D329F}" type="pres">
      <dgm:prSet presAssocID="{D9E27FAB-9587-402E-A6FD-7231FAE31F68}" presName="LevelTwoTextNode" presStyleLbl="node2" presStyleIdx="1" presStyleCnt="3">
        <dgm:presLayoutVars>
          <dgm:chPref val="3"/>
        </dgm:presLayoutVars>
      </dgm:prSet>
      <dgm:spPr/>
    </dgm:pt>
    <dgm:pt modelId="{E82201D5-6C47-4068-B109-7D59AA610F5A}" type="pres">
      <dgm:prSet presAssocID="{D9E27FAB-9587-402E-A6FD-7231FAE31F68}" presName="level3hierChild" presStyleCnt="0"/>
      <dgm:spPr/>
    </dgm:pt>
    <dgm:pt modelId="{A5814FF1-DA52-4233-8D1A-405EA8AB050D}" type="pres">
      <dgm:prSet presAssocID="{630A04E1-9C57-41F8-A250-E7F38D143A8E}" presName="conn2-1" presStyleLbl="parChTrans1D3" presStyleIdx="1" presStyleCnt="3"/>
      <dgm:spPr/>
    </dgm:pt>
    <dgm:pt modelId="{49A0CB29-8DEA-4235-A956-6864DE3A6F13}" type="pres">
      <dgm:prSet presAssocID="{630A04E1-9C57-41F8-A250-E7F38D143A8E}" presName="connTx" presStyleLbl="parChTrans1D3" presStyleIdx="1" presStyleCnt="3"/>
      <dgm:spPr/>
    </dgm:pt>
    <dgm:pt modelId="{C19C3AAF-1E9D-4CCA-9BB9-DFEF6EB70D61}" type="pres">
      <dgm:prSet presAssocID="{B47E1CEF-2DA8-41AD-A26E-6D227357F7DF}" presName="root2" presStyleCnt="0"/>
      <dgm:spPr/>
    </dgm:pt>
    <dgm:pt modelId="{2E97FABB-893C-4E89-9851-7F1480B59C64}" type="pres">
      <dgm:prSet presAssocID="{B47E1CEF-2DA8-41AD-A26E-6D227357F7DF}" presName="LevelTwoTextNode" presStyleLbl="node3" presStyleIdx="1" presStyleCnt="3">
        <dgm:presLayoutVars>
          <dgm:chPref val="3"/>
        </dgm:presLayoutVars>
      </dgm:prSet>
      <dgm:spPr/>
    </dgm:pt>
    <dgm:pt modelId="{D2F852E5-3347-45EE-82FA-EB2C2D2D64C9}" type="pres">
      <dgm:prSet presAssocID="{B47E1CEF-2DA8-41AD-A26E-6D227357F7DF}" presName="level3hierChild" presStyleCnt="0"/>
      <dgm:spPr/>
    </dgm:pt>
    <dgm:pt modelId="{211AC8FE-7D94-4C18-9DB3-595CB9A790B2}" type="pres">
      <dgm:prSet presAssocID="{18C0372C-7842-4D84-9241-86A2949B39EE}" presName="conn2-1" presStyleLbl="parChTrans1D2" presStyleIdx="2" presStyleCnt="3"/>
      <dgm:spPr/>
    </dgm:pt>
    <dgm:pt modelId="{41225358-7A32-46D8-B38F-5230B6EA6F65}" type="pres">
      <dgm:prSet presAssocID="{18C0372C-7842-4D84-9241-86A2949B39EE}" presName="connTx" presStyleLbl="parChTrans1D2" presStyleIdx="2" presStyleCnt="3"/>
      <dgm:spPr/>
    </dgm:pt>
    <dgm:pt modelId="{9EAA5E7C-C243-46A7-BD97-E62BDA58FB9F}" type="pres">
      <dgm:prSet presAssocID="{3D7B1E04-2F3B-4D85-9BE4-885080AAEB51}" presName="root2" presStyleCnt="0"/>
      <dgm:spPr/>
    </dgm:pt>
    <dgm:pt modelId="{0D4FC0F9-BCDC-4E55-A122-8A7B6BB39D60}" type="pres">
      <dgm:prSet presAssocID="{3D7B1E04-2F3B-4D85-9BE4-885080AAEB51}" presName="LevelTwoTextNode" presStyleLbl="node2" presStyleIdx="2" presStyleCnt="3">
        <dgm:presLayoutVars>
          <dgm:chPref val="3"/>
        </dgm:presLayoutVars>
      </dgm:prSet>
      <dgm:spPr/>
    </dgm:pt>
    <dgm:pt modelId="{7ED20E89-D2E9-4AF2-B677-2A25CD869B39}" type="pres">
      <dgm:prSet presAssocID="{3D7B1E04-2F3B-4D85-9BE4-885080AAEB51}" presName="level3hierChild" presStyleCnt="0"/>
      <dgm:spPr/>
    </dgm:pt>
    <dgm:pt modelId="{5948C98B-B4A7-48B8-9CD9-9FFD5394C97A}" type="pres">
      <dgm:prSet presAssocID="{FBBFE489-6E53-4CD3-9AA2-987A687D986D}" presName="conn2-1" presStyleLbl="parChTrans1D3" presStyleIdx="2" presStyleCnt="3"/>
      <dgm:spPr/>
    </dgm:pt>
    <dgm:pt modelId="{FD51F3D5-3DDC-4680-BC47-D557ADCDF3A3}" type="pres">
      <dgm:prSet presAssocID="{FBBFE489-6E53-4CD3-9AA2-987A687D986D}" presName="connTx" presStyleLbl="parChTrans1D3" presStyleIdx="2" presStyleCnt="3"/>
      <dgm:spPr/>
    </dgm:pt>
    <dgm:pt modelId="{830BA23F-3667-4A87-AD67-70DB5DBE8AB7}" type="pres">
      <dgm:prSet presAssocID="{3711B364-E17C-41BE-97EB-92F78A5DCFBE}" presName="root2" presStyleCnt="0"/>
      <dgm:spPr/>
    </dgm:pt>
    <dgm:pt modelId="{AC2485AC-DAFE-48BD-9957-8C844938393D}" type="pres">
      <dgm:prSet presAssocID="{3711B364-E17C-41BE-97EB-92F78A5DCFBE}" presName="LevelTwoTextNode" presStyleLbl="node3" presStyleIdx="2" presStyleCnt="3">
        <dgm:presLayoutVars>
          <dgm:chPref val="3"/>
        </dgm:presLayoutVars>
      </dgm:prSet>
      <dgm:spPr/>
    </dgm:pt>
    <dgm:pt modelId="{43A7527F-FD6D-4C8C-9D93-BBD590522BDD}" type="pres">
      <dgm:prSet presAssocID="{3711B364-E17C-41BE-97EB-92F78A5DCFBE}" presName="level3hierChild" presStyleCnt="0"/>
      <dgm:spPr/>
    </dgm:pt>
  </dgm:ptLst>
  <dgm:cxnLst>
    <dgm:cxn modelId="{4F7E5C04-2B4A-4FB0-B483-AAE26C6C491E}" type="presOf" srcId="{C8BE6ED6-EBD6-4F8B-9BC5-622B954EFD27}" destId="{F4C67EDD-8F60-48CE-A5B5-B67699A3059D}" srcOrd="0" destOrd="0" presId="urn:microsoft.com/office/officeart/2005/8/layout/hierarchy2"/>
    <dgm:cxn modelId="{E5DD9512-9F5B-4DCE-A0F9-EE2F65DD1648}" type="presOf" srcId="{8221E8F9-AE3D-4029-8C6F-267D51DE8983}" destId="{FCDE895A-6A6C-489E-A844-C98DED4F41CC}" srcOrd="0" destOrd="0" presId="urn:microsoft.com/office/officeart/2005/8/layout/hierarchy2"/>
    <dgm:cxn modelId="{E4459617-E3CA-4221-9879-5B412F839DB1}" srcId="{3D7B1E04-2F3B-4D85-9BE4-885080AAEB51}" destId="{3711B364-E17C-41BE-97EB-92F78A5DCFBE}" srcOrd="0" destOrd="0" parTransId="{FBBFE489-6E53-4CD3-9AA2-987A687D986D}" sibTransId="{C842091C-67C1-4B99-8750-64546E2AC4D0}"/>
    <dgm:cxn modelId="{3500E321-C432-4432-A778-2C5A96C580F0}" type="presOf" srcId="{3315351B-99E5-42C2-9E14-930D0FA6069B}" destId="{3363AFBD-E330-4DE1-A680-8E3DAA433220}" srcOrd="0" destOrd="0" presId="urn:microsoft.com/office/officeart/2005/8/layout/hierarchy2"/>
    <dgm:cxn modelId="{E79CED2A-03A4-4536-99FF-08FD73C4B88F}" srcId="{C9388C24-A325-4345-9214-EEAE092D3743}" destId="{D98C2634-F9A5-4078-85BA-6397D9F26E24}" srcOrd="1" destOrd="0" parTransId="{3A9B7163-4087-4A0D-9A01-944FB2E476B4}" sibTransId="{C4D48E4B-067A-4E1D-BEDC-A2B86D3DCE7A}"/>
    <dgm:cxn modelId="{A895B832-BFE6-40EF-9933-3B195B972702}" type="presOf" srcId="{267DC1C5-350D-4040-9253-73595C866836}" destId="{D550EE6A-AF0D-48AB-B53B-02A25536C8B9}" srcOrd="1" destOrd="0" presId="urn:microsoft.com/office/officeart/2005/8/layout/hierarchy2"/>
    <dgm:cxn modelId="{412C7A3E-B0BC-469F-A39F-37CFA136C1B1}" type="presOf" srcId="{FBBFE489-6E53-4CD3-9AA2-987A687D986D}" destId="{FD51F3D5-3DDC-4680-BC47-D557ADCDF3A3}" srcOrd="1" destOrd="0" presId="urn:microsoft.com/office/officeart/2005/8/layout/hierarchy2"/>
    <dgm:cxn modelId="{B56EB25B-4791-455A-8AEA-1A7E953657A7}" type="presOf" srcId="{267DC1C5-350D-4040-9253-73595C866836}" destId="{F0E2EA89-28B3-47E3-9D41-13B06CE0A5A2}" srcOrd="0" destOrd="0" presId="urn:microsoft.com/office/officeart/2005/8/layout/hierarchy2"/>
    <dgm:cxn modelId="{71DDB948-A7A8-4ADB-AB17-FF1F951AFFED}" type="presOf" srcId="{3D7B1E04-2F3B-4D85-9BE4-885080AAEB51}" destId="{0D4FC0F9-BCDC-4E55-A122-8A7B6BB39D60}" srcOrd="0" destOrd="0" presId="urn:microsoft.com/office/officeart/2005/8/layout/hierarchy2"/>
    <dgm:cxn modelId="{08A20E6A-E17B-429E-B0A2-F02E012865C2}" srcId="{D98C2634-F9A5-4078-85BA-6397D9F26E24}" destId="{D9E27FAB-9587-402E-A6FD-7231FAE31F68}" srcOrd="1" destOrd="0" parTransId="{267DC1C5-350D-4040-9253-73595C866836}" sibTransId="{D047D644-B680-4895-9ED2-D87694CFF072}"/>
    <dgm:cxn modelId="{86E9664B-4ACA-4F7F-AC3F-7BE2973F60E7}" type="presOf" srcId="{630A04E1-9C57-41F8-A250-E7F38D143A8E}" destId="{A5814FF1-DA52-4233-8D1A-405EA8AB050D}" srcOrd="0" destOrd="0" presId="urn:microsoft.com/office/officeart/2005/8/layout/hierarchy2"/>
    <dgm:cxn modelId="{895E2B6F-56B8-47F8-AF8B-D7BD155CF17F}" type="presOf" srcId="{18C0372C-7842-4D84-9241-86A2949B39EE}" destId="{41225358-7A32-46D8-B38F-5230B6EA6F65}" srcOrd="1" destOrd="0" presId="urn:microsoft.com/office/officeart/2005/8/layout/hierarchy2"/>
    <dgm:cxn modelId="{0C7C6959-3261-4E17-9278-DAB6F581E666}" type="presOf" srcId="{D9E27FAB-9587-402E-A6FD-7231FAE31F68}" destId="{E731A8EF-FFA5-4D62-9447-1DBD628D329F}" srcOrd="0" destOrd="0" presId="urn:microsoft.com/office/officeart/2005/8/layout/hierarchy2"/>
    <dgm:cxn modelId="{CC022B81-C6E4-43DA-A7F2-DFED6C4FF054}" type="presOf" srcId="{3711B364-E17C-41BE-97EB-92F78A5DCFBE}" destId="{AC2485AC-DAFE-48BD-9957-8C844938393D}" srcOrd="0" destOrd="0" presId="urn:microsoft.com/office/officeart/2005/8/layout/hierarchy2"/>
    <dgm:cxn modelId="{E9D6A287-117D-4774-9EF6-A47C1143AC66}" type="presOf" srcId="{D98C2634-F9A5-4078-85BA-6397D9F26E24}" destId="{61E5876E-C09E-467B-BC31-7F84D124E290}" srcOrd="0" destOrd="0" presId="urn:microsoft.com/office/officeart/2005/8/layout/hierarchy2"/>
    <dgm:cxn modelId="{6F00B98E-6B5B-4181-9EA6-6AAE9E66B14A}" srcId="{1EE354BF-0B05-459A-8792-549DCE239F3E}" destId="{C8BE6ED6-EBD6-4F8B-9BC5-622B954EFD27}" srcOrd="0" destOrd="0" parTransId="{8221E8F9-AE3D-4029-8C6F-267D51DE8983}" sibTransId="{C77C2B8B-DF8A-450B-BEC1-20D1C137BBE9}"/>
    <dgm:cxn modelId="{88231792-5202-4DAB-9FC1-ED11C4FDE8AC}" type="presOf" srcId="{B47E1CEF-2DA8-41AD-A26E-6D227357F7DF}" destId="{2E97FABB-893C-4E89-9851-7F1480B59C64}" srcOrd="0" destOrd="0" presId="urn:microsoft.com/office/officeart/2005/8/layout/hierarchy2"/>
    <dgm:cxn modelId="{5E7B9099-490C-41C2-AF91-0968F43BD694}" type="presOf" srcId="{630A04E1-9C57-41F8-A250-E7F38D143A8E}" destId="{49A0CB29-8DEA-4235-A956-6864DE3A6F13}" srcOrd="1" destOrd="0" presId="urn:microsoft.com/office/officeart/2005/8/layout/hierarchy2"/>
    <dgm:cxn modelId="{E0D3329A-6590-44D6-A1F0-94F1A165BAF0}" type="presOf" srcId="{FBBFE489-6E53-4CD3-9AA2-987A687D986D}" destId="{5948C98B-B4A7-48B8-9CD9-9FFD5394C97A}" srcOrd="0" destOrd="0" presId="urn:microsoft.com/office/officeart/2005/8/layout/hierarchy2"/>
    <dgm:cxn modelId="{EB06589E-2477-486C-88E2-A9D828A6EA74}" srcId="{D98C2634-F9A5-4078-85BA-6397D9F26E24}" destId="{3D7B1E04-2F3B-4D85-9BE4-885080AAEB51}" srcOrd="2" destOrd="0" parTransId="{18C0372C-7842-4D84-9241-86A2949B39EE}" sibTransId="{D508DC20-3CD0-49A6-BA98-CAD9E0F17BE7}"/>
    <dgm:cxn modelId="{CB685CA0-A119-478E-BD68-4556BFE68D6C}" type="presOf" srcId="{C9388C24-A325-4345-9214-EEAE092D3743}" destId="{592A381C-B3FA-4A92-8A45-76502E808CE3}" srcOrd="0" destOrd="0" presId="urn:microsoft.com/office/officeart/2005/8/layout/hierarchy2"/>
    <dgm:cxn modelId="{22A919A5-7245-4B8B-8682-E16A5D67EFB0}" srcId="{C9388C24-A325-4345-9214-EEAE092D3743}" destId="{3315351B-99E5-42C2-9E14-930D0FA6069B}" srcOrd="0" destOrd="0" parTransId="{78F5E1EA-65BA-4120-9C9F-7D42605051FE}" sibTransId="{AC0396FF-E83A-4E3B-A19F-4DC660366B11}"/>
    <dgm:cxn modelId="{3C1A69C3-2280-4E95-9D72-0D73DD5AA6F0}" srcId="{D98C2634-F9A5-4078-85BA-6397D9F26E24}" destId="{1EE354BF-0B05-459A-8792-549DCE239F3E}" srcOrd="0" destOrd="0" parTransId="{184D393F-9DB6-4C98-BE06-F9CF5AC8476F}" sibTransId="{8F6FC852-8232-44AC-99A5-9C3504715620}"/>
    <dgm:cxn modelId="{F2296ADF-68AB-4C3C-BB28-C3C5A6436FBD}" srcId="{D9E27FAB-9587-402E-A6FD-7231FAE31F68}" destId="{B47E1CEF-2DA8-41AD-A26E-6D227357F7DF}" srcOrd="0" destOrd="0" parTransId="{630A04E1-9C57-41F8-A250-E7F38D143A8E}" sibTransId="{3E8EE668-A53C-4DEB-80C6-D69C3DDA6FAB}"/>
    <dgm:cxn modelId="{142917E0-C556-477F-ACEA-DA78C7EA1E83}" type="presOf" srcId="{8221E8F9-AE3D-4029-8C6F-267D51DE8983}" destId="{DE4857EA-B165-4AEC-AA9D-7C490E7EB588}" srcOrd="1" destOrd="0" presId="urn:microsoft.com/office/officeart/2005/8/layout/hierarchy2"/>
    <dgm:cxn modelId="{EF3022E1-1F0A-494B-94D5-284E6FD7872F}" type="presOf" srcId="{184D393F-9DB6-4C98-BE06-F9CF5AC8476F}" destId="{2DF633E2-025E-4055-AF42-AED6EA068B8E}" srcOrd="0" destOrd="0" presId="urn:microsoft.com/office/officeart/2005/8/layout/hierarchy2"/>
    <dgm:cxn modelId="{1F4D02EF-983F-4DAE-A7A7-4CE289C53B6A}" type="presOf" srcId="{18C0372C-7842-4D84-9241-86A2949B39EE}" destId="{211AC8FE-7D94-4C18-9DB3-595CB9A790B2}" srcOrd="0" destOrd="0" presId="urn:microsoft.com/office/officeart/2005/8/layout/hierarchy2"/>
    <dgm:cxn modelId="{69B7CBFB-983D-4CE2-A29B-4B405942FD63}" type="presOf" srcId="{184D393F-9DB6-4C98-BE06-F9CF5AC8476F}" destId="{566DFE7E-07E2-49BE-B32F-CEAC8D712B2C}" srcOrd="1" destOrd="0" presId="urn:microsoft.com/office/officeart/2005/8/layout/hierarchy2"/>
    <dgm:cxn modelId="{1361D2FD-1016-454A-A38D-CC6D0D23E1FC}" type="presOf" srcId="{1EE354BF-0B05-459A-8792-549DCE239F3E}" destId="{43E14769-BD48-41B9-A20C-95F35C88D588}" srcOrd="0" destOrd="0" presId="urn:microsoft.com/office/officeart/2005/8/layout/hierarchy2"/>
    <dgm:cxn modelId="{B644A587-FF01-4702-916F-E9B5039B7CBE}" type="presParOf" srcId="{592A381C-B3FA-4A92-8A45-76502E808CE3}" destId="{F0B0DAEB-0103-4BD9-809E-9E8009D064F8}" srcOrd="0" destOrd="0" presId="urn:microsoft.com/office/officeart/2005/8/layout/hierarchy2"/>
    <dgm:cxn modelId="{CBC92C3D-CA45-45BB-BAF1-C05863436FA7}" type="presParOf" srcId="{F0B0DAEB-0103-4BD9-809E-9E8009D064F8}" destId="{3363AFBD-E330-4DE1-A680-8E3DAA433220}" srcOrd="0" destOrd="0" presId="urn:microsoft.com/office/officeart/2005/8/layout/hierarchy2"/>
    <dgm:cxn modelId="{FDB1D585-B9FA-4B4C-ABF4-E97EB9B5D2CB}" type="presParOf" srcId="{F0B0DAEB-0103-4BD9-809E-9E8009D064F8}" destId="{3981C78A-AA77-4FC4-821E-4C552DF39DA1}" srcOrd="1" destOrd="0" presId="urn:microsoft.com/office/officeart/2005/8/layout/hierarchy2"/>
    <dgm:cxn modelId="{87A9A09C-FB1C-47D0-85E5-1DA8AF1DC60C}" type="presParOf" srcId="{592A381C-B3FA-4A92-8A45-76502E808CE3}" destId="{C6323BF4-B444-4622-AD80-C11ED3F7BEDF}" srcOrd="1" destOrd="0" presId="urn:microsoft.com/office/officeart/2005/8/layout/hierarchy2"/>
    <dgm:cxn modelId="{E739423D-8FC9-4003-A3C4-68DC308A8F54}" type="presParOf" srcId="{C6323BF4-B444-4622-AD80-C11ED3F7BEDF}" destId="{61E5876E-C09E-467B-BC31-7F84D124E290}" srcOrd="0" destOrd="0" presId="urn:microsoft.com/office/officeart/2005/8/layout/hierarchy2"/>
    <dgm:cxn modelId="{9791FE6D-4274-403B-9008-927C317A3E5F}" type="presParOf" srcId="{C6323BF4-B444-4622-AD80-C11ED3F7BEDF}" destId="{AC364F2B-24D9-48B0-B876-F574FB9222F5}" srcOrd="1" destOrd="0" presId="urn:microsoft.com/office/officeart/2005/8/layout/hierarchy2"/>
    <dgm:cxn modelId="{A036160C-DD9A-4B10-B8FB-7B0984104717}" type="presParOf" srcId="{AC364F2B-24D9-48B0-B876-F574FB9222F5}" destId="{2DF633E2-025E-4055-AF42-AED6EA068B8E}" srcOrd="0" destOrd="0" presId="urn:microsoft.com/office/officeart/2005/8/layout/hierarchy2"/>
    <dgm:cxn modelId="{EA952413-A9E8-46E1-A2F4-18153F303D43}" type="presParOf" srcId="{2DF633E2-025E-4055-AF42-AED6EA068B8E}" destId="{566DFE7E-07E2-49BE-B32F-CEAC8D712B2C}" srcOrd="0" destOrd="0" presId="urn:microsoft.com/office/officeart/2005/8/layout/hierarchy2"/>
    <dgm:cxn modelId="{9BA8EF71-C762-41D2-BA54-A7BA06C65818}" type="presParOf" srcId="{AC364F2B-24D9-48B0-B876-F574FB9222F5}" destId="{61A5FC60-7C34-4A68-BE1C-85AF7E50502E}" srcOrd="1" destOrd="0" presId="urn:microsoft.com/office/officeart/2005/8/layout/hierarchy2"/>
    <dgm:cxn modelId="{DB4B52D3-2BC2-43B1-AEE2-5FFD37B5B29E}" type="presParOf" srcId="{61A5FC60-7C34-4A68-BE1C-85AF7E50502E}" destId="{43E14769-BD48-41B9-A20C-95F35C88D588}" srcOrd="0" destOrd="0" presId="urn:microsoft.com/office/officeart/2005/8/layout/hierarchy2"/>
    <dgm:cxn modelId="{C4FB31EE-FE31-4204-8BB2-BA2836AB3B69}" type="presParOf" srcId="{61A5FC60-7C34-4A68-BE1C-85AF7E50502E}" destId="{7A599553-5F7A-4A0C-9102-627DF64A1469}" srcOrd="1" destOrd="0" presId="urn:microsoft.com/office/officeart/2005/8/layout/hierarchy2"/>
    <dgm:cxn modelId="{1806997B-090A-4EB4-BD02-EFE397CAC870}" type="presParOf" srcId="{7A599553-5F7A-4A0C-9102-627DF64A1469}" destId="{FCDE895A-6A6C-489E-A844-C98DED4F41CC}" srcOrd="0" destOrd="0" presId="urn:microsoft.com/office/officeart/2005/8/layout/hierarchy2"/>
    <dgm:cxn modelId="{B6C1CF3E-DAF1-4CA1-A3EF-5647175E692B}" type="presParOf" srcId="{FCDE895A-6A6C-489E-A844-C98DED4F41CC}" destId="{DE4857EA-B165-4AEC-AA9D-7C490E7EB588}" srcOrd="0" destOrd="0" presId="urn:microsoft.com/office/officeart/2005/8/layout/hierarchy2"/>
    <dgm:cxn modelId="{FB5F872A-0BA6-4E6F-922A-A50584ACD19C}" type="presParOf" srcId="{7A599553-5F7A-4A0C-9102-627DF64A1469}" destId="{822D3259-D21B-4374-8794-02740335FE70}" srcOrd="1" destOrd="0" presId="urn:microsoft.com/office/officeart/2005/8/layout/hierarchy2"/>
    <dgm:cxn modelId="{D0226A35-2908-40B6-BAFE-F7E824C24A1A}" type="presParOf" srcId="{822D3259-D21B-4374-8794-02740335FE70}" destId="{F4C67EDD-8F60-48CE-A5B5-B67699A3059D}" srcOrd="0" destOrd="0" presId="urn:microsoft.com/office/officeart/2005/8/layout/hierarchy2"/>
    <dgm:cxn modelId="{E4702181-D479-4AB0-B449-157C0DC56C0D}" type="presParOf" srcId="{822D3259-D21B-4374-8794-02740335FE70}" destId="{611CB2DC-CDDA-4AD9-9A1C-47DAEC4AB4AF}" srcOrd="1" destOrd="0" presId="urn:microsoft.com/office/officeart/2005/8/layout/hierarchy2"/>
    <dgm:cxn modelId="{5FC26E92-C4F1-472B-9FFB-1A2432E79ED6}" type="presParOf" srcId="{AC364F2B-24D9-48B0-B876-F574FB9222F5}" destId="{F0E2EA89-28B3-47E3-9D41-13B06CE0A5A2}" srcOrd="2" destOrd="0" presId="urn:microsoft.com/office/officeart/2005/8/layout/hierarchy2"/>
    <dgm:cxn modelId="{BD963721-D56B-4F71-9FA3-4F5BF9774CCD}" type="presParOf" srcId="{F0E2EA89-28B3-47E3-9D41-13B06CE0A5A2}" destId="{D550EE6A-AF0D-48AB-B53B-02A25536C8B9}" srcOrd="0" destOrd="0" presId="urn:microsoft.com/office/officeart/2005/8/layout/hierarchy2"/>
    <dgm:cxn modelId="{C8191B38-6B66-4270-AEBA-5306D07AB5B0}" type="presParOf" srcId="{AC364F2B-24D9-48B0-B876-F574FB9222F5}" destId="{039EAAC9-D7A2-4455-8D27-FC8B975D4325}" srcOrd="3" destOrd="0" presId="urn:microsoft.com/office/officeart/2005/8/layout/hierarchy2"/>
    <dgm:cxn modelId="{EC9CCD7A-6995-405C-94C0-45BE4AA2A028}" type="presParOf" srcId="{039EAAC9-D7A2-4455-8D27-FC8B975D4325}" destId="{E731A8EF-FFA5-4D62-9447-1DBD628D329F}" srcOrd="0" destOrd="0" presId="urn:microsoft.com/office/officeart/2005/8/layout/hierarchy2"/>
    <dgm:cxn modelId="{FC754075-C81F-4CC1-84E3-E3DC6922D3EE}" type="presParOf" srcId="{039EAAC9-D7A2-4455-8D27-FC8B975D4325}" destId="{E82201D5-6C47-4068-B109-7D59AA610F5A}" srcOrd="1" destOrd="0" presId="urn:microsoft.com/office/officeart/2005/8/layout/hierarchy2"/>
    <dgm:cxn modelId="{021FC567-0A48-4823-AEED-90B52147C4C5}" type="presParOf" srcId="{E82201D5-6C47-4068-B109-7D59AA610F5A}" destId="{A5814FF1-DA52-4233-8D1A-405EA8AB050D}" srcOrd="0" destOrd="0" presId="urn:microsoft.com/office/officeart/2005/8/layout/hierarchy2"/>
    <dgm:cxn modelId="{4A1E519C-D63B-4F98-B06E-911E97EE089C}" type="presParOf" srcId="{A5814FF1-DA52-4233-8D1A-405EA8AB050D}" destId="{49A0CB29-8DEA-4235-A956-6864DE3A6F13}" srcOrd="0" destOrd="0" presId="urn:microsoft.com/office/officeart/2005/8/layout/hierarchy2"/>
    <dgm:cxn modelId="{8F442E0E-D120-4C4D-8C85-E08FB848B742}" type="presParOf" srcId="{E82201D5-6C47-4068-B109-7D59AA610F5A}" destId="{C19C3AAF-1E9D-4CCA-9BB9-DFEF6EB70D61}" srcOrd="1" destOrd="0" presId="urn:microsoft.com/office/officeart/2005/8/layout/hierarchy2"/>
    <dgm:cxn modelId="{3F2C0265-77A7-4304-B890-690E839B2F7F}" type="presParOf" srcId="{C19C3AAF-1E9D-4CCA-9BB9-DFEF6EB70D61}" destId="{2E97FABB-893C-4E89-9851-7F1480B59C64}" srcOrd="0" destOrd="0" presId="urn:microsoft.com/office/officeart/2005/8/layout/hierarchy2"/>
    <dgm:cxn modelId="{9E6ACF9D-70B3-4598-B480-5D4CE1F3BED3}" type="presParOf" srcId="{C19C3AAF-1E9D-4CCA-9BB9-DFEF6EB70D61}" destId="{D2F852E5-3347-45EE-82FA-EB2C2D2D64C9}" srcOrd="1" destOrd="0" presId="urn:microsoft.com/office/officeart/2005/8/layout/hierarchy2"/>
    <dgm:cxn modelId="{476094E5-C303-41A6-B564-7C5FA59D70C4}" type="presParOf" srcId="{AC364F2B-24D9-48B0-B876-F574FB9222F5}" destId="{211AC8FE-7D94-4C18-9DB3-595CB9A790B2}" srcOrd="4" destOrd="0" presId="urn:microsoft.com/office/officeart/2005/8/layout/hierarchy2"/>
    <dgm:cxn modelId="{37C3EEEC-E4F5-4ECE-A656-C51AA7D9192C}" type="presParOf" srcId="{211AC8FE-7D94-4C18-9DB3-595CB9A790B2}" destId="{41225358-7A32-46D8-B38F-5230B6EA6F65}" srcOrd="0" destOrd="0" presId="urn:microsoft.com/office/officeart/2005/8/layout/hierarchy2"/>
    <dgm:cxn modelId="{B6E36895-59AF-4ED8-956E-2C9F5E523939}" type="presParOf" srcId="{AC364F2B-24D9-48B0-B876-F574FB9222F5}" destId="{9EAA5E7C-C243-46A7-BD97-E62BDA58FB9F}" srcOrd="5" destOrd="0" presId="urn:microsoft.com/office/officeart/2005/8/layout/hierarchy2"/>
    <dgm:cxn modelId="{EDD7C9F8-04A3-4B4B-9A6D-B1DAB2699DF2}" type="presParOf" srcId="{9EAA5E7C-C243-46A7-BD97-E62BDA58FB9F}" destId="{0D4FC0F9-BCDC-4E55-A122-8A7B6BB39D60}" srcOrd="0" destOrd="0" presId="urn:microsoft.com/office/officeart/2005/8/layout/hierarchy2"/>
    <dgm:cxn modelId="{7CBBB2D4-C268-4613-A569-D1DD7EFA341B}" type="presParOf" srcId="{9EAA5E7C-C243-46A7-BD97-E62BDA58FB9F}" destId="{7ED20E89-D2E9-4AF2-B677-2A25CD869B39}" srcOrd="1" destOrd="0" presId="urn:microsoft.com/office/officeart/2005/8/layout/hierarchy2"/>
    <dgm:cxn modelId="{0BEC4E6E-215D-45C5-979D-BA567FDDCC67}" type="presParOf" srcId="{7ED20E89-D2E9-4AF2-B677-2A25CD869B39}" destId="{5948C98B-B4A7-48B8-9CD9-9FFD5394C97A}" srcOrd="0" destOrd="0" presId="urn:microsoft.com/office/officeart/2005/8/layout/hierarchy2"/>
    <dgm:cxn modelId="{21F997AE-99F4-4B29-AB77-E96F2B8A7AC4}" type="presParOf" srcId="{5948C98B-B4A7-48B8-9CD9-9FFD5394C97A}" destId="{FD51F3D5-3DDC-4680-BC47-D557ADCDF3A3}" srcOrd="0" destOrd="0" presId="urn:microsoft.com/office/officeart/2005/8/layout/hierarchy2"/>
    <dgm:cxn modelId="{C443D522-2364-4887-8534-99BDE110230B}" type="presParOf" srcId="{7ED20E89-D2E9-4AF2-B677-2A25CD869B39}" destId="{830BA23F-3667-4A87-AD67-70DB5DBE8AB7}" srcOrd="1" destOrd="0" presId="urn:microsoft.com/office/officeart/2005/8/layout/hierarchy2"/>
    <dgm:cxn modelId="{C0C72460-3B97-48A0-BFB5-33E88DF6EACC}" type="presParOf" srcId="{830BA23F-3667-4A87-AD67-70DB5DBE8AB7}" destId="{AC2485AC-DAFE-48BD-9957-8C844938393D}" srcOrd="0" destOrd="0" presId="urn:microsoft.com/office/officeart/2005/8/layout/hierarchy2"/>
    <dgm:cxn modelId="{11566B79-0026-43D1-9CAC-07A58F45ED42}" type="presParOf" srcId="{830BA23F-3667-4A87-AD67-70DB5DBE8AB7}" destId="{43A7527F-FD6D-4C8C-9D93-BBD590522BD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8A34F6-092E-41B5-92AE-40D864465DD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2D9A67-4FE5-4FBE-84EE-4CC563F9813E}">
      <dgm:prSet/>
      <dgm:spPr/>
      <dgm:t>
        <a:bodyPr/>
        <a:lstStyle/>
        <a:p>
          <a:r>
            <a:rPr lang="en-US"/>
            <a:t>For Loop – used to iterate over a sequence.</a:t>
          </a:r>
        </a:p>
      </dgm:t>
    </dgm:pt>
    <dgm:pt modelId="{C76F5D38-A8F8-4514-BB7B-95E373E63ED9}" type="parTrans" cxnId="{607A1024-1410-4E67-9671-C381F44B5502}">
      <dgm:prSet/>
      <dgm:spPr/>
      <dgm:t>
        <a:bodyPr/>
        <a:lstStyle/>
        <a:p>
          <a:endParaRPr lang="en-US"/>
        </a:p>
      </dgm:t>
    </dgm:pt>
    <dgm:pt modelId="{6F536C91-6780-4F1B-AF6B-3BC8C5C506C3}" type="sibTrans" cxnId="{607A1024-1410-4E67-9671-C381F44B5502}">
      <dgm:prSet/>
      <dgm:spPr/>
      <dgm:t>
        <a:bodyPr/>
        <a:lstStyle/>
        <a:p>
          <a:endParaRPr lang="en-US"/>
        </a:p>
      </dgm:t>
    </dgm:pt>
    <dgm:pt modelId="{F93F314D-7649-4C27-A76D-960EB1B74377}">
      <dgm:prSet/>
      <dgm:spPr/>
      <dgm:t>
        <a:bodyPr/>
        <a:lstStyle/>
        <a:p>
          <a:r>
            <a:rPr lang="en-US"/>
            <a:t>Example: </a:t>
          </a:r>
        </a:p>
      </dgm:t>
    </dgm:pt>
    <dgm:pt modelId="{E82FD250-7723-4133-B644-D14B3D5F2671}" type="parTrans" cxnId="{BA69EB49-5D44-4CC9-AAB0-053B326785A6}">
      <dgm:prSet/>
      <dgm:spPr/>
      <dgm:t>
        <a:bodyPr/>
        <a:lstStyle/>
        <a:p>
          <a:endParaRPr lang="en-US"/>
        </a:p>
      </dgm:t>
    </dgm:pt>
    <dgm:pt modelId="{D2B5F8AE-DE8C-40D1-ADEF-AAC80E7EA656}" type="sibTrans" cxnId="{BA69EB49-5D44-4CC9-AAB0-053B326785A6}">
      <dgm:prSet/>
      <dgm:spPr/>
      <dgm:t>
        <a:bodyPr/>
        <a:lstStyle/>
        <a:p>
          <a:endParaRPr lang="en-US"/>
        </a:p>
      </dgm:t>
    </dgm:pt>
    <dgm:pt modelId="{D3C847B0-22DC-4C9D-95B8-B3FC4406CAE8}">
      <dgm:prSet/>
      <dgm:spPr/>
      <dgm:t>
        <a:bodyPr/>
        <a:lstStyle/>
        <a:p>
          <a:pPr>
            <a:buNone/>
          </a:pPr>
          <a:r>
            <a:rPr lang="en-US" dirty="0"/>
            <a:t>for </a:t>
          </a:r>
          <a:r>
            <a:rPr lang="en-US" dirty="0" err="1"/>
            <a:t>i</a:t>
          </a:r>
          <a:r>
            <a:rPr lang="en-US" dirty="0"/>
            <a:t> in range(5): </a:t>
          </a:r>
        </a:p>
      </dgm:t>
    </dgm:pt>
    <dgm:pt modelId="{ADAEB656-B872-4E94-B2B2-F202FF7EF5C0}" type="parTrans" cxnId="{735F602E-2F09-46C1-AD32-8FA654E118FE}">
      <dgm:prSet/>
      <dgm:spPr/>
      <dgm:t>
        <a:bodyPr/>
        <a:lstStyle/>
        <a:p>
          <a:endParaRPr lang="en-US"/>
        </a:p>
      </dgm:t>
    </dgm:pt>
    <dgm:pt modelId="{C4296FC5-C4AB-4E3D-A65A-0E2F9DB9BF4A}" type="sibTrans" cxnId="{735F602E-2F09-46C1-AD32-8FA654E118FE}">
      <dgm:prSet/>
      <dgm:spPr/>
      <dgm:t>
        <a:bodyPr/>
        <a:lstStyle/>
        <a:p>
          <a:endParaRPr lang="en-US"/>
        </a:p>
      </dgm:t>
    </dgm:pt>
    <dgm:pt modelId="{45DB0CAE-0176-4697-99AB-DD56110F80F0}">
      <dgm:prSet/>
      <dgm:spPr/>
      <dgm:t>
        <a:bodyPr/>
        <a:lstStyle/>
        <a:p>
          <a:pPr>
            <a:buNone/>
          </a:pPr>
          <a:r>
            <a:rPr lang="en-US" dirty="0"/>
            <a:t>print(</a:t>
          </a:r>
          <a:r>
            <a:rPr lang="en-US" dirty="0" err="1"/>
            <a:t>i</a:t>
          </a:r>
          <a:r>
            <a:rPr lang="en-US" dirty="0"/>
            <a:t>)</a:t>
          </a:r>
        </a:p>
      </dgm:t>
    </dgm:pt>
    <dgm:pt modelId="{2C7063F8-9423-4069-B4E7-D14FD585B4FC}" type="parTrans" cxnId="{D6F9EE08-F0D2-4346-B9FF-B9BC46F123BA}">
      <dgm:prSet/>
      <dgm:spPr/>
      <dgm:t>
        <a:bodyPr/>
        <a:lstStyle/>
        <a:p>
          <a:endParaRPr lang="en-US"/>
        </a:p>
      </dgm:t>
    </dgm:pt>
    <dgm:pt modelId="{13AFDF3D-3423-46D8-88A1-56C973EBABED}" type="sibTrans" cxnId="{D6F9EE08-F0D2-4346-B9FF-B9BC46F123BA}">
      <dgm:prSet/>
      <dgm:spPr/>
      <dgm:t>
        <a:bodyPr/>
        <a:lstStyle/>
        <a:p>
          <a:endParaRPr lang="en-US"/>
        </a:p>
      </dgm:t>
    </dgm:pt>
    <dgm:pt modelId="{2675CC70-17EA-4228-84DF-61C3C061ED99}">
      <dgm:prSet/>
      <dgm:spPr/>
      <dgm:t>
        <a:bodyPr/>
        <a:lstStyle/>
        <a:p>
          <a:r>
            <a:rPr lang="en-US"/>
            <a:t>While Loop – repeats while condition is true.</a:t>
          </a:r>
        </a:p>
      </dgm:t>
    </dgm:pt>
    <dgm:pt modelId="{B3F5074E-D619-4C1D-911D-DABBA41BA9B5}" type="parTrans" cxnId="{E395A13C-910B-4A57-9DE7-0CFA2FE079C4}">
      <dgm:prSet/>
      <dgm:spPr/>
      <dgm:t>
        <a:bodyPr/>
        <a:lstStyle/>
        <a:p>
          <a:endParaRPr lang="en-US"/>
        </a:p>
      </dgm:t>
    </dgm:pt>
    <dgm:pt modelId="{740B653F-054B-4916-AE0E-9516D649CBCE}" type="sibTrans" cxnId="{E395A13C-910B-4A57-9DE7-0CFA2FE079C4}">
      <dgm:prSet/>
      <dgm:spPr/>
      <dgm:t>
        <a:bodyPr/>
        <a:lstStyle/>
        <a:p>
          <a:endParaRPr lang="en-US"/>
        </a:p>
      </dgm:t>
    </dgm:pt>
    <dgm:pt modelId="{F64915B0-3F60-4D7D-8683-41817BECCDBE}">
      <dgm:prSet/>
      <dgm:spPr/>
      <dgm:t>
        <a:bodyPr/>
        <a:lstStyle/>
        <a:p>
          <a:r>
            <a:rPr lang="en-US"/>
            <a:t>Example: </a:t>
          </a:r>
        </a:p>
      </dgm:t>
    </dgm:pt>
    <dgm:pt modelId="{541702D2-E759-47D8-86F4-710ED18000AF}" type="parTrans" cxnId="{97A71B81-A822-4D2C-8A06-AC5DD03A3CF8}">
      <dgm:prSet/>
      <dgm:spPr/>
      <dgm:t>
        <a:bodyPr/>
        <a:lstStyle/>
        <a:p>
          <a:endParaRPr lang="en-US"/>
        </a:p>
      </dgm:t>
    </dgm:pt>
    <dgm:pt modelId="{3478938F-9227-4E49-94BC-F83E8AA6E7AF}" type="sibTrans" cxnId="{97A71B81-A822-4D2C-8A06-AC5DD03A3CF8}">
      <dgm:prSet/>
      <dgm:spPr/>
      <dgm:t>
        <a:bodyPr/>
        <a:lstStyle/>
        <a:p>
          <a:endParaRPr lang="en-US"/>
        </a:p>
      </dgm:t>
    </dgm:pt>
    <dgm:pt modelId="{48634F3A-2CBB-4518-97D4-E11DDD930F94}">
      <dgm:prSet/>
      <dgm:spPr/>
      <dgm:t>
        <a:bodyPr/>
        <a:lstStyle/>
        <a:p>
          <a:pPr>
            <a:buNone/>
          </a:pPr>
          <a:r>
            <a:rPr lang="en-US" dirty="0"/>
            <a:t>while count &lt; 5: </a:t>
          </a:r>
        </a:p>
      </dgm:t>
    </dgm:pt>
    <dgm:pt modelId="{21E4BA54-FA6E-448D-9492-80DE0C1E8C10}" type="parTrans" cxnId="{23905770-D291-4905-9B60-660C0C6A5FF8}">
      <dgm:prSet/>
      <dgm:spPr/>
      <dgm:t>
        <a:bodyPr/>
        <a:lstStyle/>
        <a:p>
          <a:endParaRPr lang="en-US"/>
        </a:p>
      </dgm:t>
    </dgm:pt>
    <dgm:pt modelId="{3399500A-70D5-4329-B425-53F3E36808E2}" type="sibTrans" cxnId="{23905770-D291-4905-9B60-660C0C6A5FF8}">
      <dgm:prSet/>
      <dgm:spPr/>
      <dgm:t>
        <a:bodyPr/>
        <a:lstStyle/>
        <a:p>
          <a:endParaRPr lang="en-US"/>
        </a:p>
      </dgm:t>
    </dgm:pt>
    <dgm:pt modelId="{AADE7BD9-4E15-44FE-99D7-0450FFECCCCB}">
      <dgm:prSet/>
      <dgm:spPr/>
      <dgm:t>
        <a:bodyPr/>
        <a:lstStyle/>
        <a:p>
          <a:pPr>
            <a:buNone/>
          </a:pPr>
          <a:r>
            <a:rPr lang="en-US" dirty="0"/>
            <a:t>count += 1</a:t>
          </a:r>
        </a:p>
      </dgm:t>
    </dgm:pt>
    <dgm:pt modelId="{B536CB76-0242-47A0-9690-0EDF15A0FF4D}" type="parTrans" cxnId="{B7756B60-A908-4974-B7F8-361E1BE6AEDB}">
      <dgm:prSet/>
      <dgm:spPr/>
      <dgm:t>
        <a:bodyPr/>
        <a:lstStyle/>
        <a:p>
          <a:endParaRPr lang="en-US"/>
        </a:p>
      </dgm:t>
    </dgm:pt>
    <dgm:pt modelId="{DAC86762-0369-43A1-8E2F-9ACA1B1325F8}" type="sibTrans" cxnId="{B7756B60-A908-4974-B7F8-361E1BE6AEDB}">
      <dgm:prSet/>
      <dgm:spPr/>
      <dgm:t>
        <a:bodyPr/>
        <a:lstStyle/>
        <a:p>
          <a:endParaRPr lang="en-US"/>
        </a:p>
      </dgm:t>
    </dgm:pt>
    <dgm:pt modelId="{E88F2D1A-6DC9-4D8F-B38C-BB8F466B57D2}" type="pres">
      <dgm:prSet presAssocID="{EC8A34F6-092E-41B5-92AE-40D864465DD3}" presName="linear" presStyleCnt="0">
        <dgm:presLayoutVars>
          <dgm:animLvl val="lvl"/>
          <dgm:resizeHandles val="exact"/>
        </dgm:presLayoutVars>
      </dgm:prSet>
      <dgm:spPr/>
    </dgm:pt>
    <dgm:pt modelId="{E3BA7787-AAFB-41A9-B043-DEA1E8A19BB1}" type="pres">
      <dgm:prSet presAssocID="{822D9A67-4FE5-4FBE-84EE-4CC563F981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893819-9FFB-40F9-9A9E-32C3620D3F15}" type="pres">
      <dgm:prSet presAssocID="{6F536C91-6780-4F1B-AF6B-3BC8C5C506C3}" presName="spacer" presStyleCnt="0"/>
      <dgm:spPr/>
    </dgm:pt>
    <dgm:pt modelId="{05A4E628-163F-4940-B15F-8F909BA1DF32}" type="pres">
      <dgm:prSet presAssocID="{F93F314D-7649-4C27-A76D-960EB1B743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C49034-BEE2-41A6-9961-C441AD4381B6}" type="pres">
      <dgm:prSet presAssocID="{F93F314D-7649-4C27-A76D-960EB1B74377}" presName="childText" presStyleLbl="revTx" presStyleIdx="0" presStyleCnt="2">
        <dgm:presLayoutVars>
          <dgm:bulletEnabled val="1"/>
        </dgm:presLayoutVars>
      </dgm:prSet>
      <dgm:spPr/>
    </dgm:pt>
    <dgm:pt modelId="{F1D2AD15-CB02-446E-9A61-BEFE60089AA4}" type="pres">
      <dgm:prSet presAssocID="{2675CC70-17EA-4228-84DF-61C3C061ED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06396B-3A8A-4D9B-B7F4-B4205D49F6A1}" type="pres">
      <dgm:prSet presAssocID="{740B653F-054B-4916-AE0E-9516D649CBCE}" presName="spacer" presStyleCnt="0"/>
      <dgm:spPr/>
    </dgm:pt>
    <dgm:pt modelId="{A9E05624-D381-4862-BA0A-EC384D5FB645}" type="pres">
      <dgm:prSet presAssocID="{F64915B0-3F60-4D7D-8683-41817BECCDB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746539A-9B67-4E8E-B0FA-BD75D84D7F5B}" type="pres">
      <dgm:prSet presAssocID="{F64915B0-3F60-4D7D-8683-41817BECCDB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6F9EE08-F0D2-4346-B9FF-B9BC46F123BA}" srcId="{D3C847B0-22DC-4C9D-95B8-B3FC4406CAE8}" destId="{45DB0CAE-0176-4697-99AB-DD56110F80F0}" srcOrd="0" destOrd="0" parTransId="{2C7063F8-9423-4069-B4E7-D14FD585B4FC}" sibTransId="{13AFDF3D-3423-46D8-88A1-56C973EBABED}"/>
    <dgm:cxn modelId="{607A1024-1410-4E67-9671-C381F44B5502}" srcId="{EC8A34F6-092E-41B5-92AE-40D864465DD3}" destId="{822D9A67-4FE5-4FBE-84EE-4CC563F9813E}" srcOrd="0" destOrd="0" parTransId="{C76F5D38-A8F8-4514-BB7B-95E373E63ED9}" sibTransId="{6F536C91-6780-4F1B-AF6B-3BC8C5C506C3}"/>
    <dgm:cxn modelId="{735F602E-2F09-46C1-AD32-8FA654E118FE}" srcId="{F93F314D-7649-4C27-A76D-960EB1B74377}" destId="{D3C847B0-22DC-4C9D-95B8-B3FC4406CAE8}" srcOrd="0" destOrd="0" parTransId="{ADAEB656-B872-4E94-B2B2-F202FF7EF5C0}" sibTransId="{C4296FC5-C4AB-4E3D-A65A-0E2F9DB9BF4A}"/>
    <dgm:cxn modelId="{E395A13C-910B-4A57-9DE7-0CFA2FE079C4}" srcId="{EC8A34F6-092E-41B5-92AE-40D864465DD3}" destId="{2675CC70-17EA-4228-84DF-61C3C061ED99}" srcOrd="2" destOrd="0" parTransId="{B3F5074E-D619-4C1D-911D-DABBA41BA9B5}" sibTransId="{740B653F-054B-4916-AE0E-9516D649CBCE}"/>
    <dgm:cxn modelId="{B7756B60-A908-4974-B7F8-361E1BE6AEDB}" srcId="{48634F3A-2CBB-4518-97D4-E11DDD930F94}" destId="{AADE7BD9-4E15-44FE-99D7-0450FFECCCCB}" srcOrd="0" destOrd="0" parTransId="{B536CB76-0242-47A0-9690-0EDF15A0FF4D}" sibTransId="{DAC86762-0369-43A1-8E2F-9ACA1B1325F8}"/>
    <dgm:cxn modelId="{5A707A44-FD23-4ABF-8CFB-3E54EFC51E97}" type="presOf" srcId="{2675CC70-17EA-4228-84DF-61C3C061ED99}" destId="{F1D2AD15-CB02-446E-9A61-BEFE60089AA4}" srcOrd="0" destOrd="0" presId="urn:microsoft.com/office/officeart/2005/8/layout/vList2"/>
    <dgm:cxn modelId="{43F1C144-7A79-47A8-842C-EDCA3E522CCD}" type="presOf" srcId="{EC8A34F6-092E-41B5-92AE-40D864465DD3}" destId="{E88F2D1A-6DC9-4D8F-B38C-BB8F466B57D2}" srcOrd="0" destOrd="0" presId="urn:microsoft.com/office/officeart/2005/8/layout/vList2"/>
    <dgm:cxn modelId="{BA69EB49-5D44-4CC9-AAB0-053B326785A6}" srcId="{EC8A34F6-092E-41B5-92AE-40D864465DD3}" destId="{F93F314D-7649-4C27-A76D-960EB1B74377}" srcOrd="1" destOrd="0" parTransId="{E82FD250-7723-4133-B644-D14B3D5F2671}" sibTransId="{D2B5F8AE-DE8C-40D1-ADEF-AAC80E7EA656}"/>
    <dgm:cxn modelId="{7932286D-6FAC-42C3-80B7-31AAD7C07211}" type="presOf" srcId="{D3C847B0-22DC-4C9D-95B8-B3FC4406CAE8}" destId="{6AC49034-BEE2-41A6-9961-C441AD4381B6}" srcOrd="0" destOrd="0" presId="urn:microsoft.com/office/officeart/2005/8/layout/vList2"/>
    <dgm:cxn modelId="{8642364F-2E49-4BB9-AC22-5B55CE5C0EB1}" type="presOf" srcId="{45DB0CAE-0176-4697-99AB-DD56110F80F0}" destId="{6AC49034-BEE2-41A6-9961-C441AD4381B6}" srcOrd="0" destOrd="1" presId="urn:microsoft.com/office/officeart/2005/8/layout/vList2"/>
    <dgm:cxn modelId="{23905770-D291-4905-9B60-660C0C6A5FF8}" srcId="{F64915B0-3F60-4D7D-8683-41817BECCDBE}" destId="{48634F3A-2CBB-4518-97D4-E11DDD930F94}" srcOrd="0" destOrd="0" parTransId="{21E4BA54-FA6E-448D-9492-80DE0C1E8C10}" sibTransId="{3399500A-70D5-4329-B425-53F3E36808E2}"/>
    <dgm:cxn modelId="{F7A9C67D-59A2-4FC9-97FE-965A9CC90D33}" type="presOf" srcId="{48634F3A-2CBB-4518-97D4-E11DDD930F94}" destId="{B746539A-9B67-4E8E-B0FA-BD75D84D7F5B}" srcOrd="0" destOrd="0" presId="urn:microsoft.com/office/officeart/2005/8/layout/vList2"/>
    <dgm:cxn modelId="{97A71B81-A822-4D2C-8A06-AC5DD03A3CF8}" srcId="{EC8A34F6-092E-41B5-92AE-40D864465DD3}" destId="{F64915B0-3F60-4D7D-8683-41817BECCDBE}" srcOrd="3" destOrd="0" parTransId="{541702D2-E759-47D8-86F4-710ED18000AF}" sibTransId="{3478938F-9227-4E49-94BC-F83E8AA6E7AF}"/>
    <dgm:cxn modelId="{351C7883-68FE-4C5F-9EE6-C5537602D723}" type="presOf" srcId="{F93F314D-7649-4C27-A76D-960EB1B74377}" destId="{05A4E628-163F-4940-B15F-8F909BA1DF32}" srcOrd="0" destOrd="0" presId="urn:microsoft.com/office/officeart/2005/8/layout/vList2"/>
    <dgm:cxn modelId="{83A4E293-6C01-4366-9395-1E28044C87B9}" type="presOf" srcId="{AADE7BD9-4E15-44FE-99D7-0450FFECCCCB}" destId="{B746539A-9B67-4E8E-B0FA-BD75D84D7F5B}" srcOrd="0" destOrd="1" presId="urn:microsoft.com/office/officeart/2005/8/layout/vList2"/>
    <dgm:cxn modelId="{617D15F4-54AB-4DF5-B1D1-D7FB56719CB7}" type="presOf" srcId="{F64915B0-3F60-4D7D-8683-41817BECCDBE}" destId="{A9E05624-D381-4862-BA0A-EC384D5FB645}" srcOrd="0" destOrd="0" presId="urn:microsoft.com/office/officeart/2005/8/layout/vList2"/>
    <dgm:cxn modelId="{331FF5F4-D635-423E-B2E7-58DBDD6F8BCB}" type="presOf" srcId="{822D9A67-4FE5-4FBE-84EE-4CC563F9813E}" destId="{E3BA7787-AAFB-41A9-B043-DEA1E8A19BB1}" srcOrd="0" destOrd="0" presId="urn:microsoft.com/office/officeart/2005/8/layout/vList2"/>
    <dgm:cxn modelId="{3BC57B0E-6CAD-460E-83F7-C6E003112667}" type="presParOf" srcId="{E88F2D1A-6DC9-4D8F-B38C-BB8F466B57D2}" destId="{E3BA7787-AAFB-41A9-B043-DEA1E8A19BB1}" srcOrd="0" destOrd="0" presId="urn:microsoft.com/office/officeart/2005/8/layout/vList2"/>
    <dgm:cxn modelId="{DAF0E24E-73A3-4D24-9DCF-693D7BE9BCEA}" type="presParOf" srcId="{E88F2D1A-6DC9-4D8F-B38C-BB8F466B57D2}" destId="{D5893819-9FFB-40F9-9A9E-32C3620D3F15}" srcOrd="1" destOrd="0" presId="urn:microsoft.com/office/officeart/2005/8/layout/vList2"/>
    <dgm:cxn modelId="{45BD4474-D707-49D8-BDAC-75CF3D0798AB}" type="presParOf" srcId="{E88F2D1A-6DC9-4D8F-B38C-BB8F466B57D2}" destId="{05A4E628-163F-4940-B15F-8F909BA1DF32}" srcOrd="2" destOrd="0" presId="urn:microsoft.com/office/officeart/2005/8/layout/vList2"/>
    <dgm:cxn modelId="{2E146E75-5391-4087-BAF6-F009552F34E0}" type="presParOf" srcId="{E88F2D1A-6DC9-4D8F-B38C-BB8F466B57D2}" destId="{6AC49034-BEE2-41A6-9961-C441AD4381B6}" srcOrd="3" destOrd="0" presId="urn:microsoft.com/office/officeart/2005/8/layout/vList2"/>
    <dgm:cxn modelId="{6194E697-0286-442D-B14C-7472758D29BF}" type="presParOf" srcId="{E88F2D1A-6DC9-4D8F-B38C-BB8F466B57D2}" destId="{F1D2AD15-CB02-446E-9A61-BEFE60089AA4}" srcOrd="4" destOrd="0" presId="urn:microsoft.com/office/officeart/2005/8/layout/vList2"/>
    <dgm:cxn modelId="{5DE91578-FE3B-4597-9053-4575074047C0}" type="presParOf" srcId="{E88F2D1A-6DC9-4D8F-B38C-BB8F466B57D2}" destId="{0206396B-3A8A-4D9B-B7F4-B4205D49F6A1}" srcOrd="5" destOrd="0" presId="urn:microsoft.com/office/officeart/2005/8/layout/vList2"/>
    <dgm:cxn modelId="{07D21EC3-0B28-4F22-9B31-D75774F7F1A7}" type="presParOf" srcId="{E88F2D1A-6DC9-4D8F-B38C-BB8F466B57D2}" destId="{A9E05624-D381-4862-BA0A-EC384D5FB645}" srcOrd="6" destOrd="0" presId="urn:microsoft.com/office/officeart/2005/8/layout/vList2"/>
    <dgm:cxn modelId="{D63A94D0-4EEE-4B6D-8FDD-6B177B63F35F}" type="presParOf" srcId="{E88F2D1A-6DC9-4D8F-B38C-BB8F466B57D2}" destId="{B746539A-9B67-4E8E-B0FA-BD75D84D7F5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970863-0F57-42D0-8A46-864C652C849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BA4ED9-CBFE-48D9-B163-7DF488E6DFD8}">
      <dgm:prSet/>
      <dgm:spPr/>
      <dgm:t>
        <a:bodyPr/>
        <a:lstStyle/>
        <a:p>
          <a:r>
            <a:rPr lang="en-US"/>
            <a:t>List: Ordered and mutable collection.</a:t>
          </a:r>
        </a:p>
      </dgm:t>
    </dgm:pt>
    <dgm:pt modelId="{1CC4C741-EC54-424F-9C07-FC1D658F9F22}" type="parTrans" cxnId="{0DFF0925-E49D-4272-A056-7E49DB6B4077}">
      <dgm:prSet/>
      <dgm:spPr/>
      <dgm:t>
        <a:bodyPr/>
        <a:lstStyle/>
        <a:p>
          <a:endParaRPr lang="en-US"/>
        </a:p>
      </dgm:t>
    </dgm:pt>
    <dgm:pt modelId="{2D91DCD2-8EED-4646-A4E3-D0A842C53C78}" type="sibTrans" cxnId="{0DFF0925-E49D-4272-A056-7E49DB6B4077}">
      <dgm:prSet/>
      <dgm:spPr/>
      <dgm:t>
        <a:bodyPr/>
        <a:lstStyle/>
        <a:p>
          <a:endParaRPr lang="en-US"/>
        </a:p>
      </dgm:t>
    </dgm:pt>
    <dgm:pt modelId="{F5CC5EFD-9C20-4D1C-86EF-3894CF444957}">
      <dgm:prSet/>
      <dgm:spPr/>
      <dgm:t>
        <a:bodyPr/>
        <a:lstStyle/>
        <a:p>
          <a:r>
            <a:rPr lang="en-US"/>
            <a:t>Example: fruits = ['apple', 'banana', 'cherry']</a:t>
          </a:r>
        </a:p>
      </dgm:t>
    </dgm:pt>
    <dgm:pt modelId="{4872FD09-08F6-4FA9-AAB4-0AFB27F09FD8}" type="parTrans" cxnId="{E1A10F54-712D-4B33-B3FD-9BE3D8BDCFBF}">
      <dgm:prSet/>
      <dgm:spPr/>
      <dgm:t>
        <a:bodyPr/>
        <a:lstStyle/>
        <a:p>
          <a:endParaRPr lang="en-US"/>
        </a:p>
      </dgm:t>
    </dgm:pt>
    <dgm:pt modelId="{6880C57D-DD7B-4425-BF3E-3660865140CD}" type="sibTrans" cxnId="{E1A10F54-712D-4B33-B3FD-9BE3D8BDCFBF}">
      <dgm:prSet/>
      <dgm:spPr/>
      <dgm:t>
        <a:bodyPr/>
        <a:lstStyle/>
        <a:p>
          <a:endParaRPr lang="en-US"/>
        </a:p>
      </dgm:t>
    </dgm:pt>
    <dgm:pt modelId="{55982A4E-D5C1-45D5-9D41-D785EEB15C82}">
      <dgm:prSet/>
      <dgm:spPr/>
      <dgm:t>
        <a:bodyPr/>
        <a:lstStyle/>
        <a:p>
          <a:r>
            <a:rPr lang="en-US"/>
            <a:t>Tuple: Ordered and immutable collection.</a:t>
          </a:r>
        </a:p>
      </dgm:t>
    </dgm:pt>
    <dgm:pt modelId="{A8DBDAAF-9DFF-467B-A6D0-4A6DB4D80C11}" type="parTrans" cxnId="{AC51D0BE-F64C-4134-9125-0BB3511B95DA}">
      <dgm:prSet/>
      <dgm:spPr/>
      <dgm:t>
        <a:bodyPr/>
        <a:lstStyle/>
        <a:p>
          <a:endParaRPr lang="en-US"/>
        </a:p>
      </dgm:t>
    </dgm:pt>
    <dgm:pt modelId="{9A08591D-4E4A-4DFB-9768-6C719D538C9C}" type="sibTrans" cxnId="{AC51D0BE-F64C-4134-9125-0BB3511B95DA}">
      <dgm:prSet/>
      <dgm:spPr/>
      <dgm:t>
        <a:bodyPr/>
        <a:lstStyle/>
        <a:p>
          <a:endParaRPr lang="en-US"/>
        </a:p>
      </dgm:t>
    </dgm:pt>
    <dgm:pt modelId="{28F43472-D75A-42FF-BE4C-F8AB72378844}">
      <dgm:prSet/>
      <dgm:spPr/>
      <dgm:t>
        <a:bodyPr/>
        <a:lstStyle/>
        <a:p>
          <a:r>
            <a:rPr lang="en-US"/>
            <a:t>Example: point = (3, 4, 5)</a:t>
          </a:r>
        </a:p>
      </dgm:t>
    </dgm:pt>
    <dgm:pt modelId="{D85B90FB-8EC8-480A-8EB5-5EB4EE78E725}" type="parTrans" cxnId="{6EFEB235-26B6-417F-A0FB-714331535F07}">
      <dgm:prSet/>
      <dgm:spPr/>
      <dgm:t>
        <a:bodyPr/>
        <a:lstStyle/>
        <a:p>
          <a:endParaRPr lang="en-US"/>
        </a:p>
      </dgm:t>
    </dgm:pt>
    <dgm:pt modelId="{C851640C-6C4F-4ED4-AA20-09F39492E4D7}" type="sibTrans" cxnId="{6EFEB235-26B6-417F-A0FB-714331535F07}">
      <dgm:prSet/>
      <dgm:spPr/>
      <dgm:t>
        <a:bodyPr/>
        <a:lstStyle/>
        <a:p>
          <a:endParaRPr lang="en-US"/>
        </a:p>
      </dgm:t>
    </dgm:pt>
    <dgm:pt modelId="{D481B473-49F7-4D10-8590-EF825C35CF53}" type="pres">
      <dgm:prSet presAssocID="{44970863-0F57-42D0-8A46-864C652C8492}" presName="diagram" presStyleCnt="0">
        <dgm:presLayoutVars>
          <dgm:dir/>
          <dgm:resizeHandles val="exact"/>
        </dgm:presLayoutVars>
      </dgm:prSet>
      <dgm:spPr/>
    </dgm:pt>
    <dgm:pt modelId="{CF30F9F9-F20D-4535-9AEA-C9F8C97121B3}" type="pres">
      <dgm:prSet presAssocID="{DCBA4ED9-CBFE-48D9-B163-7DF488E6DFD8}" presName="node" presStyleLbl="node1" presStyleIdx="0" presStyleCnt="4">
        <dgm:presLayoutVars>
          <dgm:bulletEnabled val="1"/>
        </dgm:presLayoutVars>
      </dgm:prSet>
      <dgm:spPr/>
    </dgm:pt>
    <dgm:pt modelId="{A9576207-8C02-496C-9658-8D4A1BC11926}" type="pres">
      <dgm:prSet presAssocID="{2D91DCD2-8EED-4646-A4E3-D0A842C53C78}" presName="sibTrans" presStyleCnt="0"/>
      <dgm:spPr/>
    </dgm:pt>
    <dgm:pt modelId="{C04DE78D-60DE-4050-AEF3-DFC7AC13266D}" type="pres">
      <dgm:prSet presAssocID="{F5CC5EFD-9C20-4D1C-86EF-3894CF444957}" presName="node" presStyleLbl="node1" presStyleIdx="1" presStyleCnt="4">
        <dgm:presLayoutVars>
          <dgm:bulletEnabled val="1"/>
        </dgm:presLayoutVars>
      </dgm:prSet>
      <dgm:spPr/>
    </dgm:pt>
    <dgm:pt modelId="{315CA939-C314-4783-95C5-76F271157720}" type="pres">
      <dgm:prSet presAssocID="{6880C57D-DD7B-4425-BF3E-3660865140CD}" presName="sibTrans" presStyleCnt="0"/>
      <dgm:spPr/>
    </dgm:pt>
    <dgm:pt modelId="{187E51BB-B6F2-4DFA-BFF4-896D7DE90DF7}" type="pres">
      <dgm:prSet presAssocID="{55982A4E-D5C1-45D5-9D41-D785EEB15C82}" presName="node" presStyleLbl="node1" presStyleIdx="2" presStyleCnt="4">
        <dgm:presLayoutVars>
          <dgm:bulletEnabled val="1"/>
        </dgm:presLayoutVars>
      </dgm:prSet>
      <dgm:spPr/>
    </dgm:pt>
    <dgm:pt modelId="{977D58DD-4F6B-4ECE-8E08-F27551FADAF1}" type="pres">
      <dgm:prSet presAssocID="{9A08591D-4E4A-4DFB-9768-6C719D538C9C}" presName="sibTrans" presStyleCnt="0"/>
      <dgm:spPr/>
    </dgm:pt>
    <dgm:pt modelId="{442DFC30-F80F-4B64-8AED-146853A28D0C}" type="pres">
      <dgm:prSet presAssocID="{28F43472-D75A-42FF-BE4C-F8AB72378844}" presName="node" presStyleLbl="node1" presStyleIdx="3" presStyleCnt="4">
        <dgm:presLayoutVars>
          <dgm:bulletEnabled val="1"/>
        </dgm:presLayoutVars>
      </dgm:prSet>
      <dgm:spPr/>
    </dgm:pt>
  </dgm:ptLst>
  <dgm:cxnLst>
    <dgm:cxn modelId="{0DFF0925-E49D-4272-A056-7E49DB6B4077}" srcId="{44970863-0F57-42D0-8A46-864C652C8492}" destId="{DCBA4ED9-CBFE-48D9-B163-7DF488E6DFD8}" srcOrd="0" destOrd="0" parTransId="{1CC4C741-EC54-424F-9C07-FC1D658F9F22}" sibTransId="{2D91DCD2-8EED-4646-A4E3-D0A842C53C78}"/>
    <dgm:cxn modelId="{6EFEB235-26B6-417F-A0FB-714331535F07}" srcId="{44970863-0F57-42D0-8A46-864C652C8492}" destId="{28F43472-D75A-42FF-BE4C-F8AB72378844}" srcOrd="3" destOrd="0" parTransId="{D85B90FB-8EC8-480A-8EB5-5EB4EE78E725}" sibTransId="{C851640C-6C4F-4ED4-AA20-09F39492E4D7}"/>
    <dgm:cxn modelId="{FB10956E-B476-41DF-8D2A-C7E03E887EDB}" type="presOf" srcId="{DCBA4ED9-CBFE-48D9-B163-7DF488E6DFD8}" destId="{CF30F9F9-F20D-4535-9AEA-C9F8C97121B3}" srcOrd="0" destOrd="0" presId="urn:microsoft.com/office/officeart/2005/8/layout/default"/>
    <dgm:cxn modelId="{E1A10F54-712D-4B33-B3FD-9BE3D8BDCFBF}" srcId="{44970863-0F57-42D0-8A46-864C652C8492}" destId="{F5CC5EFD-9C20-4D1C-86EF-3894CF444957}" srcOrd="1" destOrd="0" parTransId="{4872FD09-08F6-4FA9-AAB4-0AFB27F09FD8}" sibTransId="{6880C57D-DD7B-4425-BF3E-3660865140CD}"/>
    <dgm:cxn modelId="{6AF7CEB7-B2A5-4D55-9B86-5FF6D884DA79}" type="presOf" srcId="{55982A4E-D5C1-45D5-9D41-D785EEB15C82}" destId="{187E51BB-B6F2-4DFA-BFF4-896D7DE90DF7}" srcOrd="0" destOrd="0" presId="urn:microsoft.com/office/officeart/2005/8/layout/default"/>
    <dgm:cxn modelId="{AC51D0BE-F64C-4134-9125-0BB3511B95DA}" srcId="{44970863-0F57-42D0-8A46-864C652C8492}" destId="{55982A4E-D5C1-45D5-9D41-D785EEB15C82}" srcOrd="2" destOrd="0" parTransId="{A8DBDAAF-9DFF-467B-A6D0-4A6DB4D80C11}" sibTransId="{9A08591D-4E4A-4DFB-9768-6C719D538C9C}"/>
    <dgm:cxn modelId="{2E94E7CF-CD52-49E5-945B-8921FF7C04A1}" type="presOf" srcId="{28F43472-D75A-42FF-BE4C-F8AB72378844}" destId="{442DFC30-F80F-4B64-8AED-146853A28D0C}" srcOrd="0" destOrd="0" presId="urn:microsoft.com/office/officeart/2005/8/layout/default"/>
    <dgm:cxn modelId="{7EBBDAE4-49A1-4C04-B106-E792A7E9AB91}" type="presOf" srcId="{44970863-0F57-42D0-8A46-864C652C8492}" destId="{D481B473-49F7-4D10-8590-EF825C35CF53}" srcOrd="0" destOrd="0" presId="urn:microsoft.com/office/officeart/2005/8/layout/default"/>
    <dgm:cxn modelId="{FC2502FC-0564-4619-B7A8-7829E122F6A1}" type="presOf" srcId="{F5CC5EFD-9C20-4D1C-86EF-3894CF444957}" destId="{C04DE78D-60DE-4050-AEF3-DFC7AC13266D}" srcOrd="0" destOrd="0" presId="urn:microsoft.com/office/officeart/2005/8/layout/default"/>
    <dgm:cxn modelId="{268640C5-E16B-4280-9A58-F2981A3B734A}" type="presParOf" srcId="{D481B473-49F7-4D10-8590-EF825C35CF53}" destId="{CF30F9F9-F20D-4535-9AEA-C9F8C97121B3}" srcOrd="0" destOrd="0" presId="urn:microsoft.com/office/officeart/2005/8/layout/default"/>
    <dgm:cxn modelId="{4E6D85E2-3148-456F-A535-6C7B673627E1}" type="presParOf" srcId="{D481B473-49F7-4D10-8590-EF825C35CF53}" destId="{A9576207-8C02-496C-9658-8D4A1BC11926}" srcOrd="1" destOrd="0" presId="urn:microsoft.com/office/officeart/2005/8/layout/default"/>
    <dgm:cxn modelId="{75F61285-C2B9-4638-8CC9-AC9C28726BF9}" type="presParOf" srcId="{D481B473-49F7-4D10-8590-EF825C35CF53}" destId="{C04DE78D-60DE-4050-AEF3-DFC7AC13266D}" srcOrd="2" destOrd="0" presId="urn:microsoft.com/office/officeart/2005/8/layout/default"/>
    <dgm:cxn modelId="{1B947F75-2356-4E8D-ACE5-3B2653EEBB63}" type="presParOf" srcId="{D481B473-49F7-4D10-8590-EF825C35CF53}" destId="{315CA939-C314-4783-95C5-76F271157720}" srcOrd="3" destOrd="0" presId="urn:microsoft.com/office/officeart/2005/8/layout/default"/>
    <dgm:cxn modelId="{3DE57B6F-3977-48E8-B2E6-AB103C6CFCEC}" type="presParOf" srcId="{D481B473-49F7-4D10-8590-EF825C35CF53}" destId="{187E51BB-B6F2-4DFA-BFF4-896D7DE90DF7}" srcOrd="4" destOrd="0" presId="urn:microsoft.com/office/officeart/2005/8/layout/default"/>
    <dgm:cxn modelId="{F12B5C14-C258-43C7-8D2F-9B02FDD0C49A}" type="presParOf" srcId="{D481B473-49F7-4D10-8590-EF825C35CF53}" destId="{977D58DD-4F6B-4ECE-8E08-F27551FADAF1}" srcOrd="5" destOrd="0" presId="urn:microsoft.com/office/officeart/2005/8/layout/default"/>
    <dgm:cxn modelId="{411B6E31-5FB5-4F67-B390-A07208B6CD21}" type="presParOf" srcId="{D481B473-49F7-4D10-8590-EF825C35CF53}" destId="{442DFC30-F80F-4B64-8AED-146853A28D0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E4F9E6-2537-4EDD-8C77-2D1D6B6A2D3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99B360-F68B-40E2-8AAE-CC80269848CB}">
      <dgm:prSet/>
      <dgm:spPr/>
      <dgm:t>
        <a:bodyPr/>
        <a:lstStyle/>
        <a:p>
          <a:r>
            <a:rPr lang="en-US"/>
            <a:t>Set: Unordered, unique elements.</a:t>
          </a:r>
        </a:p>
      </dgm:t>
    </dgm:pt>
    <dgm:pt modelId="{79CB7605-1054-41BC-B8B4-7AD73ABD381D}" type="parTrans" cxnId="{E8D7115B-7602-40D6-B1A8-C8D2B5B05B01}">
      <dgm:prSet/>
      <dgm:spPr/>
      <dgm:t>
        <a:bodyPr/>
        <a:lstStyle/>
        <a:p>
          <a:endParaRPr lang="en-US"/>
        </a:p>
      </dgm:t>
    </dgm:pt>
    <dgm:pt modelId="{E34CD32C-4A3F-43CF-AEE0-E6298D9D21B3}" type="sibTrans" cxnId="{E8D7115B-7602-40D6-B1A8-C8D2B5B05B01}">
      <dgm:prSet/>
      <dgm:spPr/>
      <dgm:t>
        <a:bodyPr/>
        <a:lstStyle/>
        <a:p>
          <a:endParaRPr lang="en-US"/>
        </a:p>
      </dgm:t>
    </dgm:pt>
    <dgm:pt modelId="{2883764E-2DDD-44CC-ABE0-CA9F0B5045A0}">
      <dgm:prSet/>
      <dgm:spPr/>
      <dgm:t>
        <a:bodyPr/>
        <a:lstStyle/>
        <a:p>
          <a:r>
            <a:rPr lang="en-US"/>
            <a:t>Example: s = {1, 2, 3, 4}</a:t>
          </a:r>
        </a:p>
      </dgm:t>
    </dgm:pt>
    <dgm:pt modelId="{9EEB1CBF-E0C3-4D3C-A26B-3C699E9548AD}" type="parTrans" cxnId="{97929F81-3E81-401E-9835-CF88B9926D81}">
      <dgm:prSet/>
      <dgm:spPr/>
      <dgm:t>
        <a:bodyPr/>
        <a:lstStyle/>
        <a:p>
          <a:endParaRPr lang="en-US"/>
        </a:p>
      </dgm:t>
    </dgm:pt>
    <dgm:pt modelId="{14DB74F8-D267-4F16-8E28-FFEB4AACFBE1}" type="sibTrans" cxnId="{97929F81-3E81-401E-9835-CF88B9926D81}">
      <dgm:prSet/>
      <dgm:spPr/>
      <dgm:t>
        <a:bodyPr/>
        <a:lstStyle/>
        <a:p>
          <a:endParaRPr lang="en-US"/>
        </a:p>
      </dgm:t>
    </dgm:pt>
    <dgm:pt modelId="{319A91E6-6CAE-4200-9220-749F6CE90753}">
      <dgm:prSet/>
      <dgm:spPr/>
      <dgm:t>
        <a:bodyPr/>
        <a:lstStyle/>
        <a:p>
          <a:r>
            <a:rPr lang="en-US"/>
            <a:t>Dictionary: Key-value pairs.</a:t>
          </a:r>
        </a:p>
      </dgm:t>
    </dgm:pt>
    <dgm:pt modelId="{08FBE870-641D-4346-9CC6-775C091FEA6D}" type="parTrans" cxnId="{7C98E314-1E88-4617-A64D-88A9131C0634}">
      <dgm:prSet/>
      <dgm:spPr/>
      <dgm:t>
        <a:bodyPr/>
        <a:lstStyle/>
        <a:p>
          <a:endParaRPr lang="en-US"/>
        </a:p>
      </dgm:t>
    </dgm:pt>
    <dgm:pt modelId="{8EE66339-D03B-42E2-A564-2BF6E799A421}" type="sibTrans" cxnId="{7C98E314-1E88-4617-A64D-88A9131C0634}">
      <dgm:prSet/>
      <dgm:spPr/>
      <dgm:t>
        <a:bodyPr/>
        <a:lstStyle/>
        <a:p>
          <a:endParaRPr lang="en-US"/>
        </a:p>
      </dgm:t>
    </dgm:pt>
    <dgm:pt modelId="{1F390DD1-EB6A-401C-9B69-8940792F1B01}">
      <dgm:prSet/>
      <dgm:spPr/>
      <dgm:t>
        <a:bodyPr/>
        <a:lstStyle/>
        <a:p>
          <a:r>
            <a:rPr lang="en-US"/>
            <a:t>Example: student = {'name': 'Alice', 'age': 20}</a:t>
          </a:r>
        </a:p>
      </dgm:t>
    </dgm:pt>
    <dgm:pt modelId="{88A6CD68-D31A-4809-94BF-0DCB84BF0922}" type="parTrans" cxnId="{E6DCC995-9988-48FF-B2A8-8478DAEF571A}">
      <dgm:prSet/>
      <dgm:spPr/>
      <dgm:t>
        <a:bodyPr/>
        <a:lstStyle/>
        <a:p>
          <a:endParaRPr lang="en-US"/>
        </a:p>
      </dgm:t>
    </dgm:pt>
    <dgm:pt modelId="{D8EE9B5C-57B6-4864-BA0A-47A3936C28A6}" type="sibTrans" cxnId="{E6DCC995-9988-48FF-B2A8-8478DAEF571A}">
      <dgm:prSet/>
      <dgm:spPr/>
      <dgm:t>
        <a:bodyPr/>
        <a:lstStyle/>
        <a:p>
          <a:endParaRPr lang="en-US"/>
        </a:p>
      </dgm:t>
    </dgm:pt>
    <dgm:pt modelId="{A95AD45F-0CFE-4D48-A7E2-F573D077821A}" type="pres">
      <dgm:prSet presAssocID="{B6E4F9E6-2537-4EDD-8C77-2D1D6B6A2D30}" presName="diagram" presStyleCnt="0">
        <dgm:presLayoutVars>
          <dgm:dir/>
          <dgm:resizeHandles val="exact"/>
        </dgm:presLayoutVars>
      </dgm:prSet>
      <dgm:spPr/>
    </dgm:pt>
    <dgm:pt modelId="{92273025-5B5B-4F79-AC9C-73A3C4D839EB}" type="pres">
      <dgm:prSet presAssocID="{8799B360-F68B-40E2-8AAE-CC80269848CB}" presName="node" presStyleLbl="node1" presStyleIdx="0" presStyleCnt="4">
        <dgm:presLayoutVars>
          <dgm:bulletEnabled val="1"/>
        </dgm:presLayoutVars>
      </dgm:prSet>
      <dgm:spPr/>
    </dgm:pt>
    <dgm:pt modelId="{BBA21C74-0200-4BBF-9510-71F533DB3DE0}" type="pres">
      <dgm:prSet presAssocID="{E34CD32C-4A3F-43CF-AEE0-E6298D9D21B3}" presName="sibTrans" presStyleCnt="0"/>
      <dgm:spPr/>
    </dgm:pt>
    <dgm:pt modelId="{68B4DB91-0AFE-4A09-8CE0-7F8D1C5C58DF}" type="pres">
      <dgm:prSet presAssocID="{2883764E-2DDD-44CC-ABE0-CA9F0B5045A0}" presName="node" presStyleLbl="node1" presStyleIdx="1" presStyleCnt="4">
        <dgm:presLayoutVars>
          <dgm:bulletEnabled val="1"/>
        </dgm:presLayoutVars>
      </dgm:prSet>
      <dgm:spPr/>
    </dgm:pt>
    <dgm:pt modelId="{41996A31-4243-493B-8913-27B30E8FDCF8}" type="pres">
      <dgm:prSet presAssocID="{14DB74F8-D267-4F16-8E28-FFEB4AACFBE1}" presName="sibTrans" presStyleCnt="0"/>
      <dgm:spPr/>
    </dgm:pt>
    <dgm:pt modelId="{CA3637AE-3780-40BC-9483-E3513004BB1D}" type="pres">
      <dgm:prSet presAssocID="{319A91E6-6CAE-4200-9220-749F6CE90753}" presName="node" presStyleLbl="node1" presStyleIdx="2" presStyleCnt="4">
        <dgm:presLayoutVars>
          <dgm:bulletEnabled val="1"/>
        </dgm:presLayoutVars>
      </dgm:prSet>
      <dgm:spPr/>
    </dgm:pt>
    <dgm:pt modelId="{D95F2A96-3C09-4231-85EC-062D1041EBB1}" type="pres">
      <dgm:prSet presAssocID="{8EE66339-D03B-42E2-A564-2BF6E799A421}" presName="sibTrans" presStyleCnt="0"/>
      <dgm:spPr/>
    </dgm:pt>
    <dgm:pt modelId="{06DA4D5E-15C0-489C-9FE4-FB062DE24DDA}" type="pres">
      <dgm:prSet presAssocID="{1F390DD1-EB6A-401C-9B69-8940792F1B01}" presName="node" presStyleLbl="node1" presStyleIdx="3" presStyleCnt="4">
        <dgm:presLayoutVars>
          <dgm:bulletEnabled val="1"/>
        </dgm:presLayoutVars>
      </dgm:prSet>
      <dgm:spPr/>
    </dgm:pt>
  </dgm:ptLst>
  <dgm:cxnLst>
    <dgm:cxn modelId="{7C98E314-1E88-4617-A64D-88A9131C0634}" srcId="{B6E4F9E6-2537-4EDD-8C77-2D1D6B6A2D30}" destId="{319A91E6-6CAE-4200-9220-749F6CE90753}" srcOrd="2" destOrd="0" parTransId="{08FBE870-641D-4346-9CC6-775C091FEA6D}" sibTransId="{8EE66339-D03B-42E2-A564-2BF6E799A421}"/>
    <dgm:cxn modelId="{9969CF31-07CA-48A0-B35D-22AEFE2590A9}" type="presOf" srcId="{319A91E6-6CAE-4200-9220-749F6CE90753}" destId="{CA3637AE-3780-40BC-9483-E3513004BB1D}" srcOrd="0" destOrd="0" presId="urn:microsoft.com/office/officeart/2005/8/layout/default"/>
    <dgm:cxn modelId="{E8D7115B-7602-40D6-B1A8-C8D2B5B05B01}" srcId="{B6E4F9E6-2537-4EDD-8C77-2D1D6B6A2D30}" destId="{8799B360-F68B-40E2-8AAE-CC80269848CB}" srcOrd="0" destOrd="0" parTransId="{79CB7605-1054-41BC-B8B4-7AD73ABD381D}" sibTransId="{E34CD32C-4A3F-43CF-AEE0-E6298D9D21B3}"/>
    <dgm:cxn modelId="{97929F81-3E81-401E-9835-CF88B9926D81}" srcId="{B6E4F9E6-2537-4EDD-8C77-2D1D6B6A2D30}" destId="{2883764E-2DDD-44CC-ABE0-CA9F0B5045A0}" srcOrd="1" destOrd="0" parTransId="{9EEB1CBF-E0C3-4D3C-A26B-3C699E9548AD}" sibTransId="{14DB74F8-D267-4F16-8E28-FFEB4AACFBE1}"/>
    <dgm:cxn modelId="{4ECFF884-5B26-41D9-973F-7FEB34C6D8FB}" type="presOf" srcId="{2883764E-2DDD-44CC-ABE0-CA9F0B5045A0}" destId="{68B4DB91-0AFE-4A09-8CE0-7F8D1C5C58DF}" srcOrd="0" destOrd="0" presId="urn:microsoft.com/office/officeart/2005/8/layout/default"/>
    <dgm:cxn modelId="{E6DCC995-9988-48FF-B2A8-8478DAEF571A}" srcId="{B6E4F9E6-2537-4EDD-8C77-2D1D6B6A2D30}" destId="{1F390DD1-EB6A-401C-9B69-8940792F1B01}" srcOrd="3" destOrd="0" parTransId="{88A6CD68-D31A-4809-94BF-0DCB84BF0922}" sibTransId="{D8EE9B5C-57B6-4864-BA0A-47A3936C28A6}"/>
    <dgm:cxn modelId="{99942FB7-9203-4E70-9BA1-31E05321A859}" type="presOf" srcId="{1F390DD1-EB6A-401C-9B69-8940792F1B01}" destId="{06DA4D5E-15C0-489C-9FE4-FB062DE24DDA}" srcOrd="0" destOrd="0" presId="urn:microsoft.com/office/officeart/2005/8/layout/default"/>
    <dgm:cxn modelId="{F94B94BA-87A0-40C8-98E6-AFF430624535}" type="presOf" srcId="{8799B360-F68B-40E2-8AAE-CC80269848CB}" destId="{92273025-5B5B-4F79-AC9C-73A3C4D839EB}" srcOrd="0" destOrd="0" presId="urn:microsoft.com/office/officeart/2005/8/layout/default"/>
    <dgm:cxn modelId="{1FC910C5-C209-4D62-B6A4-1FF5AD650F9A}" type="presOf" srcId="{B6E4F9E6-2537-4EDD-8C77-2D1D6B6A2D30}" destId="{A95AD45F-0CFE-4D48-A7E2-F573D077821A}" srcOrd="0" destOrd="0" presId="urn:microsoft.com/office/officeart/2005/8/layout/default"/>
    <dgm:cxn modelId="{9F7E18C6-DF47-43A5-98F9-FD49C8507DF1}" type="presParOf" srcId="{A95AD45F-0CFE-4D48-A7E2-F573D077821A}" destId="{92273025-5B5B-4F79-AC9C-73A3C4D839EB}" srcOrd="0" destOrd="0" presId="urn:microsoft.com/office/officeart/2005/8/layout/default"/>
    <dgm:cxn modelId="{126A12E3-5DFD-4DFE-A89C-087E515C6F64}" type="presParOf" srcId="{A95AD45F-0CFE-4D48-A7E2-F573D077821A}" destId="{BBA21C74-0200-4BBF-9510-71F533DB3DE0}" srcOrd="1" destOrd="0" presId="urn:microsoft.com/office/officeart/2005/8/layout/default"/>
    <dgm:cxn modelId="{14180083-FD50-4E74-AA83-018696B07A04}" type="presParOf" srcId="{A95AD45F-0CFE-4D48-A7E2-F573D077821A}" destId="{68B4DB91-0AFE-4A09-8CE0-7F8D1C5C58DF}" srcOrd="2" destOrd="0" presId="urn:microsoft.com/office/officeart/2005/8/layout/default"/>
    <dgm:cxn modelId="{A7A29A13-1094-4ECC-99CC-B0BBF2B20FB3}" type="presParOf" srcId="{A95AD45F-0CFE-4D48-A7E2-F573D077821A}" destId="{41996A31-4243-493B-8913-27B30E8FDCF8}" srcOrd="3" destOrd="0" presId="urn:microsoft.com/office/officeart/2005/8/layout/default"/>
    <dgm:cxn modelId="{8AAD1A44-8A46-4C69-8CA8-49795F3019DB}" type="presParOf" srcId="{A95AD45F-0CFE-4D48-A7E2-F573D077821A}" destId="{CA3637AE-3780-40BC-9483-E3513004BB1D}" srcOrd="4" destOrd="0" presId="urn:microsoft.com/office/officeart/2005/8/layout/default"/>
    <dgm:cxn modelId="{51C2CE3C-0B5C-4141-B0AD-F701CE247E89}" type="presParOf" srcId="{A95AD45F-0CFE-4D48-A7E2-F573D077821A}" destId="{D95F2A96-3C09-4231-85EC-062D1041EBB1}" srcOrd="5" destOrd="0" presId="urn:microsoft.com/office/officeart/2005/8/layout/default"/>
    <dgm:cxn modelId="{FE9DE936-39B0-4088-A7CA-37F0FB191D41}" type="presParOf" srcId="{A95AD45F-0CFE-4D48-A7E2-F573D077821A}" destId="{06DA4D5E-15C0-489C-9FE4-FB062DE24DD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E62800-7007-4DDD-8151-904E545318F2}" type="doc">
      <dgm:prSet loTypeId="urn:microsoft.com/office/officeart/2005/8/layout/hChevron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4687E5-7F82-493C-BE0C-6E707234B843}">
      <dgm:prSet custT="1"/>
      <dgm:spPr/>
      <dgm:t>
        <a:bodyPr/>
        <a:lstStyle/>
        <a:p>
          <a:r>
            <a:rPr lang="en-US" sz="3200" dirty="0"/>
            <a:t>A block of reusable code defined with def keyword.</a:t>
          </a:r>
        </a:p>
      </dgm:t>
    </dgm:pt>
    <dgm:pt modelId="{AF9B4E7E-499A-44AE-BE80-B838405C1A81}" type="parTrans" cxnId="{CB9FB465-F4C2-43B2-A4A7-8FEBBF91020D}">
      <dgm:prSet/>
      <dgm:spPr/>
      <dgm:t>
        <a:bodyPr/>
        <a:lstStyle/>
        <a:p>
          <a:endParaRPr lang="en-US"/>
        </a:p>
      </dgm:t>
    </dgm:pt>
    <dgm:pt modelId="{62E9039F-EC3E-4B31-8CC9-15D5E52B2BB7}" type="sibTrans" cxnId="{CB9FB465-F4C2-43B2-A4A7-8FEBBF91020D}">
      <dgm:prSet/>
      <dgm:spPr/>
      <dgm:t>
        <a:bodyPr/>
        <a:lstStyle/>
        <a:p>
          <a:endParaRPr lang="en-US"/>
        </a:p>
      </dgm:t>
    </dgm:pt>
    <dgm:pt modelId="{1EDC039A-BA56-4CF2-9074-25670EA5F9A6}">
      <dgm:prSet custT="1"/>
      <dgm:spPr/>
      <dgm:t>
        <a:bodyPr/>
        <a:lstStyle/>
        <a:p>
          <a:r>
            <a:rPr lang="en-US" sz="3600" dirty="0"/>
            <a:t>Syntax:</a:t>
          </a:r>
        </a:p>
      </dgm:t>
    </dgm:pt>
    <dgm:pt modelId="{627E78DE-DD6E-4A58-A515-E1FFECF7BDD8}" type="parTrans" cxnId="{E2FB6959-8DDA-434D-9456-9123DFDB076C}">
      <dgm:prSet/>
      <dgm:spPr/>
      <dgm:t>
        <a:bodyPr/>
        <a:lstStyle/>
        <a:p>
          <a:endParaRPr lang="en-US"/>
        </a:p>
      </dgm:t>
    </dgm:pt>
    <dgm:pt modelId="{1D772870-D0AE-4AFC-8BA7-71476E91E3EC}" type="sibTrans" cxnId="{E2FB6959-8DDA-434D-9456-9123DFDB076C}">
      <dgm:prSet/>
      <dgm:spPr/>
      <dgm:t>
        <a:bodyPr/>
        <a:lstStyle/>
        <a:p>
          <a:endParaRPr lang="en-US"/>
        </a:p>
      </dgm:t>
    </dgm:pt>
    <dgm:pt modelId="{5C24EC16-C1C4-4CEB-BCD1-DD06D9DA8B0A}">
      <dgm:prSet/>
      <dgm:spPr/>
      <dgm:t>
        <a:bodyPr/>
        <a:lstStyle/>
        <a:p>
          <a:pPr>
            <a:buNone/>
          </a:pPr>
          <a:r>
            <a:rPr lang="en-US" sz="3200" dirty="0"/>
            <a:t>def greet(name):</a:t>
          </a:r>
        </a:p>
      </dgm:t>
    </dgm:pt>
    <dgm:pt modelId="{F5FADE2C-827D-40F0-A3E3-05DFE3702FE7}" type="parTrans" cxnId="{98D89446-488B-4A09-BE4E-4CEE80222BE2}">
      <dgm:prSet/>
      <dgm:spPr/>
      <dgm:t>
        <a:bodyPr/>
        <a:lstStyle/>
        <a:p>
          <a:endParaRPr lang="en-US"/>
        </a:p>
      </dgm:t>
    </dgm:pt>
    <dgm:pt modelId="{253BD6E1-4E14-463B-BE37-BE273397162C}" type="sibTrans" cxnId="{98D89446-488B-4A09-BE4E-4CEE80222BE2}">
      <dgm:prSet/>
      <dgm:spPr/>
      <dgm:t>
        <a:bodyPr/>
        <a:lstStyle/>
        <a:p>
          <a:endParaRPr lang="en-US"/>
        </a:p>
      </dgm:t>
    </dgm:pt>
    <dgm:pt modelId="{40E493E6-23C3-4C61-9F5F-584A555C39D1}">
      <dgm:prSet/>
      <dgm:spPr/>
      <dgm:t>
        <a:bodyPr/>
        <a:lstStyle/>
        <a:p>
          <a:pPr>
            <a:buNone/>
          </a:pPr>
          <a:r>
            <a:rPr lang="en-US" sz="3200" dirty="0"/>
            <a:t>print('Hello,', name)</a:t>
          </a:r>
        </a:p>
      </dgm:t>
    </dgm:pt>
    <dgm:pt modelId="{1EF5067E-DD44-4BD2-9B35-D6899F8EF2B5}" type="parTrans" cxnId="{540F150E-377F-4443-81AC-0A3AF1990376}">
      <dgm:prSet/>
      <dgm:spPr/>
      <dgm:t>
        <a:bodyPr/>
        <a:lstStyle/>
        <a:p>
          <a:endParaRPr lang="en-US"/>
        </a:p>
      </dgm:t>
    </dgm:pt>
    <dgm:pt modelId="{4B653F5E-E716-4DB1-881B-1A67EEAB1BFE}" type="sibTrans" cxnId="{540F150E-377F-4443-81AC-0A3AF1990376}">
      <dgm:prSet/>
      <dgm:spPr/>
      <dgm:t>
        <a:bodyPr/>
        <a:lstStyle/>
        <a:p>
          <a:endParaRPr lang="en-US"/>
        </a:p>
      </dgm:t>
    </dgm:pt>
    <dgm:pt modelId="{720B770F-B03C-4959-ADB0-F8FD7216A78B}">
      <dgm:prSet/>
      <dgm:spPr/>
      <dgm:t>
        <a:bodyPr/>
        <a:lstStyle/>
        <a:p>
          <a:pPr>
            <a:buNone/>
          </a:pPr>
          <a:endParaRPr lang="en-US" sz="3200" dirty="0"/>
        </a:p>
      </dgm:t>
    </dgm:pt>
    <dgm:pt modelId="{99CCB046-0C6D-4D30-892F-EFA1782AC3CC}" type="parTrans" cxnId="{C6529ECD-BA18-4C5F-9A0E-019A1717BD50}">
      <dgm:prSet/>
      <dgm:spPr/>
      <dgm:t>
        <a:bodyPr/>
        <a:lstStyle/>
        <a:p>
          <a:endParaRPr lang="en-US"/>
        </a:p>
      </dgm:t>
    </dgm:pt>
    <dgm:pt modelId="{2F19775B-5AFC-4753-BFBA-D90C5AD9AB07}" type="sibTrans" cxnId="{C6529ECD-BA18-4C5F-9A0E-019A1717BD50}">
      <dgm:prSet/>
      <dgm:spPr/>
      <dgm:t>
        <a:bodyPr/>
        <a:lstStyle/>
        <a:p>
          <a:endParaRPr lang="en-US"/>
        </a:p>
      </dgm:t>
    </dgm:pt>
    <dgm:pt modelId="{2124463A-3F16-4A20-8BD1-5D8FF86192BE}">
      <dgm:prSet/>
      <dgm:spPr/>
      <dgm:t>
        <a:bodyPr/>
        <a:lstStyle/>
        <a:p>
          <a:pPr>
            <a:buNone/>
          </a:pPr>
          <a:r>
            <a:rPr lang="en-US" sz="3200" dirty="0"/>
            <a:t>greet('Alice')</a:t>
          </a:r>
        </a:p>
      </dgm:t>
    </dgm:pt>
    <dgm:pt modelId="{FFCF707A-D5D8-4F1B-BA31-CFE5AE3F157A}" type="parTrans" cxnId="{C2402670-EE74-4B27-8A3A-B975863AF0F6}">
      <dgm:prSet/>
      <dgm:spPr/>
      <dgm:t>
        <a:bodyPr/>
        <a:lstStyle/>
        <a:p>
          <a:endParaRPr lang="en-GB"/>
        </a:p>
      </dgm:t>
    </dgm:pt>
    <dgm:pt modelId="{78007B37-BE18-43A6-88BF-BD0BF056DAB9}" type="sibTrans" cxnId="{C2402670-EE74-4B27-8A3A-B975863AF0F6}">
      <dgm:prSet/>
      <dgm:spPr/>
      <dgm:t>
        <a:bodyPr/>
        <a:lstStyle/>
        <a:p>
          <a:endParaRPr lang="en-GB"/>
        </a:p>
      </dgm:t>
    </dgm:pt>
    <dgm:pt modelId="{E5BA5395-6176-4D67-8B86-7498869D8118}" type="pres">
      <dgm:prSet presAssocID="{E1E62800-7007-4DDD-8151-904E545318F2}" presName="Name0" presStyleCnt="0">
        <dgm:presLayoutVars>
          <dgm:dir/>
          <dgm:resizeHandles val="exact"/>
        </dgm:presLayoutVars>
      </dgm:prSet>
      <dgm:spPr/>
    </dgm:pt>
    <dgm:pt modelId="{00A7961F-3633-41FC-A2F8-9899BF78AA69}" type="pres">
      <dgm:prSet presAssocID="{DC4687E5-7F82-493C-BE0C-6E707234B843}" presName="parAndChTx" presStyleLbl="node1" presStyleIdx="0" presStyleCnt="2" custScaleX="68964">
        <dgm:presLayoutVars>
          <dgm:bulletEnabled val="1"/>
        </dgm:presLayoutVars>
      </dgm:prSet>
      <dgm:spPr/>
    </dgm:pt>
    <dgm:pt modelId="{E7154136-57A2-433D-AE00-169626D55781}" type="pres">
      <dgm:prSet presAssocID="{62E9039F-EC3E-4B31-8CC9-15D5E52B2BB7}" presName="parAndChSpace" presStyleCnt="0"/>
      <dgm:spPr/>
    </dgm:pt>
    <dgm:pt modelId="{DCB551C2-3F8F-4EE6-B069-79D38745B907}" type="pres">
      <dgm:prSet presAssocID="{1EDC039A-BA56-4CF2-9074-25670EA5F9A6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3BD10F00-807E-49EA-891C-9F451DF1D603}" type="presOf" srcId="{720B770F-B03C-4959-ADB0-F8FD7216A78B}" destId="{DCB551C2-3F8F-4EE6-B069-79D38745B907}" srcOrd="0" destOrd="3" presId="urn:microsoft.com/office/officeart/2005/8/layout/hChevron3"/>
    <dgm:cxn modelId="{BB99E109-2533-4240-B3E7-3227FDC1B738}" type="presOf" srcId="{5C24EC16-C1C4-4CEB-BCD1-DD06D9DA8B0A}" destId="{DCB551C2-3F8F-4EE6-B069-79D38745B907}" srcOrd="0" destOrd="1" presId="urn:microsoft.com/office/officeart/2005/8/layout/hChevron3"/>
    <dgm:cxn modelId="{540F150E-377F-4443-81AC-0A3AF1990376}" srcId="{5C24EC16-C1C4-4CEB-BCD1-DD06D9DA8B0A}" destId="{40E493E6-23C3-4C61-9F5F-584A555C39D1}" srcOrd="0" destOrd="0" parTransId="{1EF5067E-DD44-4BD2-9B35-D6899F8EF2B5}" sibTransId="{4B653F5E-E716-4DB1-881B-1A67EEAB1BFE}"/>
    <dgm:cxn modelId="{CB9FB465-F4C2-43B2-A4A7-8FEBBF91020D}" srcId="{E1E62800-7007-4DDD-8151-904E545318F2}" destId="{DC4687E5-7F82-493C-BE0C-6E707234B843}" srcOrd="0" destOrd="0" parTransId="{AF9B4E7E-499A-44AE-BE80-B838405C1A81}" sibTransId="{62E9039F-EC3E-4B31-8CC9-15D5E52B2BB7}"/>
    <dgm:cxn modelId="{98D89446-488B-4A09-BE4E-4CEE80222BE2}" srcId="{1EDC039A-BA56-4CF2-9074-25670EA5F9A6}" destId="{5C24EC16-C1C4-4CEB-BCD1-DD06D9DA8B0A}" srcOrd="0" destOrd="0" parTransId="{F5FADE2C-827D-40F0-A3E3-05DFE3702FE7}" sibTransId="{253BD6E1-4E14-463B-BE37-BE273397162C}"/>
    <dgm:cxn modelId="{C2402670-EE74-4B27-8A3A-B975863AF0F6}" srcId="{1EDC039A-BA56-4CF2-9074-25670EA5F9A6}" destId="{2124463A-3F16-4A20-8BD1-5D8FF86192BE}" srcOrd="2" destOrd="0" parTransId="{FFCF707A-D5D8-4F1B-BA31-CFE5AE3F157A}" sibTransId="{78007B37-BE18-43A6-88BF-BD0BF056DAB9}"/>
    <dgm:cxn modelId="{E2FB6959-8DDA-434D-9456-9123DFDB076C}" srcId="{E1E62800-7007-4DDD-8151-904E545318F2}" destId="{1EDC039A-BA56-4CF2-9074-25670EA5F9A6}" srcOrd="1" destOrd="0" parTransId="{627E78DE-DD6E-4A58-A515-E1FFECF7BDD8}" sibTransId="{1D772870-D0AE-4AFC-8BA7-71476E91E3EC}"/>
    <dgm:cxn modelId="{8D3090A1-2C4A-489D-AFBA-2DA0E18D527E}" type="presOf" srcId="{E1E62800-7007-4DDD-8151-904E545318F2}" destId="{E5BA5395-6176-4D67-8B86-7498869D8118}" srcOrd="0" destOrd="0" presId="urn:microsoft.com/office/officeart/2005/8/layout/hChevron3"/>
    <dgm:cxn modelId="{A9FF64A4-0041-4472-9E7E-8036595B764C}" type="presOf" srcId="{2124463A-3F16-4A20-8BD1-5D8FF86192BE}" destId="{DCB551C2-3F8F-4EE6-B069-79D38745B907}" srcOrd="0" destOrd="4" presId="urn:microsoft.com/office/officeart/2005/8/layout/hChevron3"/>
    <dgm:cxn modelId="{09A608A9-C8C4-405B-A384-7EB3F1C42F1E}" type="presOf" srcId="{DC4687E5-7F82-493C-BE0C-6E707234B843}" destId="{00A7961F-3633-41FC-A2F8-9899BF78AA69}" srcOrd="0" destOrd="0" presId="urn:microsoft.com/office/officeart/2005/8/layout/hChevron3"/>
    <dgm:cxn modelId="{1E3C68BF-52B1-4E32-BDB9-4CDA10118A56}" type="presOf" srcId="{1EDC039A-BA56-4CF2-9074-25670EA5F9A6}" destId="{DCB551C2-3F8F-4EE6-B069-79D38745B907}" srcOrd="0" destOrd="0" presId="urn:microsoft.com/office/officeart/2005/8/layout/hChevron3"/>
    <dgm:cxn modelId="{F782D7CB-1986-42B3-AA74-EFF395C9FFFB}" type="presOf" srcId="{40E493E6-23C3-4C61-9F5F-584A555C39D1}" destId="{DCB551C2-3F8F-4EE6-B069-79D38745B907}" srcOrd="0" destOrd="2" presId="urn:microsoft.com/office/officeart/2005/8/layout/hChevron3"/>
    <dgm:cxn modelId="{C6529ECD-BA18-4C5F-9A0E-019A1717BD50}" srcId="{1EDC039A-BA56-4CF2-9074-25670EA5F9A6}" destId="{720B770F-B03C-4959-ADB0-F8FD7216A78B}" srcOrd="1" destOrd="0" parTransId="{99CCB046-0C6D-4D30-892F-EFA1782AC3CC}" sibTransId="{2F19775B-5AFC-4753-BFBA-D90C5AD9AB07}"/>
    <dgm:cxn modelId="{BEF959D5-F01A-42BE-9D99-95CE9B667208}" type="presParOf" srcId="{E5BA5395-6176-4D67-8B86-7498869D8118}" destId="{00A7961F-3633-41FC-A2F8-9899BF78AA69}" srcOrd="0" destOrd="0" presId="urn:microsoft.com/office/officeart/2005/8/layout/hChevron3"/>
    <dgm:cxn modelId="{94A81F33-C1C7-4E54-8D1D-636AE3ACF046}" type="presParOf" srcId="{E5BA5395-6176-4D67-8B86-7498869D8118}" destId="{E7154136-57A2-433D-AE00-169626D55781}" srcOrd="1" destOrd="0" presId="urn:microsoft.com/office/officeart/2005/8/layout/hChevron3"/>
    <dgm:cxn modelId="{48889259-E316-4AB5-B2F3-2AA1AB74DC48}" type="presParOf" srcId="{E5BA5395-6176-4D67-8B86-7498869D8118}" destId="{DCB551C2-3F8F-4EE6-B069-79D38745B907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3953CC6-2992-422B-8E24-82161F51DF8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1B6220-F5A6-4575-ADC6-C653DCD295EA}">
      <dgm:prSet/>
      <dgm:spPr/>
      <dgm:t>
        <a:bodyPr/>
        <a:lstStyle/>
        <a:p>
          <a:r>
            <a:rPr lang="en-US"/>
            <a:t>Open file using </a:t>
          </a:r>
          <a:r>
            <a:rPr lang="en-US" b="1"/>
            <a:t>open() </a:t>
          </a:r>
          <a:r>
            <a:rPr lang="en-US"/>
            <a:t>function.</a:t>
          </a:r>
        </a:p>
      </dgm:t>
    </dgm:pt>
    <dgm:pt modelId="{A31392D8-D9C6-4577-A36E-65122A176F6D}" type="parTrans" cxnId="{F5FF6751-BB73-4AB1-81DC-0528EDEDF89D}">
      <dgm:prSet/>
      <dgm:spPr/>
      <dgm:t>
        <a:bodyPr/>
        <a:lstStyle/>
        <a:p>
          <a:endParaRPr lang="en-US"/>
        </a:p>
      </dgm:t>
    </dgm:pt>
    <dgm:pt modelId="{5115F9D7-1394-4BC1-8FD2-6ACB1C3D71BE}" type="sibTrans" cxnId="{F5FF6751-BB73-4AB1-81DC-0528EDEDF89D}">
      <dgm:prSet/>
      <dgm:spPr/>
      <dgm:t>
        <a:bodyPr/>
        <a:lstStyle/>
        <a:p>
          <a:endParaRPr lang="en-US"/>
        </a:p>
      </dgm:t>
    </dgm:pt>
    <dgm:pt modelId="{59F291EF-6E2E-44DB-9C19-77F3B13FF3C9}">
      <dgm:prSet/>
      <dgm:spPr/>
      <dgm:t>
        <a:bodyPr/>
        <a:lstStyle/>
        <a:p>
          <a:r>
            <a:rPr lang="en-US"/>
            <a:t>Read/Write using </a:t>
          </a:r>
          <a:r>
            <a:rPr lang="en-US" b="1"/>
            <a:t>read() </a:t>
          </a:r>
          <a:r>
            <a:rPr lang="en-US"/>
            <a:t>or </a:t>
          </a:r>
          <a:r>
            <a:rPr lang="en-US" b="1"/>
            <a:t>write() </a:t>
          </a:r>
          <a:r>
            <a:rPr lang="en-US"/>
            <a:t>methods.</a:t>
          </a:r>
        </a:p>
      </dgm:t>
    </dgm:pt>
    <dgm:pt modelId="{CAC6A746-9CA6-472C-B96C-59ED3D35DFDC}" type="parTrans" cxnId="{95E91B7B-2EC0-4A48-B728-E7D81A74DC67}">
      <dgm:prSet/>
      <dgm:spPr/>
      <dgm:t>
        <a:bodyPr/>
        <a:lstStyle/>
        <a:p>
          <a:endParaRPr lang="en-US"/>
        </a:p>
      </dgm:t>
    </dgm:pt>
    <dgm:pt modelId="{F0C75A90-B401-4058-AE2F-1F55D1E8822D}" type="sibTrans" cxnId="{95E91B7B-2EC0-4A48-B728-E7D81A74DC67}">
      <dgm:prSet/>
      <dgm:spPr/>
      <dgm:t>
        <a:bodyPr/>
        <a:lstStyle/>
        <a:p>
          <a:endParaRPr lang="en-US"/>
        </a:p>
      </dgm:t>
    </dgm:pt>
    <dgm:pt modelId="{0C2B267B-2847-4C5B-B48E-7F5DEE5BC374}">
      <dgm:prSet/>
      <dgm:spPr/>
      <dgm:t>
        <a:bodyPr/>
        <a:lstStyle/>
        <a:p>
          <a:r>
            <a:rPr lang="en-US"/>
            <a:t>Always close file after operations.</a:t>
          </a:r>
        </a:p>
      </dgm:t>
    </dgm:pt>
    <dgm:pt modelId="{C692D8D6-2E7A-4AEA-B039-67EF5FBA7450}" type="parTrans" cxnId="{97441184-502A-483B-AB91-493DBC3B14FD}">
      <dgm:prSet/>
      <dgm:spPr/>
      <dgm:t>
        <a:bodyPr/>
        <a:lstStyle/>
        <a:p>
          <a:endParaRPr lang="en-US"/>
        </a:p>
      </dgm:t>
    </dgm:pt>
    <dgm:pt modelId="{10C0B53B-C368-4FA4-82F2-7B6205A1E065}" type="sibTrans" cxnId="{97441184-502A-483B-AB91-493DBC3B14FD}">
      <dgm:prSet/>
      <dgm:spPr/>
      <dgm:t>
        <a:bodyPr/>
        <a:lstStyle/>
        <a:p>
          <a:endParaRPr lang="en-US"/>
        </a:p>
      </dgm:t>
    </dgm:pt>
    <dgm:pt modelId="{3C6A0CDD-69B5-4E38-9B8B-6C52E5E1B91B}">
      <dgm:prSet/>
      <dgm:spPr/>
      <dgm:t>
        <a:bodyPr/>
        <a:lstStyle/>
        <a:p>
          <a:r>
            <a:rPr lang="en-US"/>
            <a:t>Example:</a:t>
          </a:r>
        </a:p>
      </dgm:t>
    </dgm:pt>
    <dgm:pt modelId="{5651FD60-05F8-4912-A0CD-B19C2DA7DC46}" type="parTrans" cxnId="{BF01EFDA-E6A4-46F7-9208-96C7FB19F62C}">
      <dgm:prSet/>
      <dgm:spPr/>
      <dgm:t>
        <a:bodyPr/>
        <a:lstStyle/>
        <a:p>
          <a:endParaRPr lang="en-US"/>
        </a:p>
      </dgm:t>
    </dgm:pt>
    <dgm:pt modelId="{9684E397-1DA7-49E2-AD06-5C4893E3A68E}" type="sibTrans" cxnId="{BF01EFDA-E6A4-46F7-9208-96C7FB19F62C}">
      <dgm:prSet/>
      <dgm:spPr/>
      <dgm:t>
        <a:bodyPr/>
        <a:lstStyle/>
        <a:p>
          <a:endParaRPr lang="en-US"/>
        </a:p>
      </dgm:t>
    </dgm:pt>
    <dgm:pt modelId="{EC104A92-10A6-42E0-8751-5C0706DE21FD}">
      <dgm:prSet/>
      <dgm:spPr/>
      <dgm:t>
        <a:bodyPr/>
        <a:lstStyle/>
        <a:p>
          <a:pPr>
            <a:buNone/>
          </a:pPr>
          <a:r>
            <a:rPr lang="en-US" dirty="0"/>
            <a:t>file = open('data.txt', 'w')</a:t>
          </a:r>
        </a:p>
      </dgm:t>
    </dgm:pt>
    <dgm:pt modelId="{BD0347CC-7AA2-427D-8FFD-E9EC3F5C5F05}" type="parTrans" cxnId="{E0CED894-685A-4930-8248-30105B542264}">
      <dgm:prSet/>
      <dgm:spPr/>
      <dgm:t>
        <a:bodyPr/>
        <a:lstStyle/>
        <a:p>
          <a:endParaRPr lang="en-US"/>
        </a:p>
      </dgm:t>
    </dgm:pt>
    <dgm:pt modelId="{CF6C2033-C56E-4645-8DF8-41862085961B}" type="sibTrans" cxnId="{E0CED894-685A-4930-8248-30105B542264}">
      <dgm:prSet/>
      <dgm:spPr/>
      <dgm:t>
        <a:bodyPr/>
        <a:lstStyle/>
        <a:p>
          <a:endParaRPr lang="en-US"/>
        </a:p>
      </dgm:t>
    </dgm:pt>
    <dgm:pt modelId="{420C1030-5270-42DB-A7B6-8C11C5D1D1CA}">
      <dgm:prSet/>
      <dgm:spPr/>
      <dgm:t>
        <a:bodyPr/>
        <a:lstStyle/>
        <a:p>
          <a:pPr>
            <a:buNone/>
          </a:pPr>
          <a:r>
            <a:rPr lang="en-US" dirty="0" err="1"/>
            <a:t>file.write</a:t>
          </a:r>
          <a:r>
            <a:rPr lang="en-US" dirty="0"/>
            <a:t>('Hello World')</a:t>
          </a:r>
        </a:p>
      </dgm:t>
    </dgm:pt>
    <dgm:pt modelId="{5A2911D1-BFA8-4978-A91F-D75D4308FB57}" type="parTrans" cxnId="{2CEC4586-22E5-41FD-8E6C-28190588F327}">
      <dgm:prSet/>
      <dgm:spPr/>
      <dgm:t>
        <a:bodyPr/>
        <a:lstStyle/>
        <a:p>
          <a:endParaRPr lang="en-US"/>
        </a:p>
      </dgm:t>
    </dgm:pt>
    <dgm:pt modelId="{911D49A7-7D2B-4760-A288-F3B93A917DB8}" type="sibTrans" cxnId="{2CEC4586-22E5-41FD-8E6C-28190588F327}">
      <dgm:prSet/>
      <dgm:spPr/>
      <dgm:t>
        <a:bodyPr/>
        <a:lstStyle/>
        <a:p>
          <a:endParaRPr lang="en-US"/>
        </a:p>
      </dgm:t>
    </dgm:pt>
    <dgm:pt modelId="{40136EA6-D534-42D8-80EA-1D615DF89FA1}">
      <dgm:prSet/>
      <dgm:spPr/>
      <dgm:t>
        <a:bodyPr/>
        <a:lstStyle/>
        <a:p>
          <a:pPr>
            <a:buNone/>
          </a:pPr>
          <a:r>
            <a:rPr lang="en-US" dirty="0" err="1"/>
            <a:t>file.close</a:t>
          </a:r>
          <a:r>
            <a:rPr lang="en-US" dirty="0"/>
            <a:t>()</a:t>
          </a:r>
        </a:p>
      </dgm:t>
    </dgm:pt>
    <dgm:pt modelId="{AF3577BE-EE86-43F4-AC76-ED978585BCBC}" type="parTrans" cxnId="{F4CFC938-5B97-4D1B-8E7B-279F2686B19B}">
      <dgm:prSet/>
      <dgm:spPr/>
      <dgm:t>
        <a:bodyPr/>
        <a:lstStyle/>
        <a:p>
          <a:endParaRPr lang="en-US"/>
        </a:p>
      </dgm:t>
    </dgm:pt>
    <dgm:pt modelId="{B75EEC2B-6069-41D5-9CC0-508360D8DEEA}" type="sibTrans" cxnId="{F4CFC938-5B97-4D1B-8E7B-279F2686B19B}">
      <dgm:prSet/>
      <dgm:spPr/>
      <dgm:t>
        <a:bodyPr/>
        <a:lstStyle/>
        <a:p>
          <a:endParaRPr lang="en-US"/>
        </a:p>
      </dgm:t>
    </dgm:pt>
    <dgm:pt modelId="{E3552F65-C86F-4D17-B3D1-576FD841D368}" type="pres">
      <dgm:prSet presAssocID="{93953CC6-2992-422B-8E24-82161F51DF84}" presName="linear" presStyleCnt="0">
        <dgm:presLayoutVars>
          <dgm:animLvl val="lvl"/>
          <dgm:resizeHandles val="exact"/>
        </dgm:presLayoutVars>
      </dgm:prSet>
      <dgm:spPr/>
    </dgm:pt>
    <dgm:pt modelId="{E149B522-167F-46EE-A9AD-B22FBA2726DC}" type="pres">
      <dgm:prSet presAssocID="{C71B6220-F5A6-4575-ADC6-C653DCD295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625B22-6103-471D-B585-3B8816A2F038}" type="pres">
      <dgm:prSet presAssocID="{5115F9D7-1394-4BC1-8FD2-6ACB1C3D71BE}" presName="spacer" presStyleCnt="0"/>
      <dgm:spPr/>
    </dgm:pt>
    <dgm:pt modelId="{40A69855-8DD2-4CF2-B74D-F775B3C473EC}" type="pres">
      <dgm:prSet presAssocID="{59F291EF-6E2E-44DB-9C19-77F3B13FF3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7580B6-82C4-4260-A155-2DFD4EBAEF9E}" type="pres">
      <dgm:prSet presAssocID="{F0C75A90-B401-4058-AE2F-1F55D1E8822D}" presName="spacer" presStyleCnt="0"/>
      <dgm:spPr/>
    </dgm:pt>
    <dgm:pt modelId="{2502BF64-DCB5-4D1B-B2D7-6847499C5F2D}" type="pres">
      <dgm:prSet presAssocID="{0C2B267B-2847-4C5B-B48E-7F5DEE5BC3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41016E-9C93-455D-970F-216474F6FFD9}" type="pres">
      <dgm:prSet presAssocID="{10C0B53B-C368-4FA4-82F2-7B6205A1E065}" presName="spacer" presStyleCnt="0"/>
      <dgm:spPr/>
    </dgm:pt>
    <dgm:pt modelId="{465C552E-D2CC-4F99-AB7D-317627F4ECCA}" type="pres">
      <dgm:prSet presAssocID="{3C6A0CDD-69B5-4E38-9B8B-6C52E5E1B91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A33EFCB-F363-44E0-B37D-4D88CB925965}" type="pres">
      <dgm:prSet presAssocID="{3C6A0CDD-69B5-4E38-9B8B-6C52E5E1B91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D5ACF1B-4387-4A21-A636-3EB7D17FC285}" type="presOf" srcId="{93953CC6-2992-422B-8E24-82161F51DF84}" destId="{E3552F65-C86F-4D17-B3D1-576FD841D368}" srcOrd="0" destOrd="0" presId="urn:microsoft.com/office/officeart/2005/8/layout/vList2"/>
    <dgm:cxn modelId="{F4CFC938-5B97-4D1B-8E7B-279F2686B19B}" srcId="{3C6A0CDD-69B5-4E38-9B8B-6C52E5E1B91B}" destId="{40136EA6-D534-42D8-80EA-1D615DF89FA1}" srcOrd="2" destOrd="0" parTransId="{AF3577BE-EE86-43F4-AC76-ED978585BCBC}" sibTransId="{B75EEC2B-6069-41D5-9CC0-508360D8DEEA}"/>
    <dgm:cxn modelId="{8C44043F-EBE3-4801-AD7E-F03E720055B2}" type="presOf" srcId="{3C6A0CDD-69B5-4E38-9B8B-6C52E5E1B91B}" destId="{465C552E-D2CC-4F99-AB7D-317627F4ECCA}" srcOrd="0" destOrd="0" presId="urn:microsoft.com/office/officeart/2005/8/layout/vList2"/>
    <dgm:cxn modelId="{BDA67C60-9C84-4326-AA30-0B4C03792957}" type="presOf" srcId="{420C1030-5270-42DB-A7B6-8C11C5D1D1CA}" destId="{BA33EFCB-F363-44E0-B37D-4D88CB925965}" srcOrd="0" destOrd="1" presId="urn:microsoft.com/office/officeart/2005/8/layout/vList2"/>
    <dgm:cxn modelId="{DEBFD142-F786-4A02-BE05-4A5500E36243}" type="presOf" srcId="{59F291EF-6E2E-44DB-9C19-77F3B13FF3C9}" destId="{40A69855-8DD2-4CF2-B74D-F775B3C473EC}" srcOrd="0" destOrd="0" presId="urn:microsoft.com/office/officeart/2005/8/layout/vList2"/>
    <dgm:cxn modelId="{F5FF6751-BB73-4AB1-81DC-0528EDEDF89D}" srcId="{93953CC6-2992-422B-8E24-82161F51DF84}" destId="{C71B6220-F5A6-4575-ADC6-C653DCD295EA}" srcOrd="0" destOrd="0" parTransId="{A31392D8-D9C6-4577-A36E-65122A176F6D}" sibTransId="{5115F9D7-1394-4BC1-8FD2-6ACB1C3D71BE}"/>
    <dgm:cxn modelId="{CC369A59-F75F-4989-A34E-4818A0D58650}" type="presOf" srcId="{C71B6220-F5A6-4575-ADC6-C653DCD295EA}" destId="{E149B522-167F-46EE-A9AD-B22FBA2726DC}" srcOrd="0" destOrd="0" presId="urn:microsoft.com/office/officeart/2005/8/layout/vList2"/>
    <dgm:cxn modelId="{95E91B7B-2EC0-4A48-B728-E7D81A74DC67}" srcId="{93953CC6-2992-422B-8E24-82161F51DF84}" destId="{59F291EF-6E2E-44DB-9C19-77F3B13FF3C9}" srcOrd="1" destOrd="0" parTransId="{CAC6A746-9CA6-472C-B96C-59ED3D35DFDC}" sibTransId="{F0C75A90-B401-4058-AE2F-1F55D1E8822D}"/>
    <dgm:cxn modelId="{97441184-502A-483B-AB91-493DBC3B14FD}" srcId="{93953CC6-2992-422B-8E24-82161F51DF84}" destId="{0C2B267B-2847-4C5B-B48E-7F5DEE5BC374}" srcOrd="2" destOrd="0" parTransId="{C692D8D6-2E7A-4AEA-B039-67EF5FBA7450}" sibTransId="{10C0B53B-C368-4FA4-82F2-7B6205A1E065}"/>
    <dgm:cxn modelId="{2CEC4586-22E5-41FD-8E6C-28190588F327}" srcId="{3C6A0CDD-69B5-4E38-9B8B-6C52E5E1B91B}" destId="{420C1030-5270-42DB-A7B6-8C11C5D1D1CA}" srcOrd="1" destOrd="0" parTransId="{5A2911D1-BFA8-4978-A91F-D75D4308FB57}" sibTransId="{911D49A7-7D2B-4760-A288-F3B93A917DB8}"/>
    <dgm:cxn modelId="{E0CED894-685A-4930-8248-30105B542264}" srcId="{3C6A0CDD-69B5-4E38-9B8B-6C52E5E1B91B}" destId="{EC104A92-10A6-42E0-8751-5C0706DE21FD}" srcOrd="0" destOrd="0" parTransId="{BD0347CC-7AA2-427D-8FFD-E9EC3F5C5F05}" sibTransId="{CF6C2033-C56E-4645-8DF8-41862085961B}"/>
    <dgm:cxn modelId="{33CFD2A0-B700-47DF-AD3F-939078FC6D46}" type="presOf" srcId="{0C2B267B-2847-4C5B-B48E-7F5DEE5BC374}" destId="{2502BF64-DCB5-4D1B-B2D7-6847499C5F2D}" srcOrd="0" destOrd="0" presId="urn:microsoft.com/office/officeart/2005/8/layout/vList2"/>
    <dgm:cxn modelId="{89104DBD-B79E-4856-BC22-7287E2F12898}" type="presOf" srcId="{40136EA6-D534-42D8-80EA-1D615DF89FA1}" destId="{BA33EFCB-F363-44E0-B37D-4D88CB925965}" srcOrd="0" destOrd="2" presId="urn:microsoft.com/office/officeart/2005/8/layout/vList2"/>
    <dgm:cxn modelId="{74C598BE-7A73-4AFC-8E2F-A7AAE74EFCD2}" type="presOf" srcId="{EC104A92-10A6-42E0-8751-5C0706DE21FD}" destId="{BA33EFCB-F363-44E0-B37D-4D88CB925965}" srcOrd="0" destOrd="0" presId="urn:microsoft.com/office/officeart/2005/8/layout/vList2"/>
    <dgm:cxn modelId="{BF01EFDA-E6A4-46F7-9208-96C7FB19F62C}" srcId="{93953CC6-2992-422B-8E24-82161F51DF84}" destId="{3C6A0CDD-69B5-4E38-9B8B-6C52E5E1B91B}" srcOrd="3" destOrd="0" parTransId="{5651FD60-05F8-4912-A0CD-B19C2DA7DC46}" sibTransId="{9684E397-1DA7-49E2-AD06-5C4893E3A68E}"/>
    <dgm:cxn modelId="{FFCC50F0-31A1-4C7F-AA5D-94DB8FCBFE1B}" type="presParOf" srcId="{E3552F65-C86F-4D17-B3D1-576FD841D368}" destId="{E149B522-167F-46EE-A9AD-B22FBA2726DC}" srcOrd="0" destOrd="0" presId="urn:microsoft.com/office/officeart/2005/8/layout/vList2"/>
    <dgm:cxn modelId="{41988AAB-FBE8-4EBF-BEE4-9DC182549D00}" type="presParOf" srcId="{E3552F65-C86F-4D17-B3D1-576FD841D368}" destId="{39625B22-6103-471D-B585-3B8816A2F038}" srcOrd="1" destOrd="0" presId="urn:microsoft.com/office/officeart/2005/8/layout/vList2"/>
    <dgm:cxn modelId="{4849E7B8-0981-4390-ACE4-AA50BAC9CBD6}" type="presParOf" srcId="{E3552F65-C86F-4D17-B3D1-576FD841D368}" destId="{40A69855-8DD2-4CF2-B74D-F775B3C473EC}" srcOrd="2" destOrd="0" presId="urn:microsoft.com/office/officeart/2005/8/layout/vList2"/>
    <dgm:cxn modelId="{30F97FDC-5648-4000-9329-23822C815FEE}" type="presParOf" srcId="{E3552F65-C86F-4D17-B3D1-576FD841D368}" destId="{157580B6-82C4-4260-A155-2DFD4EBAEF9E}" srcOrd="3" destOrd="0" presId="urn:microsoft.com/office/officeart/2005/8/layout/vList2"/>
    <dgm:cxn modelId="{4A4A006E-FA84-4303-939B-07CF792684F0}" type="presParOf" srcId="{E3552F65-C86F-4D17-B3D1-576FD841D368}" destId="{2502BF64-DCB5-4D1B-B2D7-6847499C5F2D}" srcOrd="4" destOrd="0" presId="urn:microsoft.com/office/officeart/2005/8/layout/vList2"/>
    <dgm:cxn modelId="{70239EB6-9A10-4973-8998-7051B14F919B}" type="presParOf" srcId="{E3552F65-C86F-4D17-B3D1-576FD841D368}" destId="{C241016E-9C93-455D-970F-216474F6FFD9}" srcOrd="5" destOrd="0" presId="urn:microsoft.com/office/officeart/2005/8/layout/vList2"/>
    <dgm:cxn modelId="{3DD69B34-2947-4B4B-948A-513386663AC5}" type="presParOf" srcId="{E3552F65-C86F-4D17-B3D1-576FD841D368}" destId="{465C552E-D2CC-4F99-AB7D-317627F4ECCA}" srcOrd="6" destOrd="0" presId="urn:microsoft.com/office/officeart/2005/8/layout/vList2"/>
    <dgm:cxn modelId="{3648DE15-2264-4CE7-865B-EAC27F3EAA29}" type="presParOf" srcId="{E3552F65-C86F-4D17-B3D1-576FD841D368}" destId="{BA33EFCB-F363-44E0-B37D-4D88CB925965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1E62800-7007-4DDD-8151-904E545318F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4687E5-7F82-493C-BE0C-6E707234B843}">
      <dgm:prSet/>
      <dgm:spPr/>
      <dgm:t>
        <a:bodyPr/>
        <a:lstStyle/>
        <a:p>
          <a:r>
            <a:rPr lang="en-GB"/>
            <a:t>Used to handle runtime errors gracefully.</a:t>
          </a:r>
          <a:endParaRPr lang="en-US"/>
        </a:p>
      </dgm:t>
    </dgm:pt>
    <dgm:pt modelId="{AF9B4E7E-499A-44AE-BE80-B838405C1A81}" type="parTrans" cxnId="{CB9FB465-F4C2-43B2-A4A7-8FEBBF91020D}">
      <dgm:prSet/>
      <dgm:spPr/>
      <dgm:t>
        <a:bodyPr/>
        <a:lstStyle/>
        <a:p>
          <a:endParaRPr lang="en-US"/>
        </a:p>
      </dgm:t>
    </dgm:pt>
    <dgm:pt modelId="{62E9039F-EC3E-4B31-8CC9-15D5E52B2BB7}" type="sibTrans" cxnId="{CB9FB465-F4C2-43B2-A4A7-8FEBBF91020D}">
      <dgm:prSet/>
      <dgm:spPr/>
      <dgm:t>
        <a:bodyPr/>
        <a:lstStyle/>
        <a:p>
          <a:endParaRPr lang="en-US"/>
        </a:p>
      </dgm:t>
    </dgm:pt>
    <dgm:pt modelId="{1EDC039A-BA56-4CF2-9074-25670EA5F9A6}">
      <dgm:prSet/>
      <dgm:spPr/>
      <dgm:t>
        <a:bodyPr/>
        <a:lstStyle/>
        <a:p>
          <a:pPr algn="l"/>
          <a:r>
            <a:rPr lang="en-GB" b="1" dirty="0">
              <a:solidFill>
                <a:schemeClr val="tx1"/>
              </a:solidFill>
            </a:rPr>
            <a:t>Syntax:</a:t>
          </a:r>
        </a:p>
        <a:p>
          <a:pPr algn="l">
            <a:buFont typeface="Arial"/>
            <a:buNone/>
          </a:pPr>
          <a:r>
            <a:rPr lang="en-GB" dirty="0"/>
            <a:t>Try</a:t>
          </a:r>
        </a:p>
        <a:p>
          <a:pPr algn="l">
            <a:buFont typeface="Arial"/>
            <a:buNone/>
          </a:pPr>
          <a:r>
            <a:rPr lang="en-GB" dirty="0"/>
            <a:t>	# code that might cause error</a:t>
          </a:r>
        </a:p>
        <a:p>
          <a:pPr algn="l">
            <a:buFont typeface="Arial"/>
            <a:buNone/>
          </a:pPr>
          <a:r>
            <a:rPr lang="en-GB" dirty="0"/>
            <a:t>except Exception as e:</a:t>
          </a:r>
        </a:p>
        <a:p>
          <a:pPr algn="l">
            <a:buFont typeface="Arial"/>
            <a:buNone/>
          </a:pPr>
          <a:r>
            <a:rPr lang="en-GB" dirty="0"/>
            <a:t>	print('Error:', e)</a:t>
          </a:r>
          <a:endParaRPr lang="en-US" dirty="0"/>
        </a:p>
      </dgm:t>
    </dgm:pt>
    <dgm:pt modelId="{627E78DE-DD6E-4A58-A515-E1FFECF7BDD8}" type="parTrans" cxnId="{E2FB6959-8DDA-434D-9456-9123DFDB076C}">
      <dgm:prSet/>
      <dgm:spPr/>
      <dgm:t>
        <a:bodyPr/>
        <a:lstStyle/>
        <a:p>
          <a:endParaRPr lang="en-US"/>
        </a:p>
      </dgm:t>
    </dgm:pt>
    <dgm:pt modelId="{1D772870-D0AE-4AFC-8BA7-71476E91E3EC}" type="sibTrans" cxnId="{E2FB6959-8DDA-434D-9456-9123DFDB076C}">
      <dgm:prSet/>
      <dgm:spPr/>
      <dgm:t>
        <a:bodyPr/>
        <a:lstStyle/>
        <a:p>
          <a:endParaRPr lang="en-US"/>
        </a:p>
      </dgm:t>
    </dgm:pt>
    <dgm:pt modelId="{71B8C72B-AFC3-4C1E-9E4C-48FD23295108}" type="pres">
      <dgm:prSet presAssocID="{E1E62800-7007-4DDD-8151-904E545318F2}" presName="Name0" presStyleCnt="0">
        <dgm:presLayoutVars>
          <dgm:dir/>
          <dgm:resizeHandles val="exact"/>
        </dgm:presLayoutVars>
      </dgm:prSet>
      <dgm:spPr/>
    </dgm:pt>
    <dgm:pt modelId="{993DED1F-211E-465D-86BC-D1E274C58340}" type="pres">
      <dgm:prSet presAssocID="{DC4687E5-7F82-493C-BE0C-6E707234B843}" presName="node" presStyleLbl="node1" presStyleIdx="0" presStyleCnt="2">
        <dgm:presLayoutVars>
          <dgm:bulletEnabled val="1"/>
        </dgm:presLayoutVars>
      </dgm:prSet>
      <dgm:spPr/>
    </dgm:pt>
    <dgm:pt modelId="{735CD62E-0659-458F-8010-3513F65739AA}" type="pres">
      <dgm:prSet presAssocID="{62E9039F-EC3E-4B31-8CC9-15D5E52B2BB7}" presName="sibTrans" presStyleLbl="sibTrans1D1" presStyleIdx="0" presStyleCnt="1"/>
      <dgm:spPr/>
    </dgm:pt>
    <dgm:pt modelId="{2840E8EC-A674-4AD5-BA97-94E057F184DA}" type="pres">
      <dgm:prSet presAssocID="{62E9039F-EC3E-4B31-8CC9-15D5E52B2BB7}" presName="connectorText" presStyleLbl="sibTrans1D1" presStyleIdx="0" presStyleCnt="1"/>
      <dgm:spPr/>
    </dgm:pt>
    <dgm:pt modelId="{AAC06910-7457-4510-B172-F8E6A6FE1768}" type="pres">
      <dgm:prSet presAssocID="{1EDC039A-BA56-4CF2-9074-25670EA5F9A6}" presName="node" presStyleLbl="node1" presStyleIdx="1" presStyleCnt="2" custScaleX="164226" custScaleY="155585">
        <dgm:presLayoutVars>
          <dgm:bulletEnabled val="1"/>
        </dgm:presLayoutVars>
      </dgm:prSet>
      <dgm:spPr/>
    </dgm:pt>
  </dgm:ptLst>
  <dgm:cxnLst>
    <dgm:cxn modelId="{DB81E321-C6B2-4E6F-9ECB-8D6337DDE9D9}" type="presOf" srcId="{62E9039F-EC3E-4B31-8CC9-15D5E52B2BB7}" destId="{2840E8EC-A674-4AD5-BA97-94E057F184DA}" srcOrd="1" destOrd="0" presId="urn:microsoft.com/office/officeart/2016/7/layout/RepeatingBendingProcessNew"/>
    <dgm:cxn modelId="{B7727939-B772-4591-809E-BA1FEEE4B4CA}" type="presOf" srcId="{E1E62800-7007-4DDD-8151-904E545318F2}" destId="{71B8C72B-AFC3-4C1E-9E4C-48FD23295108}" srcOrd="0" destOrd="0" presId="urn:microsoft.com/office/officeart/2016/7/layout/RepeatingBendingProcessNew"/>
    <dgm:cxn modelId="{CB9FB465-F4C2-43B2-A4A7-8FEBBF91020D}" srcId="{E1E62800-7007-4DDD-8151-904E545318F2}" destId="{DC4687E5-7F82-493C-BE0C-6E707234B843}" srcOrd="0" destOrd="0" parTransId="{AF9B4E7E-499A-44AE-BE80-B838405C1A81}" sibTransId="{62E9039F-EC3E-4B31-8CC9-15D5E52B2BB7}"/>
    <dgm:cxn modelId="{A5A31957-496B-4A67-BD8F-D85EA91EADF5}" type="presOf" srcId="{1EDC039A-BA56-4CF2-9074-25670EA5F9A6}" destId="{AAC06910-7457-4510-B172-F8E6A6FE1768}" srcOrd="0" destOrd="0" presId="urn:microsoft.com/office/officeart/2016/7/layout/RepeatingBendingProcessNew"/>
    <dgm:cxn modelId="{E2FB6959-8DDA-434D-9456-9123DFDB076C}" srcId="{E1E62800-7007-4DDD-8151-904E545318F2}" destId="{1EDC039A-BA56-4CF2-9074-25670EA5F9A6}" srcOrd="1" destOrd="0" parTransId="{627E78DE-DD6E-4A58-A515-E1FFECF7BDD8}" sibTransId="{1D772870-D0AE-4AFC-8BA7-71476E91E3EC}"/>
    <dgm:cxn modelId="{2C9209A9-8F09-4ED0-B8F0-ED1F7A730F1F}" type="presOf" srcId="{62E9039F-EC3E-4B31-8CC9-15D5E52B2BB7}" destId="{735CD62E-0659-458F-8010-3513F65739AA}" srcOrd="0" destOrd="0" presId="urn:microsoft.com/office/officeart/2016/7/layout/RepeatingBendingProcessNew"/>
    <dgm:cxn modelId="{916736AC-081F-458A-AC00-CE38A65286F7}" type="presOf" srcId="{DC4687E5-7F82-493C-BE0C-6E707234B843}" destId="{993DED1F-211E-465D-86BC-D1E274C58340}" srcOrd="0" destOrd="0" presId="urn:microsoft.com/office/officeart/2016/7/layout/RepeatingBendingProcessNew"/>
    <dgm:cxn modelId="{CBB5D4FB-9384-45FB-B25F-D9AF82A892AC}" type="presParOf" srcId="{71B8C72B-AFC3-4C1E-9E4C-48FD23295108}" destId="{993DED1F-211E-465D-86BC-D1E274C58340}" srcOrd="0" destOrd="0" presId="urn:microsoft.com/office/officeart/2016/7/layout/RepeatingBendingProcessNew"/>
    <dgm:cxn modelId="{E33D6C64-DA76-4533-A68D-A4C31F70925C}" type="presParOf" srcId="{71B8C72B-AFC3-4C1E-9E4C-48FD23295108}" destId="{735CD62E-0659-458F-8010-3513F65739AA}" srcOrd="1" destOrd="0" presId="urn:microsoft.com/office/officeart/2016/7/layout/RepeatingBendingProcessNew"/>
    <dgm:cxn modelId="{D344874D-8C81-4883-BF9C-101DFFDE368C}" type="presParOf" srcId="{735CD62E-0659-458F-8010-3513F65739AA}" destId="{2840E8EC-A674-4AD5-BA97-94E057F184DA}" srcOrd="0" destOrd="0" presId="urn:microsoft.com/office/officeart/2016/7/layout/RepeatingBendingProcessNew"/>
    <dgm:cxn modelId="{9B313E40-5E05-47EB-BA20-2FA597919F85}" type="presParOf" srcId="{71B8C72B-AFC3-4C1E-9E4C-48FD23295108}" destId="{AAC06910-7457-4510-B172-F8E6A6FE1768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595017-DC31-475F-A55D-B298FEB184D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D078BFB-100F-4EC9-9CC3-FD7A4CF527BE}">
      <dgm:prSet/>
      <dgm:spPr/>
      <dgm:t>
        <a:bodyPr/>
        <a:lstStyle/>
        <a:p>
          <a:r>
            <a:rPr lang="en-US"/>
            <a:t>Python is beginner-friendly and powerful.</a:t>
          </a:r>
        </a:p>
      </dgm:t>
    </dgm:pt>
    <dgm:pt modelId="{3B7E9B54-4413-4E0D-AC16-ECD5C63155E7}" type="parTrans" cxnId="{CA1A28AC-96A2-41BB-8948-803B85798D78}">
      <dgm:prSet/>
      <dgm:spPr/>
      <dgm:t>
        <a:bodyPr/>
        <a:lstStyle/>
        <a:p>
          <a:endParaRPr lang="en-US"/>
        </a:p>
      </dgm:t>
    </dgm:pt>
    <dgm:pt modelId="{9F1957A1-F5AF-4769-B387-4449C4494307}" type="sibTrans" cxnId="{CA1A28AC-96A2-41BB-8948-803B85798D78}">
      <dgm:prSet/>
      <dgm:spPr/>
      <dgm:t>
        <a:bodyPr/>
        <a:lstStyle/>
        <a:p>
          <a:endParaRPr lang="en-US"/>
        </a:p>
      </dgm:t>
    </dgm:pt>
    <dgm:pt modelId="{3678536B-000A-4D2A-87BE-6D080097DC4C}">
      <dgm:prSet/>
      <dgm:spPr/>
      <dgm:t>
        <a:bodyPr/>
        <a:lstStyle/>
        <a:p>
          <a:r>
            <a:rPr lang="en-US"/>
            <a:t>You learned about syntax, data types, control flow, and functions.</a:t>
          </a:r>
        </a:p>
      </dgm:t>
    </dgm:pt>
    <dgm:pt modelId="{B34E5D95-C480-4FD8-AD1F-CD749DC58F66}" type="parTrans" cxnId="{3D829BFA-4955-41DC-974E-ACAEFD802C5A}">
      <dgm:prSet/>
      <dgm:spPr/>
      <dgm:t>
        <a:bodyPr/>
        <a:lstStyle/>
        <a:p>
          <a:endParaRPr lang="en-US"/>
        </a:p>
      </dgm:t>
    </dgm:pt>
    <dgm:pt modelId="{A49D34B5-CFA3-4804-A727-A96285FB6C47}" type="sibTrans" cxnId="{3D829BFA-4955-41DC-974E-ACAEFD802C5A}">
      <dgm:prSet/>
      <dgm:spPr/>
      <dgm:t>
        <a:bodyPr/>
        <a:lstStyle/>
        <a:p>
          <a:endParaRPr lang="en-US"/>
        </a:p>
      </dgm:t>
    </dgm:pt>
    <dgm:pt modelId="{17385A39-50D8-42D2-80CB-484F948AB431}">
      <dgm:prSet/>
      <dgm:spPr/>
      <dgm:t>
        <a:bodyPr/>
        <a:lstStyle/>
        <a:p>
          <a:r>
            <a:rPr lang="en-US"/>
            <a:t>Next Steps: Learn modules, OOP, and libraries like NumPy or Pandas.</a:t>
          </a:r>
        </a:p>
      </dgm:t>
    </dgm:pt>
    <dgm:pt modelId="{622FB9E7-224F-4718-A1E3-9D83FFE7B1A3}" type="parTrans" cxnId="{D79D1D2D-1F23-4A9F-98F4-84A2FBE71272}">
      <dgm:prSet/>
      <dgm:spPr/>
      <dgm:t>
        <a:bodyPr/>
        <a:lstStyle/>
        <a:p>
          <a:endParaRPr lang="en-US"/>
        </a:p>
      </dgm:t>
    </dgm:pt>
    <dgm:pt modelId="{97783F21-585B-489F-A4D7-E08880745ED5}" type="sibTrans" cxnId="{D79D1D2D-1F23-4A9F-98F4-84A2FBE71272}">
      <dgm:prSet/>
      <dgm:spPr/>
      <dgm:t>
        <a:bodyPr/>
        <a:lstStyle/>
        <a:p>
          <a:endParaRPr lang="en-US"/>
        </a:p>
      </dgm:t>
    </dgm:pt>
    <dgm:pt modelId="{4FE307AA-3D69-41B6-8C2E-24793E960C37}">
      <dgm:prSet/>
      <dgm:spPr/>
      <dgm:t>
        <a:bodyPr/>
        <a:lstStyle/>
        <a:p>
          <a:r>
            <a:rPr lang="en-US"/>
            <a:t>Practice is key to mastering programming!</a:t>
          </a:r>
        </a:p>
      </dgm:t>
    </dgm:pt>
    <dgm:pt modelId="{508054E4-E161-4072-91E2-A9E985468122}" type="parTrans" cxnId="{772D2E1D-7757-4B37-8874-E945BE62F14C}">
      <dgm:prSet/>
      <dgm:spPr/>
      <dgm:t>
        <a:bodyPr/>
        <a:lstStyle/>
        <a:p>
          <a:endParaRPr lang="en-US"/>
        </a:p>
      </dgm:t>
    </dgm:pt>
    <dgm:pt modelId="{80E91BFA-674D-4AC0-80EE-003AB7537A3E}" type="sibTrans" cxnId="{772D2E1D-7757-4B37-8874-E945BE62F14C}">
      <dgm:prSet/>
      <dgm:spPr/>
      <dgm:t>
        <a:bodyPr/>
        <a:lstStyle/>
        <a:p>
          <a:endParaRPr lang="en-US"/>
        </a:p>
      </dgm:t>
    </dgm:pt>
    <dgm:pt modelId="{FC1E17A4-534F-4A13-A73C-F9225EAF134C}" type="pres">
      <dgm:prSet presAssocID="{21595017-DC31-475F-A55D-B298FEB184D1}" presName="vert0" presStyleCnt="0">
        <dgm:presLayoutVars>
          <dgm:dir/>
          <dgm:animOne val="branch"/>
          <dgm:animLvl val="lvl"/>
        </dgm:presLayoutVars>
      </dgm:prSet>
      <dgm:spPr/>
    </dgm:pt>
    <dgm:pt modelId="{41AF9724-5129-4452-90FE-729676C9D438}" type="pres">
      <dgm:prSet presAssocID="{DD078BFB-100F-4EC9-9CC3-FD7A4CF527BE}" presName="thickLine" presStyleLbl="alignNode1" presStyleIdx="0" presStyleCnt="4"/>
      <dgm:spPr/>
    </dgm:pt>
    <dgm:pt modelId="{D49D431E-49FD-48B5-8E9B-5A785641E9B3}" type="pres">
      <dgm:prSet presAssocID="{DD078BFB-100F-4EC9-9CC3-FD7A4CF527BE}" presName="horz1" presStyleCnt="0"/>
      <dgm:spPr/>
    </dgm:pt>
    <dgm:pt modelId="{EFF0987D-1187-43F9-81D2-8414029D398F}" type="pres">
      <dgm:prSet presAssocID="{DD078BFB-100F-4EC9-9CC3-FD7A4CF527BE}" presName="tx1" presStyleLbl="revTx" presStyleIdx="0" presStyleCnt="4"/>
      <dgm:spPr/>
    </dgm:pt>
    <dgm:pt modelId="{126D22BA-E361-4F5C-BC34-F7FFFED6924A}" type="pres">
      <dgm:prSet presAssocID="{DD078BFB-100F-4EC9-9CC3-FD7A4CF527BE}" presName="vert1" presStyleCnt="0"/>
      <dgm:spPr/>
    </dgm:pt>
    <dgm:pt modelId="{064B1EE7-18E8-4392-BBE4-D619D836B04C}" type="pres">
      <dgm:prSet presAssocID="{3678536B-000A-4D2A-87BE-6D080097DC4C}" presName="thickLine" presStyleLbl="alignNode1" presStyleIdx="1" presStyleCnt="4"/>
      <dgm:spPr/>
    </dgm:pt>
    <dgm:pt modelId="{A66030D5-1F9D-454C-B1EC-70FBD62971A8}" type="pres">
      <dgm:prSet presAssocID="{3678536B-000A-4D2A-87BE-6D080097DC4C}" presName="horz1" presStyleCnt="0"/>
      <dgm:spPr/>
    </dgm:pt>
    <dgm:pt modelId="{DB32F83F-293A-4FC4-8B41-11EC988D598E}" type="pres">
      <dgm:prSet presAssocID="{3678536B-000A-4D2A-87BE-6D080097DC4C}" presName="tx1" presStyleLbl="revTx" presStyleIdx="1" presStyleCnt="4"/>
      <dgm:spPr/>
    </dgm:pt>
    <dgm:pt modelId="{964475D0-E87D-467D-8ABA-3C3BA8A628CD}" type="pres">
      <dgm:prSet presAssocID="{3678536B-000A-4D2A-87BE-6D080097DC4C}" presName="vert1" presStyleCnt="0"/>
      <dgm:spPr/>
    </dgm:pt>
    <dgm:pt modelId="{E553E2BF-1CEA-4D82-9EE8-083ABAC11095}" type="pres">
      <dgm:prSet presAssocID="{17385A39-50D8-42D2-80CB-484F948AB431}" presName="thickLine" presStyleLbl="alignNode1" presStyleIdx="2" presStyleCnt="4"/>
      <dgm:spPr/>
    </dgm:pt>
    <dgm:pt modelId="{92DE9F0D-02FB-4AF4-A152-BB2656725B46}" type="pres">
      <dgm:prSet presAssocID="{17385A39-50D8-42D2-80CB-484F948AB431}" presName="horz1" presStyleCnt="0"/>
      <dgm:spPr/>
    </dgm:pt>
    <dgm:pt modelId="{D189F841-74BB-4916-A9E6-7EC46E0E5E70}" type="pres">
      <dgm:prSet presAssocID="{17385A39-50D8-42D2-80CB-484F948AB431}" presName="tx1" presStyleLbl="revTx" presStyleIdx="2" presStyleCnt="4"/>
      <dgm:spPr/>
    </dgm:pt>
    <dgm:pt modelId="{93A723DA-1FB9-4CA8-9956-F04B434519A6}" type="pres">
      <dgm:prSet presAssocID="{17385A39-50D8-42D2-80CB-484F948AB431}" presName="vert1" presStyleCnt="0"/>
      <dgm:spPr/>
    </dgm:pt>
    <dgm:pt modelId="{D6A7D4C8-C45C-42D8-8F47-CEA6FA5E5C22}" type="pres">
      <dgm:prSet presAssocID="{4FE307AA-3D69-41B6-8C2E-24793E960C37}" presName="thickLine" presStyleLbl="alignNode1" presStyleIdx="3" presStyleCnt="4"/>
      <dgm:spPr/>
    </dgm:pt>
    <dgm:pt modelId="{0FDCAB6E-B1BB-4DEA-AAAA-BE8477D94944}" type="pres">
      <dgm:prSet presAssocID="{4FE307AA-3D69-41B6-8C2E-24793E960C37}" presName="horz1" presStyleCnt="0"/>
      <dgm:spPr/>
    </dgm:pt>
    <dgm:pt modelId="{72BED338-76B0-4BAF-BC22-AE09D566D367}" type="pres">
      <dgm:prSet presAssocID="{4FE307AA-3D69-41B6-8C2E-24793E960C37}" presName="tx1" presStyleLbl="revTx" presStyleIdx="3" presStyleCnt="4"/>
      <dgm:spPr/>
    </dgm:pt>
    <dgm:pt modelId="{FBD4D206-174D-45BA-8EE0-6D64D418DD65}" type="pres">
      <dgm:prSet presAssocID="{4FE307AA-3D69-41B6-8C2E-24793E960C37}" presName="vert1" presStyleCnt="0"/>
      <dgm:spPr/>
    </dgm:pt>
  </dgm:ptLst>
  <dgm:cxnLst>
    <dgm:cxn modelId="{772D2E1D-7757-4B37-8874-E945BE62F14C}" srcId="{21595017-DC31-475F-A55D-B298FEB184D1}" destId="{4FE307AA-3D69-41B6-8C2E-24793E960C37}" srcOrd="3" destOrd="0" parTransId="{508054E4-E161-4072-91E2-A9E985468122}" sibTransId="{80E91BFA-674D-4AC0-80EE-003AB7537A3E}"/>
    <dgm:cxn modelId="{D79D1D2D-1F23-4A9F-98F4-84A2FBE71272}" srcId="{21595017-DC31-475F-A55D-B298FEB184D1}" destId="{17385A39-50D8-42D2-80CB-484F948AB431}" srcOrd="2" destOrd="0" parTransId="{622FB9E7-224F-4718-A1E3-9D83FFE7B1A3}" sibTransId="{97783F21-585B-489F-A4D7-E08880745ED5}"/>
    <dgm:cxn modelId="{9110F45F-A1AF-4C37-9B8E-E99573F74714}" type="presOf" srcId="{21595017-DC31-475F-A55D-B298FEB184D1}" destId="{FC1E17A4-534F-4A13-A73C-F9225EAF134C}" srcOrd="0" destOrd="0" presId="urn:microsoft.com/office/officeart/2008/layout/LinedList"/>
    <dgm:cxn modelId="{63B56B60-3972-4770-B246-68D3FB6C8A29}" type="presOf" srcId="{17385A39-50D8-42D2-80CB-484F948AB431}" destId="{D189F841-74BB-4916-A9E6-7EC46E0E5E70}" srcOrd="0" destOrd="0" presId="urn:microsoft.com/office/officeart/2008/layout/LinedList"/>
    <dgm:cxn modelId="{B8C2948E-8DFF-4252-B648-BB832FC7969E}" type="presOf" srcId="{4FE307AA-3D69-41B6-8C2E-24793E960C37}" destId="{72BED338-76B0-4BAF-BC22-AE09D566D367}" srcOrd="0" destOrd="0" presId="urn:microsoft.com/office/officeart/2008/layout/LinedList"/>
    <dgm:cxn modelId="{CA1A28AC-96A2-41BB-8948-803B85798D78}" srcId="{21595017-DC31-475F-A55D-B298FEB184D1}" destId="{DD078BFB-100F-4EC9-9CC3-FD7A4CF527BE}" srcOrd="0" destOrd="0" parTransId="{3B7E9B54-4413-4E0D-AC16-ECD5C63155E7}" sibTransId="{9F1957A1-F5AF-4769-B387-4449C4494307}"/>
    <dgm:cxn modelId="{95D691EC-78DE-4EDE-A6F1-6EE3C63118D7}" type="presOf" srcId="{DD078BFB-100F-4EC9-9CC3-FD7A4CF527BE}" destId="{EFF0987D-1187-43F9-81D2-8414029D398F}" srcOrd="0" destOrd="0" presId="urn:microsoft.com/office/officeart/2008/layout/LinedList"/>
    <dgm:cxn modelId="{7BC1DAF0-3CD1-447D-BFE0-F7E54D5AD694}" type="presOf" srcId="{3678536B-000A-4D2A-87BE-6D080097DC4C}" destId="{DB32F83F-293A-4FC4-8B41-11EC988D598E}" srcOrd="0" destOrd="0" presId="urn:microsoft.com/office/officeart/2008/layout/LinedList"/>
    <dgm:cxn modelId="{3D829BFA-4955-41DC-974E-ACAEFD802C5A}" srcId="{21595017-DC31-475F-A55D-B298FEB184D1}" destId="{3678536B-000A-4D2A-87BE-6D080097DC4C}" srcOrd="1" destOrd="0" parTransId="{B34E5D95-C480-4FD8-AD1F-CD749DC58F66}" sibTransId="{A49D34B5-CFA3-4804-A727-A96285FB6C47}"/>
    <dgm:cxn modelId="{A07F21B1-043B-4228-ABD5-FBFB33215317}" type="presParOf" srcId="{FC1E17A4-534F-4A13-A73C-F9225EAF134C}" destId="{41AF9724-5129-4452-90FE-729676C9D438}" srcOrd="0" destOrd="0" presId="urn:microsoft.com/office/officeart/2008/layout/LinedList"/>
    <dgm:cxn modelId="{9EAB2351-C694-471E-B4DA-D690803AB9B4}" type="presParOf" srcId="{FC1E17A4-534F-4A13-A73C-F9225EAF134C}" destId="{D49D431E-49FD-48B5-8E9B-5A785641E9B3}" srcOrd="1" destOrd="0" presId="urn:microsoft.com/office/officeart/2008/layout/LinedList"/>
    <dgm:cxn modelId="{0A7CCE08-EDDE-4A3C-908B-5257159647B2}" type="presParOf" srcId="{D49D431E-49FD-48B5-8E9B-5A785641E9B3}" destId="{EFF0987D-1187-43F9-81D2-8414029D398F}" srcOrd="0" destOrd="0" presId="urn:microsoft.com/office/officeart/2008/layout/LinedList"/>
    <dgm:cxn modelId="{A1531EAF-44CD-448B-8698-64D4D96C3CC4}" type="presParOf" srcId="{D49D431E-49FD-48B5-8E9B-5A785641E9B3}" destId="{126D22BA-E361-4F5C-BC34-F7FFFED6924A}" srcOrd="1" destOrd="0" presId="urn:microsoft.com/office/officeart/2008/layout/LinedList"/>
    <dgm:cxn modelId="{AB9807BE-5219-4EB2-9041-0E1C8927A64D}" type="presParOf" srcId="{FC1E17A4-534F-4A13-A73C-F9225EAF134C}" destId="{064B1EE7-18E8-4392-BBE4-D619D836B04C}" srcOrd="2" destOrd="0" presId="urn:microsoft.com/office/officeart/2008/layout/LinedList"/>
    <dgm:cxn modelId="{A4276825-1820-4855-BBA7-E29BA540A65B}" type="presParOf" srcId="{FC1E17A4-534F-4A13-A73C-F9225EAF134C}" destId="{A66030D5-1F9D-454C-B1EC-70FBD62971A8}" srcOrd="3" destOrd="0" presId="urn:microsoft.com/office/officeart/2008/layout/LinedList"/>
    <dgm:cxn modelId="{CB59BDC6-C1C8-4444-AB28-1B33062940E3}" type="presParOf" srcId="{A66030D5-1F9D-454C-B1EC-70FBD62971A8}" destId="{DB32F83F-293A-4FC4-8B41-11EC988D598E}" srcOrd="0" destOrd="0" presId="urn:microsoft.com/office/officeart/2008/layout/LinedList"/>
    <dgm:cxn modelId="{073A90A4-CE08-4F3D-8F74-41C8E1A95773}" type="presParOf" srcId="{A66030D5-1F9D-454C-B1EC-70FBD62971A8}" destId="{964475D0-E87D-467D-8ABA-3C3BA8A628CD}" srcOrd="1" destOrd="0" presId="urn:microsoft.com/office/officeart/2008/layout/LinedList"/>
    <dgm:cxn modelId="{D9F3C37C-2A85-4474-B220-569DF3495B0F}" type="presParOf" srcId="{FC1E17A4-534F-4A13-A73C-F9225EAF134C}" destId="{E553E2BF-1CEA-4D82-9EE8-083ABAC11095}" srcOrd="4" destOrd="0" presId="urn:microsoft.com/office/officeart/2008/layout/LinedList"/>
    <dgm:cxn modelId="{0C572833-2351-4947-84B9-FDFF9B9C1391}" type="presParOf" srcId="{FC1E17A4-534F-4A13-A73C-F9225EAF134C}" destId="{92DE9F0D-02FB-4AF4-A152-BB2656725B46}" srcOrd="5" destOrd="0" presId="urn:microsoft.com/office/officeart/2008/layout/LinedList"/>
    <dgm:cxn modelId="{0107B9CF-68FA-4EEC-876B-4315D9415AB4}" type="presParOf" srcId="{92DE9F0D-02FB-4AF4-A152-BB2656725B46}" destId="{D189F841-74BB-4916-A9E6-7EC46E0E5E70}" srcOrd="0" destOrd="0" presId="urn:microsoft.com/office/officeart/2008/layout/LinedList"/>
    <dgm:cxn modelId="{5581533F-6A38-4A98-91D8-63F1CB090F8A}" type="presParOf" srcId="{92DE9F0D-02FB-4AF4-A152-BB2656725B46}" destId="{93A723DA-1FB9-4CA8-9956-F04B434519A6}" srcOrd="1" destOrd="0" presId="urn:microsoft.com/office/officeart/2008/layout/LinedList"/>
    <dgm:cxn modelId="{3BE1D2E4-0D33-4839-82FE-4106A6B1E3EA}" type="presParOf" srcId="{FC1E17A4-534F-4A13-A73C-F9225EAF134C}" destId="{D6A7D4C8-C45C-42D8-8F47-CEA6FA5E5C22}" srcOrd="6" destOrd="0" presId="urn:microsoft.com/office/officeart/2008/layout/LinedList"/>
    <dgm:cxn modelId="{B24A1D18-64F9-486D-986E-C5CE8B0443BB}" type="presParOf" srcId="{FC1E17A4-534F-4A13-A73C-F9225EAF134C}" destId="{0FDCAB6E-B1BB-4DEA-AAAA-BE8477D94944}" srcOrd="7" destOrd="0" presId="urn:microsoft.com/office/officeart/2008/layout/LinedList"/>
    <dgm:cxn modelId="{19B5704E-4932-4DFC-9D6B-A51FE98E3F9C}" type="presParOf" srcId="{0FDCAB6E-B1BB-4DEA-AAAA-BE8477D94944}" destId="{72BED338-76B0-4BAF-BC22-AE09D566D367}" srcOrd="0" destOrd="0" presId="urn:microsoft.com/office/officeart/2008/layout/LinedList"/>
    <dgm:cxn modelId="{DFCE8048-93D9-4AE5-BC42-9E3482D9AAA1}" type="presParOf" srcId="{0FDCAB6E-B1BB-4DEA-AAAA-BE8477D94944}" destId="{FBD4D206-174D-45BA-8EE0-6D64D418DD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F8D73-94E0-4F93-864E-F1D28D5309A5}">
      <dsp:nvSpPr>
        <dsp:cNvPr id="0" name=""/>
        <dsp:cNvSpPr/>
      </dsp:nvSpPr>
      <dsp:spPr>
        <a:xfrm>
          <a:off x="0" y="2102"/>
          <a:ext cx="5413601" cy="8680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Python is a high-level, interpreted programming language.</a:t>
          </a:r>
        </a:p>
      </dsp:txBody>
      <dsp:txXfrm>
        <a:off x="42377" y="44479"/>
        <a:ext cx="5328847" cy="783334"/>
      </dsp:txXfrm>
    </dsp:sp>
    <dsp:sp modelId="{B3FA4554-C1EF-4163-95DE-4C7B24558ED1}">
      <dsp:nvSpPr>
        <dsp:cNvPr id="0" name=""/>
        <dsp:cNvSpPr/>
      </dsp:nvSpPr>
      <dsp:spPr>
        <a:xfrm>
          <a:off x="0" y="883043"/>
          <a:ext cx="5413601" cy="8680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Created by Guido van Rossum in 1991.</a:t>
          </a:r>
        </a:p>
      </dsp:txBody>
      <dsp:txXfrm>
        <a:off x="42377" y="925420"/>
        <a:ext cx="5328847" cy="783334"/>
      </dsp:txXfrm>
    </dsp:sp>
    <dsp:sp modelId="{310849E5-30E6-4140-874A-E8F42E47FB1C}">
      <dsp:nvSpPr>
        <dsp:cNvPr id="0" name=""/>
        <dsp:cNvSpPr/>
      </dsp:nvSpPr>
      <dsp:spPr>
        <a:xfrm>
          <a:off x="0" y="1763984"/>
          <a:ext cx="5413601" cy="8680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Used for Analytics, Web development, Data science, AI, ML and Automation.</a:t>
          </a:r>
        </a:p>
      </dsp:txBody>
      <dsp:txXfrm>
        <a:off x="42377" y="1806361"/>
        <a:ext cx="5328847" cy="783334"/>
      </dsp:txXfrm>
    </dsp:sp>
    <dsp:sp modelId="{69CBAD2A-2899-4922-ADF5-D56CE18F9CB2}">
      <dsp:nvSpPr>
        <dsp:cNvPr id="0" name=""/>
        <dsp:cNvSpPr/>
      </dsp:nvSpPr>
      <dsp:spPr>
        <a:xfrm>
          <a:off x="0" y="2644926"/>
          <a:ext cx="5413601" cy="8680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Features: Easy to learn, open-source, portable, and has rich libraries.</a:t>
          </a:r>
        </a:p>
      </dsp:txBody>
      <dsp:txXfrm>
        <a:off x="42377" y="2687303"/>
        <a:ext cx="5328847" cy="783334"/>
      </dsp:txXfrm>
    </dsp:sp>
    <dsp:sp modelId="{705CC6FA-AFF7-4077-913A-882307A1D371}">
      <dsp:nvSpPr>
        <dsp:cNvPr id="0" name=""/>
        <dsp:cNvSpPr/>
      </dsp:nvSpPr>
      <dsp:spPr>
        <a:xfrm>
          <a:off x="0" y="3525867"/>
          <a:ext cx="5413601" cy="86808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Popular IDEs: IDLE, PyCharm, VS Code, </a:t>
          </a:r>
          <a:r>
            <a:rPr lang="en-US" sz="2400" kern="1200" dirty="0" err="1"/>
            <a:t>Jupyter</a:t>
          </a:r>
          <a:r>
            <a:rPr lang="en-US" sz="2400" kern="1200" dirty="0"/>
            <a:t> Notebook, Colab.</a:t>
          </a:r>
        </a:p>
      </dsp:txBody>
      <dsp:txXfrm>
        <a:off x="42377" y="3568244"/>
        <a:ext cx="5328847" cy="783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2D40F-173F-419A-A8B5-208A55684881}">
      <dsp:nvSpPr>
        <dsp:cNvPr id="0" name=""/>
        <dsp:cNvSpPr/>
      </dsp:nvSpPr>
      <dsp:spPr>
        <a:xfrm>
          <a:off x="1966348" y="2057400"/>
          <a:ext cx="511383" cy="164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691" y="0"/>
              </a:lnTo>
              <a:lnTo>
                <a:pt x="255691" y="1649212"/>
              </a:lnTo>
              <a:lnTo>
                <a:pt x="511383" y="1649212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696656-12DC-42F3-ADD2-7C0A39AE94F9}">
      <dsp:nvSpPr>
        <dsp:cNvPr id="0" name=""/>
        <dsp:cNvSpPr/>
      </dsp:nvSpPr>
      <dsp:spPr>
        <a:xfrm>
          <a:off x="1966348" y="2057400"/>
          <a:ext cx="511383" cy="5497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691" y="0"/>
              </a:lnTo>
              <a:lnTo>
                <a:pt x="255691" y="549737"/>
              </a:lnTo>
              <a:lnTo>
                <a:pt x="511383" y="549737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5DCB5-66C7-4421-9083-76C45F989B14}">
      <dsp:nvSpPr>
        <dsp:cNvPr id="0" name=""/>
        <dsp:cNvSpPr/>
      </dsp:nvSpPr>
      <dsp:spPr>
        <a:xfrm>
          <a:off x="1966348" y="1507662"/>
          <a:ext cx="511383" cy="549737"/>
        </a:xfrm>
        <a:custGeom>
          <a:avLst/>
          <a:gdLst/>
          <a:ahLst/>
          <a:cxnLst/>
          <a:rect l="0" t="0" r="0" b="0"/>
          <a:pathLst>
            <a:path>
              <a:moveTo>
                <a:pt x="0" y="549737"/>
              </a:moveTo>
              <a:lnTo>
                <a:pt x="255691" y="549737"/>
              </a:lnTo>
              <a:lnTo>
                <a:pt x="255691" y="0"/>
              </a:lnTo>
              <a:lnTo>
                <a:pt x="511383" y="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0154AD-0FD1-4CF1-BD7E-151A7874B866}">
      <dsp:nvSpPr>
        <dsp:cNvPr id="0" name=""/>
        <dsp:cNvSpPr/>
      </dsp:nvSpPr>
      <dsp:spPr>
        <a:xfrm>
          <a:off x="1966348" y="408187"/>
          <a:ext cx="511383" cy="1649212"/>
        </a:xfrm>
        <a:custGeom>
          <a:avLst/>
          <a:gdLst/>
          <a:ahLst/>
          <a:cxnLst/>
          <a:rect l="0" t="0" r="0" b="0"/>
          <a:pathLst>
            <a:path>
              <a:moveTo>
                <a:pt x="0" y="1649212"/>
              </a:moveTo>
              <a:lnTo>
                <a:pt x="255691" y="1649212"/>
              </a:lnTo>
              <a:lnTo>
                <a:pt x="255691" y="0"/>
              </a:lnTo>
              <a:lnTo>
                <a:pt x="511383" y="0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685B9C-3940-4E96-8FF5-BA37EA4908C9}">
      <dsp:nvSpPr>
        <dsp:cNvPr id="0" name=""/>
        <dsp:cNvSpPr/>
      </dsp:nvSpPr>
      <dsp:spPr>
        <a:xfrm>
          <a:off x="512" y="1667469"/>
          <a:ext cx="1965836" cy="7798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</a:t>
          </a:r>
        </a:p>
      </dsp:txBody>
      <dsp:txXfrm>
        <a:off x="512" y="1667469"/>
        <a:ext cx="1965836" cy="779860"/>
      </dsp:txXfrm>
    </dsp:sp>
    <dsp:sp modelId="{B2F61B0A-B06E-450C-ADEC-B60A5209FD27}">
      <dsp:nvSpPr>
        <dsp:cNvPr id="0" name=""/>
        <dsp:cNvSpPr/>
      </dsp:nvSpPr>
      <dsp:spPr>
        <a:xfrm>
          <a:off x="2477732" y="18256"/>
          <a:ext cx="2556919" cy="7798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= </a:t>
          </a:r>
          <a:r>
            <a:rPr lang="en-GB" sz="2600" kern="1200"/>
            <a:t>9</a:t>
          </a:r>
          <a:r>
            <a:rPr lang="en-US" sz="2600" kern="1200"/>
            <a:t>      # int</a:t>
          </a:r>
        </a:p>
      </dsp:txBody>
      <dsp:txXfrm>
        <a:off x="2477732" y="18256"/>
        <a:ext cx="2556919" cy="779860"/>
      </dsp:txXfrm>
    </dsp:sp>
    <dsp:sp modelId="{C354C449-E25B-4476-92B8-8164DB9D41BB}">
      <dsp:nvSpPr>
        <dsp:cNvPr id="0" name=""/>
        <dsp:cNvSpPr/>
      </dsp:nvSpPr>
      <dsp:spPr>
        <a:xfrm>
          <a:off x="2477732" y="1117732"/>
          <a:ext cx="2556919" cy="7798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 = 3.14   # float</a:t>
          </a:r>
        </a:p>
      </dsp:txBody>
      <dsp:txXfrm>
        <a:off x="2477732" y="1117732"/>
        <a:ext cx="2556919" cy="779860"/>
      </dsp:txXfrm>
    </dsp:sp>
    <dsp:sp modelId="{5D5C4353-DA4B-437B-B791-B84F3DE6788E}">
      <dsp:nvSpPr>
        <dsp:cNvPr id="0" name=""/>
        <dsp:cNvSpPr/>
      </dsp:nvSpPr>
      <dsp:spPr>
        <a:xfrm>
          <a:off x="2477732" y="2217207"/>
          <a:ext cx="2556919" cy="7798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name = </a:t>
          </a:r>
          <a:r>
            <a:rPr lang="en-GB" sz="2600" kern="1200"/>
            <a:t>'Siva</a:t>
          </a:r>
          <a:r>
            <a:rPr lang="en-US" sz="2600" kern="1200"/>
            <a:t>'  # string</a:t>
          </a:r>
        </a:p>
      </dsp:txBody>
      <dsp:txXfrm>
        <a:off x="2477732" y="2217207"/>
        <a:ext cx="2556919" cy="779860"/>
      </dsp:txXfrm>
    </dsp:sp>
    <dsp:sp modelId="{B9B37A3C-F206-48E0-BCD3-5C11B2F5851A}">
      <dsp:nvSpPr>
        <dsp:cNvPr id="0" name=""/>
        <dsp:cNvSpPr/>
      </dsp:nvSpPr>
      <dsp:spPr>
        <a:xfrm>
          <a:off x="2477732" y="3316682"/>
          <a:ext cx="2556919" cy="77986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err="1"/>
            <a:t>is_active</a:t>
          </a:r>
          <a:r>
            <a:rPr lang="en-US" sz="2600" kern="1200"/>
            <a:t> = True  # </a:t>
          </a:r>
          <a:r>
            <a:rPr lang="en-US" sz="2600" kern="1200" err="1"/>
            <a:t>boolean</a:t>
          </a:r>
          <a:endParaRPr lang="en-US" sz="2600" kern="1200"/>
        </a:p>
      </dsp:txBody>
      <dsp:txXfrm>
        <a:off x="2477732" y="3316682"/>
        <a:ext cx="2556919" cy="779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8A28E-BC2F-4845-9B81-B299850266B1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Arithmetic: +, -, *, /, //, %, **</a:t>
          </a:r>
        </a:p>
      </dsp:txBody>
      <dsp:txXfrm>
        <a:off x="50347" y="64858"/>
        <a:ext cx="8128906" cy="930660"/>
      </dsp:txXfrm>
    </dsp:sp>
    <dsp:sp modelId="{2D05D1AD-E412-4ACA-BDC8-FC768DB5E1EE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Comparison: ==, !=, &gt;, &lt;, &gt;=, &lt;=</a:t>
          </a:r>
        </a:p>
      </dsp:txBody>
      <dsp:txXfrm>
        <a:off x="50347" y="1220053"/>
        <a:ext cx="8128906" cy="930660"/>
      </dsp:txXfrm>
    </dsp:sp>
    <dsp:sp modelId="{7ADD67E8-2664-4729-A984-A25E08D3436B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Logical: and, or, not</a:t>
          </a:r>
        </a:p>
      </dsp:txBody>
      <dsp:txXfrm>
        <a:off x="50347" y="2375248"/>
        <a:ext cx="8128906" cy="930660"/>
      </dsp:txXfrm>
    </dsp:sp>
    <dsp:sp modelId="{BC3156EF-3CAF-4DEB-912D-9E98406CFF0B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Assignment: =, +=, -=, *=, /=</a:t>
          </a:r>
        </a:p>
      </dsp:txBody>
      <dsp:txXfrm>
        <a:off x="50347" y="3530443"/>
        <a:ext cx="8128906" cy="930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3AFBD-E330-4DE1-A680-8E3DAA433220}">
      <dsp:nvSpPr>
        <dsp:cNvPr id="0" name=""/>
        <dsp:cNvSpPr/>
      </dsp:nvSpPr>
      <dsp:spPr>
        <a:xfrm>
          <a:off x="1415" y="262808"/>
          <a:ext cx="2074702" cy="103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Used to make decisions in programs.</a:t>
          </a:r>
        </a:p>
      </dsp:txBody>
      <dsp:txXfrm>
        <a:off x="31798" y="293191"/>
        <a:ext cx="2013936" cy="976585"/>
      </dsp:txXfrm>
    </dsp:sp>
    <dsp:sp modelId="{61E5876E-C09E-467B-BC31-7F84D124E290}">
      <dsp:nvSpPr>
        <dsp:cNvPr id="0" name=""/>
        <dsp:cNvSpPr/>
      </dsp:nvSpPr>
      <dsp:spPr>
        <a:xfrm>
          <a:off x="1415" y="1455762"/>
          <a:ext cx="2074702" cy="103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Syntax Example:</a:t>
          </a:r>
        </a:p>
      </dsp:txBody>
      <dsp:txXfrm>
        <a:off x="31798" y="1486145"/>
        <a:ext cx="2013936" cy="976585"/>
      </dsp:txXfrm>
    </dsp:sp>
    <dsp:sp modelId="{2DF633E2-025E-4055-AF42-AED6EA068B8E}">
      <dsp:nvSpPr>
        <dsp:cNvPr id="0" name=""/>
        <dsp:cNvSpPr/>
      </dsp:nvSpPr>
      <dsp:spPr>
        <a:xfrm rot="18289469">
          <a:off x="1764449" y="1354318"/>
          <a:ext cx="1453217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1453217" y="2364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54727" y="1341630"/>
        <a:ext cx="72660" cy="72660"/>
      </dsp:txXfrm>
    </dsp:sp>
    <dsp:sp modelId="{43E14769-BD48-41B9-A20C-95F35C88D588}">
      <dsp:nvSpPr>
        <dsp:cNvPr id="0" name=""/>
        <dsp:cNvSpPr/>
      </dsp:nvSpPr>
      <dsp:spPr>
        <a:xfrm>
          <a:off x="2905998" y="262808"/>
          <a:ext cx="2074702" cy="103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if condition:</a:t>
          </a:r>
        </a:p>
      </dsp:txBody>
      <dsp:txXfrm>
        <a:off x="2936381" y="293191"/>
        <a:ext cx="2013936" cy="976585"/>
      </dsp:txXfrm>
    </dsp:sp>
    <dsp:sp modelId="{FCDE895A-6A6C-489E-A844-C98DED4F41CC}">
      <dsp:nvSpPr>
        <dsp:cNvPr id="0" name=""/>
        <dsp:cNvSpPr/>
      </dsp:nvSpPr>
      <dsp:spPr>
        <a:xfrm>
          <a:off x="4980701" y="757841"/>
          <a:ext cx="829880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829880" y="2364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94" y="760737"/>
        <a:ext cx="41494" cy="41494"/>
      </dsp:txXfrm>
    </dsp:sp>
    <dsp:sp modelId="{F4C67EDD-8F60-48CE-A5B5-B67699A3059D}">
      <dsp:nvSpPr>
        <dsp:cNvPr id="0" name=""/>
        <dsp:cNvSpPr/>
      </dsp:nvSpPr>
      <dsp:spPr>
        <a:xfrm>
          <a:off x="5810582" y="262808"/>
          <a:ext cx="2074702" cy="103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# code block</a:t>
          </a:r>
        </a:p>
      </dsp:txBody>
      <dsp:txXfrm>
        <a:off x="5840965" y="293191"/>
        <a:ext cx="2013936" cy="976585"/>
      </dsp:txXfrm>
    </dsp:sp>
    <dsp:sp modelId="{F0E2EA89-28B3-47E3-9D41-13B06CE0A5A2}">
      <dsp:nvSpPr>
        <dsp:cNvPr id="0" name=""/>
        <dsp:cNvSpPr/>
      </dsp:nvSpPr>
      <dsp:spPr>
        <a:xfrm>
          <a:off x="2076117" y="1950795"/>
          <a:ext cx="829880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829880" y="2364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311" y="1953690"/>
        <a:ext cx="41494" cy="41494"/>
      </dsp:txXfrm>
    </dsp:sp>
    <dsp:sp modelId="{E731A8EF-FFA5-4D62-9447-1DBD628D329F}">
      <dsp:nvSpPr>
        <dsp:cNvPr id="0" name=""/>
        <dsp:cNvSpPr/>
      </dsp:nvSpPr>
      <dsp:spPr>
        <a:xfrm>
          <a:off x="2905998" y="1455762"/>
          <a:ext cx="2074702" cy="103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elif</a:t>
          </a:r>
          <a:r>
            <a:rPr lang="en-US" sz="1900" kern="1200" dirty="0"/>
            <a:t> </a:t>
          </a:r>
          <a:r>
            <a:rPr lang="en-US" sz="1900" kern="1200" dirty="0" err="1"/>
            <a:t>another_condition</a:t>
          </a:r>
          <a:r>
            <a:rPr lang="en-US" sz="1900" kern="1200" dirty="0"/>
            <a:t>:</a:t>
          </a:r>
        </a:p>
      </dsp:txBody>
      <dsp:txXfrm>
        <a:off x="2936381" y="1486145"/>
        <a:ext cx="2013936" cy="976585"/>
      </dsp:txXfrm>
    </dsp:sp>
    <dsp:sp modelId="{A5814FF1-DA52-4233-8D1A-405EA8AB050D}">
      <dsp:nvSpPr>
        <dsp:cNvPr id="0" name=""/>
        <dsp:cNvSpPr/>
      </dsp:nvSpPr>
      <dsp:spPr>
        <a:xfrm>
          <a:off x="4980701" y="1950795"/>
          <a:ext cx="829880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829880" y="2364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94" y="1953690"/>
        <a:ext cx="41494" cy="41494"/>
      </dsp:txXfrm>
    </dsp:sp>
    <dsp:sp modelId="{2E97FABB-893C-4E89-9851-7F1480B59C64}">
      <dsp:nvSpPr>
        <dsp:cNvPr id="0" name=""/>
        <dsp:cNvSpPr/>
      </dsp:nvSpPr>
      <dsp:spPr>
        <a:xfrm>
          <a:off x="5810582" y="1455762"/>
          <a:ext cx="2074702" cy="103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# another block</a:t>
          </a:r>
        </a:p>
      </dsp:txBody>
      <dsp:txXfrm>
        <a:off x="5840965" y="1486145"/>
        <a:ext cx="2013936" cy="976585"/>
      </dsp:txXfrm>
    </dsp:sp>
    <dsp:sp modelId="{211AC8FE-7D94-4C18-9DB3-595CB9A790B2}">
      <dsp:nvSpPr>
        <dsp:cNvPr id="0" name=""/>
        <dsp:cNvSpPr/>
      </dsp:nvSpPr>
      <dsp:spPr>
        <a:xfrm rot="3310531">
          <a:off x="1764449" y="2547272"/>
          <a:ext cx="1453217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1453217" y="2364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54727" y="2534584"/>
        <a:ext cx="72660" cy="72660"/>
      </dsp:txXfrm>
    </dsp:sp>
    <dsp:sp modelId="{0D4FC0F9-BCDC-4E55-A122-8A7B6BB39D60}">
      <dsp:nvSpPr>
        <dsp:cNvPr id="0" name=""/>
        <dsp:cNvSpPr/>
      </dsp:nvSpPr>
      <dsp:spPr>
        <a:xfrm>
          <a:off x="2905998" y="2648716"/>
          <a:ext cx="2074702" cy="103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else:</a:t>
          </a:r>
        </a:p>
      </dsp:txBody>
      <dsp:txXfrm>
        <a:off x="2936381" y="2679099"/>
        <a:ext cx="2013936" cy="976585"/>
      </dsp:txXfrm>
    </dsp:sp>
    <dsp:sp modelId="{5948C98B-B4A7-48B8-9CD9-9FFD5394C97A}">
      <dsp:nvSpPr>
        <dsp:cNvPr id="0" name=""/>
        <dsp:cNvSpPr/>
      </dsp:nvSpPr>
      <dsp:spPr>
        <a:xfrm>
          <a:off x="4980701" y="3143749"/>
          <a:ext cx="829880" cy="47285"/>
        </a:xfrm>
        <a:custGeom>
          <a:avLst/>
          <a:gdLst/>
          <a:ahLst/>
          <a:cxnLst/>
          <a:rect l="0" t="0" r="0" b="0"/>
          <a:pathLst>
            <a:path>
              <a:moveTo>
                <a:pt x="0" y="23642"/>
              </a:moveTo>
              <a:lnTo>
                <a:pt x="829880" y="2364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94" y="3146644"/>
        <a:ext cx="41494" cy="41494"/>
      </dsp:txXfrm>
    </dsp:sp>
    <dsp:sp modelId="{AC2485AC-DAFE-48BD-9957-8C844938393D}">
      <dsp:nvSpPr>
        <dsp:cNvPr id="0" name=""/>
        <dsp:cNvSpPr/>
      </dsp:nvSpPr>
      <dsp:spPr>
        <a:xfrm>
          <a:off x="5810582" y="2648716"/>
          <a:ext cx="2074702" cy="103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# default block</a:t>
          </a:r>
        </a:p>
      </dsp:txBody>
      <dsp:txXfrm>
        <a:off x="5840965" y="2679099"/>
        <a:ext cx="2013936" cy="9765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A7787-AAFB-41A9-B043-DEA1E8A19BB1}">
      <dsp:nvSpPr>
        <dsp:cNvPr id="0" name=""/>
        <dsp:cNvSpPr/>
      </dsp:nvSpPr>
      <dsp:spPr>
        <a:xfrm>
          <a:off x="0" y="17500"/>
          <a:ext cx="7886700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For Loop – used to iterate over a sequence.</a:t>
          </a:r>
        </a:p>
      </dsp:txBody>
      <dsp:txXfrm>
        <a:off x="29271" y="46771"/>
        <a:ext cx="7828158" cy="541083"/>
      </dsp:txXfrm>
    </dsp:sp>
    <dsp:sp modelId="{05A4E628-163F-4940-B15F-8F909BA1DF32}">
      <dsp:nvSpPr>
        <dsp:cNvPr id="0" name=""/>
        <dsp:cNvSpPr/>
      </dsp:nvSpPr>
      <dsp:spPr>
        <a:xfrm>
          <a:off x="0" y="689125"/>
          <a:ext cx="7886700" cy="59962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</a:t>
          </a:r>
        </a:p>
      </dsp:txBody>
      <dsp:txXfrm>
        <a:off x="29271" y="718396"/>
        <a:ext cx="7828158" cy="541083"/>
      </dsp:txXfrm>
    </dsp:sp>
    <dsp:sp modelId="{6AC49034-BEE2-41A6-9961-C441AD4381B6}">
      <dsp:nvSpPr>
        <dsp:cNvPr id="0" name=""/>
        <dsp:cNvSpPr/>
      </dsp:nvSpPr>
      <dsp:spPr>
        <a:xfrm>
          <a:off x="0" y="1288750"/>
          <a:ext cx="7886700" cy="685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for </a:t>
          </a:r>
          <a:r>
            <a:rPr lang="en-US" sz="2000" kern="1200" dirty="0" err="1"/>
            <a:t>i</a:t>
          </a:r>
          <a:r>
            <a:rPr lang="en-US" sz="2000" kern="1200" dirty="0"/>
            <a:t> in range(5):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print(</a:t>
          </a:r>
          <a:r>
            <a:rPr lang="en-US" sz="2000" kern="1200" dirty="0" err="1"/>
            <a:t>i</a:t>
          </a:r>
          <a:r>
            <a:rPr lang="en-US" sz="2000" kern="1200" dirty="0"/>
            <a:t>)</a:t>
          </a:r>
        </a:p>
      </dsp:txBody>
      <dsp:txXfrm>
        <a:off x="0" y="1288750"/>
        <a:ext cx="7886700" cy="685687"/>
      </dsp:txXfrm>
    </dsp:sp>
    <dsp:sp modelId="{F1D2AD15-CB02-446E-9A61-BEFE60089AA4}">
      <dsp:nvSpPr>
        <dsp:cNvPr id="0" name=""/>
        <dsp:cNvSpPr/>
      </dsp:nvSpPr>
      <dsp:spPr>
        <a:xfrm>
          <a:off x="0" y="1974438"/>
          <a:ext cx="7886700" cy="59962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While Loop – repeats while condition is true.</a:t>
          </a:r>
        </a:p>
      </dsp:txBody>
      <dsp:txXfrm>
        <a:off x="29271" y="2003709"/>
        <a:ext cx="7828158" cy="541083"/>
      </dsp:txXfrm>
    </dsp:sp>
    <dsp:sp modelId="{A9E05624-D381-4862-BA0A-EC384D5FB645}">
      <dsp:nvSpPr>
        <dsp:cNvPr id="0" name=""/>
        <dsp:cNvSpPr/>
      </dsp:nvSpPr>
      <dsp:spPr>
        <a:xfrm>
          <a:off x="0" y="2646063"/>
          <a:ext cx="7886700" cy="5996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</a:t>
          </a:r>
        </a:p>
      </dsp:txBody>
      <dsp:txXfrm>
        <a:off x="29271" y="2675334"/>
        <a:ext cx="7828158" cy="541083"/>
      </dsp:txXfrm>
    </dsp:sp>
    <dsp:sp modelId="{B746539A-9B67-4E8E-B0FA-BD75D84D7F5B}">
      <dsp:nvSpPr>
        <dsp:cNvPr id="0" name=""/>
        <dsp:cNvSpPr/>
      </dsp:nvSpPr>
      <dsp:spPr>
        <a:xfrm>
          <a:off x="0" y="3245688"/>
          <a:ext cx="7886700" cy="685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while count &lt; 5: 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count += 1</a:t>
          </a:r>
        </a:p>
      </dsp:txBody>
      <dsp:txXfrm>
        <a:off x="0" y="3245688"/>
        <a:ext cx="7886700" cy="6856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0F9F9-F20D-4535-9AEA-C9F8C97121B3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List: Ordered and mutable collection.</a:t>
          </a:r>
        </a:p>
      </dsp:txBody>
      <dsp:txXfrm>
        <a:off x="757092" y="1992"/>
        <a:ext cx="3034531" cy="1820718"/>
      </dsp:txXfrm>
    </dsp:sp>
    <dsp:sp modelId="{C04DE78D-60DE-4050-AEF3-DFC7AC13266D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Example: fruits = ['apple', 'banana', 'cherry']</a:t>
          </a:r>
        </a:p>
      </dsp:txBody>
      <dsp:txXfrm>
        <a:off x="4095076" y="1992"/>
        <a:ext cx="3034531" cy="1820718"/>
      </dsp:txXfrm>
    </dsp:sp>
    <dsp:sp modelId="{187E51BB-B6F2-4DFA-BFF4-896D7DE90DF7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Tuple: Ordered and immutable collection.</a:t>
          </a:r>
        </a:p>
      </dsp:txBody>
      <dsp:txXfrm>
        <a:off x="757092" y="2126164"/>
        <a:ext cx="3034531" cy="1820718"/>
      </dsp:txXfrm>
    </dsp:sp>
    <dsp:sp modelId="{442DFC30-F80F-4B64-8AED-146853A28D0C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Example: point = (3, 4, 5)</a:t>
          </a:r>
        </a:p>
      </dsp:txBody>
      <dsp:txXfrm>
        <a:off x="4095076" y="2126164"/>
        <a:ext cx="3034531" cy="18207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73025-5B5B-4F79-AC9C-73A3C4D839EB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Set: Unordered, unique elements.</a:t>
          </a:r>
        </a:p>
      </dsp:txBody>
      <dsp:txXfrm>
        <a:off x="757092" y="1992"/>
        <a:ext cx="3034531" cy="1820718"/>
      </dsp:txXfrm>
    </dsp:sp>
    <dsp:sp modelId="{68B4DB91-0AFE-4A09-8CE0-7F8D1C5C58DF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Example: s = {1, 2, 3, 4}</a:t>
          </a:r>
        </a:p>
      </dsp:txBody>
      <dsp:txXfrm>
        <a:off x="4095076" y="1992"/>
        <a:ext cx="3034531" cy="1820718"/>
      </dsp:txXfrm>
    </dsp:sp>
    <dsp:sp modelId="{CA3637AE-3780-40BC-9483-E3513004BB1D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Dictionary: Key-value pairs.</a:t>
          </a:r>
        </a:p>
      </dsp:txBody>
      <dsp:txXfrm>
        <a:off x="757092" y="2126164"/>
        <a:ext cx="3034531" cy="1820718"/>
      </dsp:txXfrm>
    </dsp:sp>
    <dsp:sp modelId="{06DA4D5E-15C0-489C-9FE4-FB062DE24DDA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Example: student = {'name': 'Alice', 'age': 20}</a:t>
          </a:r>
        </a:p>
      </dsp:txBody>
      <dsp:txXfrm>
        <a:off x="4095076" y="2126164"/>
        <a:ext cx="3034531" cy="18207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7961F-3633-41FC-A2F8-9899BF78AA69}">
      <dsp:nvSpPr>
        <dsp:cNvPr id="0" name=""/>
        <dsp:cNvSpPr/>
      </dsp:nvSpPr>
      <dsp:spPr>
        <a:xfrm>
          <a:off x="2546" y="0"/>
          <a:ext cx="3908210" cy="3262668"/>
        </a:xfrm>
        <a:prstGeom prst="homePlate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920" tIns="81280" rIns="799681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 block of reusable code defined with def keyword.</a:t>
          </a:r>
        </a:p>
      </dsp:txBody>
      <dsp:txXfrm>
        <a:off x="2546" y="0"/>
        <a:ext cx="3500377" cy="3262668"/>
      </dsp:txXfrm>
    </dsp:sp>
    <dsp:sp modelId="{DCB551C2-3F8F-4EE6-B069-79D38745B907}">
      <dsp:nvSpPr>
        <dsp:cNvPr id="0" name=""/>
        <dsp:cNvSpPr/>
      </dsp:nvSpPr>
      <dsp:spPr>
        <a:xfrm>
          <a:off x="2777350" y="0"/>
          <a:ext cx="5667029" cy="3262668"/>
        </a:xfrm>
        <a:prstGeom prst="chevron">
          <a:avLst>
            <a:gd name="adj" fmla="val 25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920" tIns="91440" rIns="199920" bIns="9144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Syntax: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dirty="0"/>
            <a:t>def greet(name):</a:t>
          </a:r>
        </a:p>
        <a:p>
          <a:pPr marL="571500" lvl="2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dirty="0"/>
            <a:t>print('Hello,', name)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200" kern="1200" dirty="0"/>
            <a:t>greet('Alice')</a:t>
          </a:r>
        </a:p>
      </dsp:txBody>
      <dsp:txXfrm>
        <a:off x="3593017" y="0"/>
        <a:ext cx="4035695" cy="32626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9B522-167F-46EE-A9AD-B22FBA2726DC}">
      <dsp:nvSpPr>
        <dsp:cNvPr id="0" name=""/>
        <dsp:cNvSpPr/>
      </dsp:nvSpPr>
      <dsp:spPr>
        <a:xfrm>
          <a:off x="0" y="79527"/>
          <a:ext cx="5051582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 file using </a:t>
          </a:r>
          <a:r>
            <a:rPr lang="en-US" sz="2600" b="1" kern="1200"/>
            <a:t>open() </a:t>
          </a:r>
          <a:r>
            <a:rPr lang="en-US" sz="2600" kern="1200"/>
            <a:t>function.</a:t>
          </a:r>
        </a:p>
      </dsp:txBody>
      <dsp:txXfrm>
        <a:off x="50420" y="129947"/>
        <a:ext cx="4950742" cy="932014"/>
      </dsp:txXfrm>
    </dsp:sp>
    <dsp:sp modelId="{40A69855-8DD2-4CF2-B74D-F775B3C473EC}">
      <dsp:nvSpPr>
        <dsp:cNvPr id="0" name=""/>
        <dsp:cNvSpPr/>
      </dsp:nvSpPr>
      <dsp:spPr>
        <a:xfrm>
          <a:off x="0" y="1187261"/>
          <a:ext cx="5051582" cy="103285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Read/Write using </a:t>
          </a:r>
          <a:r>
            <a:rPr lang="en-US" sz="2600" b="1" kern="1200"/>
            <a:t>read() </a:t>
          </a:r>
          <a:r>
            <a:rPr lang="en-US" sz="2600" kern="1200"/>
            <a:t>or </a:t>
          </a:r>
          <a:r>
            <a:rPr lang="en-US" sz="2600" b="1" kern="1200"/>
            <a:t>write() </a:t>
          </a:r>
          <a:r>
            <a:rPr lang="en-US" sz="2600" kern="1200"/>
            <a:t>methods.</a:t>
          </a:r>
        </a:p>
      </dsp:txBody>
      <dsp:txXfrm>
        <a:off x="50420" y="1237681"/>
        <a:ext cx="4950742" cy="932014"/>
      </dsp:txXfrm>
    </dsp:sp>
    <dsp:sp modelId="{2502BF64-DCB5-4D1B-B2D7-6847499C5F2D}">
      <dsp:nvSpPr>
        <dsp:cNvPr id="0" name=""/>
        <dsp:cNvSpPr/>
      </dsp:nvSpPr>
      <dsp:spPr>
        <a:xfrm>
          <a:off x="0" y="2294996"/>
          <a:ext cx="5051582" cy="103285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Always close file after operations.</a:t>
          </a:r>
        </a:p>
      </dsp:txBody>
      <dsp:txXfrm>
        <a:off x="50420" y="2345416"/>
        <a:ext cx="4950742" cy="932014"/>
      </dsp:txXfrm>
    </dsp:sp>
    <dsp:sp modelId="{465C552E-D2CC-4F99-AB7D-317627F4ECCA}">
      <dsp:nvSpPr>
        <dsp:cNvPr id="0" name=""/>
        <dsp:cNvSpPr/>
      </dsp:nvSpPr>
      <dsp:spPr>
        <a:xfrm>
          <a:off x="0" y="3402730"/>
          <a:ext cx="5051582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</a:t>
          </a:r>
        </a:p>
      </dsp:txBody>
      <dsp:txXfrm>
        <a:off x="50420" y="3453150"/>
        <a:ext cx="4950742" cy="932014"/>
      </dsp:txXfrm>
    </dsp:sp>
    <dsp:sp modelId="{BA33EFCB-F363-44E0-B37D-4D88CB925965}">
      <dsp:nvSpPr>
        <dsp:cNvPr id="0" name=""/>
        <dsp:cNvSpPr/>
      </dsp:nvSpPr>
      <dsp:spPr>
        <a:xfrm>
          <a:off x="0" y="4435584"/>
          <a:ext cx="505158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8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/>
            <a:t>file = open('data.txt', 'w')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 err="1"/>
            <a:t>file.write</a:t>
          </a:r>
          <a:r>
            <a:rPr lang="en-US" sz="2000" kern="1200" dirty="0"/>
            <a:t>('Hello World')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 err="1"/>
            <a:t>file.close</a:t>
          </a:r>
          <a:r>
            <a:rPr lang="en-US" sz="2000" kern="1200" dirty="0"/>
            <a:t>()</a:t>
          </a:r>
        </a:p>
      </dsp:txBody>
      <dsp:txXfrm>
        <a:off x="0" y="4435584"/>
        <a:ext cx="5051582" cy="10494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CD62E-0659-458F-8010-3513F65739AA}">
      <dsp:nvSpPr>
        <dsp:cNvPr id="0" name=""/>
        <dsp:cNvSpPr/>
      </dsp:nvSpPr>
      <dsp:spPr>
        <a:xfrm>
          <a:off x="2851704" y="1798982"/>
          <a:ext cx="62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56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48133" y="1841421"/>
        <a:ext cx="32813" cy="6562"/>
      </dsp:txXfrm>
    </dsp:sp>
    <dsp:sp modelId="{993DED1F-211E-465D-86BC-D1E274C58340}">
      <dsp:nvSpPr>
        <dsp:cNvPr id="0" name=""/>
        <dsp:cNvSpPr/>
      </dsp:nvSpPr>
      <dsp:spPr>
        <a:xfrm>
          <a:off x="157" y="988698"/>
          <a:ext cx="2853347" cy="1712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816" tIns="146762" rIns="139816" bIns="14676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Used to handle runtime errors gracefully.</a:t>
          </a:r>
          <a:endParaRPr lang="en-US" sz="2100" kern="1200"/>
        </a:p>
      </dsp:txBody>
      <dsp:txXfrm>
        <a:off x="157" y="988698"/>
        <a:ext cx="2853347" cy="1712008"/>
      </dsp:txXfrm>
    </dsp:sp>
    <dsp:sp modelId="{AAC06910-7457-4510-B172-F8E6A6FE1768}">
      <dsp:nvSpPr>
        <dsp:cNvPr id="0" name=""/>
        <dsp:cNvSpPr/>
      </dsp:nvSpPr>
      <dsp:spPr>
        <a:xfrm>
          <a:off x="3509774" y="512888"/>
          <a:ext cx="4685938" cy="26636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816" tIns="146762" rIns="139816" bIns="14676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>
              <a:solidFill>
                <a:schemeClr val="tx1"/>
              </a:solidFill>
            </a:rPr>
            <a:t>Syntax: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GB" sz="2100" kern="1200" dirty="0"/>
            <a:t>Try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GB" sz="2100" kern="1200" dirty="0"/>
            <a:t>	# code that might cause error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GB" sz="2100" kern="1200" dirty="0"/>
            <a:t>except Exception as e: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GB" sz="2100" kern="1200" dirty="0"/>
            <a:t>	print('Error:', e)</a:t>
          </a:r>
          <a:endParaRPr lang="en-US" sz="2100" kern="1200" dirty="0"/>
        </a:p>
      </dsp:txBody>
      <dsp:txXfrm>
        <a:off x="3509774" y="512888"/>
        <a:ext cx="4685938" cy="26636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F9724-5129-4452-90FE-729676C9D438}">
      <dsp:nvSpPr>
        <dsp:cNvPr id="0" name=""/>
        <dsp:cNvSpPr/>
      </dsp:nvSpPr>
      <dsp:spPr>
        <a:xfrm>
          <a:off x="0" y="0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0987D-1187-43F9-81D2-8414029D398F}">
      <dsp:nvSpPr>
        <dsp:cNvPr id="0" name=""/>
        <dsp:cNvSpPr/>
      </dsp:nvSpPr>
      <dsp:spPr>
        <a:xfrm>
          <a:off x="0" y="0"/>
          <a:ext cx="469773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Python is beginner-friendly and powerful.</a:t>
          </a:r>
        </a:p>
      </dsp:txBody>
      <dsp:txXfrm>
        <a:off x="0" y="0"/>
        <a:ext cx="4697730" cy="1376171"/>
      </dsp:txXfrm>
    </dsp:sp>
    <dsp:sp modelId="{064B1EE7-18E8-4392-BBE4-D619D836B04C}">
      <dsp:nvSpPr>
        <dsp:cNvPr id="0" name=""/>
        <dsp:cNvSpPr/>
      </dsp:nvSpPr>
      <dsp:spPr>
        <a:xfrm>
          <a:off x="0" y="1376171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2F83F-293A-4FC4-8B41-11EC988D598E}">
      <dsp:nvSpPr>
        <dsp:cNvPr id="0" name=""/>
        <dsp:cNvSpPr/>
      </dsp:nvSpPr>
      <dsp:spPr>
        <a:xfrm>
          <a:off x="0" y="1376171"/>
          <a:ext cx="469773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You learned about syntax, data types, control flow, and functions.</a:t>
          </a:r>
        </a:p>
      </dsp:txBody>
      <dsp:txXfrm>
        <a:off x="0" y="1376171"/>
        <a:ext cx="4697730" cy="1376171"/>
      </dsp:txXfrm>
    </dsp:sp>
    <dsp:sp modelId="{E553E2BF-1CEA-4D82-9EE8-083ABAC11095}">
      <dsp:nvSpPr>
        <dsp:cNvPr id="0" name=""/>
        <dsp:cNvSpPr/>
      </dsp:nvSpPr>
      <dsp:spPr>
        <a:xfrm>
          <a:off x="0" y="2752343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9F841-74BB-4916-A9E6-7EC46E0E5E70}">
      <dsp:nvSpPr>
        <dsp:cNvPr id="0" name=""/>
        <dsp:cNvSpPr/>
      </dsp:nvSpPr>
      <dsp:spPr>
        <a:xfrm>
          <a:off x="0" y="2752343"/>
          <a:ext cx="469773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Next Steps: Learn modules, OOP, and libraries like NumPy or Pandas.</a:t>
          </a:r>
        </a:p>
      </dsp:txBody>
      <dsp:txXfrm>
        <a:off x="0" y="2752343"/>
        <a:ext cx="4697730" cy="1376171"/>
      </dsp:txXfrm>
    </dsp:sp>
    <dsp:sp modelId="{D6A7D4C8-C45C-42D8-8F47-CEA6FA5E5C22}">
      <dsp:nvSpPr>
        <dsp:cNvPr id="0" name=""/>
        <dsp:cNvSpPr/>
      </dsp:nvSpPr>
      <dsp:spPr>
        <a:xfrm>
          <a:off x="0" y="4128515"/>
          <a:ext cx="469773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ED338-76B0-4BAF-BC22-AE09D566D367}">
      <dsp:nvSpPr>
        <dsp:cNvPr id="0" name=""/>
        <dsp:cNvSpPr/>
      </dsp:nvSpPr>
      <dsp:spPr>
        <a:xfrm>
          <a:off x="0" y="4128515"/>
          <a:ext cx="4697730" cy="137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Practice is key to mastering programming!</a:t>
          </a:r>
        </a:p>
      </dsp:txBody>
      <dsp:txXfrm>
        <a:off x="0" y="4128515"/>
        <a:ext cx="4697730" cy="137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664CB-A2C6-44E9-AAA7-86C1596D1E52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1095E-E606-4164-8402-F32B450139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32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383528"/>
            <a:ext cx="4444491" cy="3167510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5900"/>
              <a:t>Python Programming Basics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5E5AD635-15F2-9E5B-B84E-3213DEA8433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9721" y="2471017"/>
            <a:ext cx="1966329" cy="19663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005" y="200216"/>
            <a:ext cx="5295411" cy="1081187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Introduction to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A21CD-F345-4911-673D-021A97245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"/>
          <a:stretch>
            <a:fillRect/>
          </a:stretch>
        </p:blipFill>
        <p:spPr bwMode="auto">
          <a:xfrm>
            <a:off x="6327267" y="2033492"/>
            <a:ext cx="2443509" cy="366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3CCEA8-0616-7D46-2A77-0D437E72B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642578"/>
              </p:ext>
            </p:extLst>
          </p:nvPr>
        </p:nvGraphicFramePr>
        <p:xfrm>
          <a:off x="526888" y="1687501"/>
          <a:ext cx="5413601" cy="4396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AE83D-3A5B-262A-D7E3-7E39E0E8515A}"/>
              </a:ext>
            </a:extLst>
          </p:cNvPr>
          <p:cNvSpPr txBox="1">
            <a:spLocks/>
          </p:cNvSpPr>
          <p:nvPr/>
        </p:nvSpPr>
        <p:spPr>
          <a:xfrm>
            <a:off x="7772400" y="6400800"/>
            <a:ext cx="1371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C57776-9C6E-472F-ABC5-357E0B4FEDC1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C6F247-BB27-93E6-1F06-6DF8F7B1227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52400"/>
            <a:ext cx="8853488" cy="6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Difference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CF8BC4-64BF-AA0A-0FFF-52577D8CFEAC}"/>
              </a:ext>
            </a:extLst>
          </p:cNvPr>
          <p:cNvSpPr txBox="1">
            <a:spLocks noChangeArrowheads="1"/>
          </p:cNvSpPr>
          <p:nvPr/>
        </p:nvSpPr>
        <p:spPr>
          <a:xfrm>
            <a:off x="23813" y="990600"/>
            <a:ext cx="9144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Many languages require you to </a:t>
            </a:r>
            <a:r>
              <a:rPr lang="en-US" altLang="en-US" sz="2400" i="1" dirty="0"/>
              <a:t>compile </a:t>
            </a:r>
            <a:r>
              <a:rPr lang="en-US" altLang="en-US" sz="2400" dirty="0"/>
              <a:t>(translate) your program into a form that the machine understands.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r>
              <a:rPr lang="en-US" altLang="en-US" sz="2400" dirty="0"/>
              <a:t>Python is instead directly </a:t>
            </a:r>
            <a:r>
              <a:rPr lang="en-US" altLang="en-US" sz="2400" i="1" dirty="0"/>
              <a:t>interpreted </a:t>
            </a:r>
            <a:r>
              <a:rPr lang="en-US" altLang="en-US" sz="2400" dirty="0"/>
              <a:t>into machine instructions.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A6ADC168-249F-2FB5-7D77-931D95C1B514}"/>
              </a:ext>
            </a:extLst>
          </p:cNvPr>
          <p:cNvGrpSpPr>
            <a:grpSpLocks/>
          </p:cNvGrpSpPr>
          <p:nvPr/>
        </p:nvGrpSpPr>
        <p:grpSpPr bwMode="auto">
          <a:xfrm>
            <a:off x="1230118" y="1892300"/>
            <a:ext cx="6397625" cy="1765300"/>
            <a:chOff x="48" y="2544"/>
            <a:chExt cx="5565" cy="1536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C31F6F21-98D9-5771-9358-7E76252B7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456"/>
              <a:ext cx="336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701DA449-F8F9-4B6E-B8B2-9B325D5D0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544"/>
              <a:ext cx="829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 i="1">
                  <a:solidFill>
                    <a:srgbClr val="000000"/>
                  </a:solidFill>
                  <a:latin typeface="Tahoma" panose="020B0604030504040204" pitchFamily="34" charset="0"/>
                </a:rPr>
                <a:t>compile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48DC502E-4D84-4CD3-2876-16506F51D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544"/>
              <a:ext cx="838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 i="1">
                  <a:solidFill>
                    <a:srgbClr val="000000"/>
                  </a:solidFill>
                  <a:latin typeface="Tahoma" panose="020B0604030504040204" pitchFamily="34" charset="0"/>
                </a:rPr>
                <a:t>execute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68B24EEB-1668-339F-42B2-183A25021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4" y="2910"/>
              <a:ext cx="729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>
                  <a:solidFill>
                    <a:srgbClr val="000000"/>
                  </a:solidFill>
                  <a:latin typeface="Tahoma" panose="020B0604030504040204" pitchFamily="34" charset="0"/>
                </a:rPr>
                <a:t>output</a:t>
              </a:r>
            </a:p>
          </p:txBody>
        </p:sp>
        <p:pic>
          <p:nvPicPr>
            <p:cNvPr id="12" name="Picture 9">
              <a:extLst>
                <a:ext uri="{FF2B5EF4-FFF2-40B4-BE49-F238E27FC236}">
                  <a16:creationId xmlns:a16="http://schemas.microsoft.com/office/drawing/2014/main" id="{4453101C-4ECE-BEBC-EEFB-E2A7533E9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225" b="39371"/>
            <a:stretch>
              <a:fillRect/>
            </a:stretch>
          </p:blipFill>
          <p:spPr bwMode="auto">
            <a:xfrm>
              <a:off x="4368" y="3216"/>
              <a:ext cx="124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48225" b="3937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5587BB07-9759-3AE2-E61D-F0DDDE75B7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2880"/>
              <a:ext cx="1776" cy="1200"/>
              <a:chOff x="48" y="2880"/>
              <a:chExt cx="1776" cy="1200"/>
            </a:xfrm>
          </p:grpSpPr>
          <p:sp>
            <p:nvSpPr>
              <p:cNvPr id="19" name="Rectangle 11">
                <a:extLst>
                  <a:ext uri="{FF2B5EF4-FFF2-40B4-BE49-F238E27FC236}">
                    <a16:creationId xmlns:a16="http://schemas.microsoft.com/office/drawing/2014/main" id="{B1221AD8-737B-17B4-3AE6-6520A8991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2880"/>
                <a:ext cx="1776" cy="1200"/>
              </a:xfrm>
              <a:prstGeom prst="rect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0" name="Text Box 12">
                <a:extLst>
                  <a:ext uri="{FF2B5EF4-FFF2-40B4-BE49-F238E27FC236}">
                    <a16:creationId xmlns:a16="http://schemas.microsoft.com/office/drawing/2014/main" id="{68F1F7FB-066C-017D-4212-C51864E0F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" y="2910"/>
                <a:ext cx="1757" cy="5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Clr>
                    <a:srgbClr val="000000"/>
                  </a:buClr>
                  <a:buSzPct val="100000"/>
                  <a:buFont typeface="Tahoma" panose="020B0604030504040204" pitchFamily="34" charset="0"/>
                  <a:buNone/>
                </a:pPr>
                <a:r>
                  <a:rPr kumimoji="0" lang="en-GB" altLang="en-US" sz="18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source code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  <a:buFont typeface="Tahoma" panose="020B0604030504040204" pitchFamily="34" charset="0"/>
                  <a:buNone/>
                </a:pPr>
                <a:r>
                  <a:rPr kumimoji="0" lang="en-GB" altLang="en-US" sz="18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Hello.java</a:t>
                </a:r>
                <a:endParaRPr kumimoji="0" lang="en-GB" altLang="en-US" sz="18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pic>
            <p:nvPicPr>
              <p:cNvPr id="21" name="Picture 13">
                <a:extLst>
                  <a:ext uri="{FF2B5EF4-FFF2-40B4-BE49-F238E27FC236}">
                    <a16:creationId xmlns:a16="http://schemas.microsoft.com/office/drawing/2014/main" id="{1B5030E9-4C53-FA36-20EB-6147540911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" y="3456"/>
                <a:ext cx="560" cy="6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B95B37C8-36C8-3CBB-7576-0C75E03793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880"/>
              <a:ext cx="1776" cy="1200"/>
              <a:chOff x="2208" y="2880"/>
              <a:chExt cx="1776" cy="12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CF1E615-09EE-FCA4-ECF4-C0E2693F2E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3456"/>
                <a:ext cx="586" cy="5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C1405E0-04DF-F54F-AB7E-E6172D8A5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880"/>
                <a:ext cx="1776" cy="1200"/>
              </a:xfrm>
              <a:prstGeom prst="rect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1B895E0E-FB8F-F7EF-B450-93A6F43CC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7" y="2910"/>
                <a:ext cx="1757" cy="5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defTabSz="449263" eaLnBrk="0" hangingPunct="0">
                  <a:spcBef>
                    <a:spcPct val="0"/>
                  </a:spcBef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Clr>
                    <a:srgbClr val="000000"/>
                  </a:buClr>
                  <a:buSzPct val="100000"/>
                  <a:buFont typeface="Tahoma" panose="020B0604030504040204" pitchFamily="34" charset="0"/>
                  <a:buNone/>
                </a:pPr>
                <a:r>
                  <a:rPr kumimoji="0" lang="en-GB" altLang="en-US" sz="18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byte code</a:t>
                </a:r>
              </a:p>
              <a:p>
                <a:pPr eaLnBrk="1" hangingPunct="1">
                  <a:buClr>
                    <a:srgbClr val="000000"/>
                  </a:buClr>
                  <a:buSzPct val="100000"/>
                  <a:buFont typeface="Tahoma" panose="020B0604030504040204" pitchFamily="34" charset="0"/>
                  <a:buNone/>
                </a:pPr>
                <a:r>
                  <a:rPr kumimoji="0" lang="en-GB" altLang="en-US" sz="180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Hello.class</a:t>
                </a:r>
                <a:endParaRPr kumimoji="0" lang="en-GB" altLang="en-US" sz="18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1C08CB8C-D2FF-BD0E-C1FE-1FE0B70A5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456"/>
              <a:ext cx="336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0E5B008D-85EE-D238-1BA6-0B1E51CCCAF4}"/>
              </a:ext>
            </a:extLst>
          </p:cNvPr>
          <p:cNvGrpSpPr>
            <a:grpSpLocks/>
          </p:cNvGrpSpPr>
          <p:nvPr/>
        </p:nvGrpSpPr>
        <p:grpSpPr bwMode="auto">
          <a:xfrm>
            <a:off x="2193269" y="4624388"/>
            <a:ext cx="3886200" cy="1765300"/>
            <a:chOff x="816" y="2928"/>
            <a:chExt cx="2448" cy="1112"/>
          </a:xfrm>
        </p:grpSpPr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4AB11C0-4CBE-E468-4B82-A6A12F4AA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2" y="3588"/>
              <a:ext cx="243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34A76EBC-C0C3-1D54-E9F2-EAACA1A4B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2928"/>
              <a:ext cx="7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 i="1">
                  <a:solidFill>
                    <a:srgbClr val="000000"/>
                  </a:solidFill>
                  <a:latin typeface="Tahoma" panose="020B0604030504040204" pitchFamily="34" charset="0"/>
                </a:rPr>
                <a:t>interpret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037E78B4-4C47-089B-0D28-2E742971E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7" y="3193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output</a:t>
              </a:r>
            </a:p>
          </p:txBody>
        </p:sp>
        <p:pic>
          <p:nvPicPr>
            <p:cNvPr id="26" name="Picture 24">
              <a:extLst>
                <a:ext uri="{FF2B5EF4-FFF2-40B4-BE49-F238E27FC236}">
                  <a16:creationId xmlns:a16="http://schemas.microsoft.com/office/drawing/2014/main" id="{03D0B3E6-52DC-592B-D8FF-D297E43042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225" b="39371"/>
            <a:stretch>
              <a:fillRect/>
            </a:stretch>
          </p:blipFill>
          <p:spPr bwMode="auto">
            <a:xfrm>
              <a:off x="2362" y="3415"/>
              <a:ext cx="902" cy="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48225" b="3937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E7C79F-50BD-AE90-805E-A9A574B5E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71"/>
              <a:ext cx="1286" cy="869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8B929152-500D-92F0-FBA1-DFA8F0717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3193"/>
              <a:ext cx="127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449263" eaLnBrk="0" hangingPunct="0">
                <a:spcBef>
                  <a:spcPct val="0"/>
                </a:spcBef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>
                  <a:solidFill>
                    <a:srgbClr val="000000"/>
                  </a:solidFill>
                  <a:latin typeface="Tahoma" panose="020B0604030504040204" pitchFamily="34" charset="0"/>
                </a:rPr>
                <a:t>source code</a:t>
              </a:r>
            </a:p>
            <a:p>
              <a:pPr eaLnBrk="1" hangingPunct="1"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kumimoji="0" lang="en-GB" altLang="en-US" sz="1800">
                  <a:solidFill>
                    <a:srgbClr val="000000"/>
                  </a:solidFill>
                  <a:latin typeface="Courier New" panose="02070309020205020404" pitchFamily="49" charset="0"/>
                </a:rPr>
                <a:t>Hello.py</a:t>
              </a:r>
              <a:endParaRPr kumimoji="0" lang="en-GB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29" name="Picture 35">
              <a:extLst>
                <a:ext uri="{FF2B5EF4-FFF2-40B4-BE49-F238E27FC236}">
                  <a16:creationId xmlns:a16="http://schemas.microsoft.com/office/drawing/2014/main" id="{5CE37C64-8E7F-F099-5844-424126DB0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3582"/>
              <a:ext cx="406" cy="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824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157" y="785626"/>
            <a:ext cx="3485178" cy="949869"/>
          </a:xfrm>
        </p:spPr>
        <p:txBody>
          <a:bodyPr anchor="ctr">
            <a:normAutofit/>
          </a:bodyPr>
          <a:lstStyle/>
          <a:p>
            <a:r>
              <a:rPr lang="en-GB" sz="3500" dirty="0"/>
              <a:t>Python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008" y="1735495"/>
            <a:ext cx="5537090" cy="4584440"/>
          </a:xfrm>
        </p:spPr>
        <p:txBody>
          <a:bodyPr anchor="ctr">
            <a:normAutofit fontScale="92500" lnSpcReduction="10000"/>
          </a:bodyPr>
          <a:lstStyle/>
          <a:p>
            <a:endParaRPr lang="en-GB" sz="2800" dirty="0"/>
          </a:p>
          <a:p>
            <a:r>
              <a:rPr lang="en-GB" sz="2800" dirty="0"/>
              <a:t>Python files use the .</a:t>
            </a:r>
            <a:r>
              <a:rPr lang="en-GB" sz="2800" dirty="0" err="1"/>
              <a:t>py</a:t>
            </a:r>
            <a:r>
              <a:rPr lang="en-GB" sz="2800" dirty="0"/>
              <a:t> extension (.</a:t>
            </a:r>
            <a:r>
              <a:rPr lang="en-GB" sz="2800" dirty="0" err="1"/>
              <a:t>ipnyb</a:t>
            </a:r>
            <a:r>
              <a:rPr lang="en-GB" sz="2800" dirty="0"/>
              <a:t>)</a:t>
            </a:r>
          </a:p>
          <a:p>
            <a:r>
              <a:rPr lang="en-GB" sz="2800" dirty="0"/>
              <a:t>Case sensitive and indentation-based syntax.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Use # for comments.</a:t>
            </a:r>
          </a:p>
          <a:p>
            <a:pPr marL="0" indent="0">
              <a:buNone/>
            </a:pPr>
            <a:r>
              <a:rPr lang="en-GB" sz="2800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x = 10  # Variable declaration</a:t>
            </a:r>
          </a:p>
          <a:p>
            <a:pPr marL="457200" lvl="1" indent="0">
              <a:buNone/>
            </a:pPr>
            <a:r>
              <a:rPr lang="en-GB" dirty="0"/>
              <a:t>print(x)  # Output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3F9EC98-9067-820F-C83B-39BD3652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5" r="53239" b="-2"/>
          <a:stretch>
            <a:fillRect/>
          </a:stretch>
        </p:blipFill>
        <p:spPr>
          <a:xfrm>
            <a:off x="5808370" y="1"/>
            <a:ext cx="33356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963" y="238539"/>
            <a:ext cx="7445666" cy="1434415"/>
          </a:xfrm>
        </p:spPr>
        <p:txBody>
          <a:bodyPr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dirty="0"/>
              <a:t>Data Types and Variables</a:t>
            </a:r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5A5F99-7E67-16AB-DEDB-678898CA9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715797"/>
              </p:ext>
            </p:extLst>
          </p:nvPr>
        </p:nvGraphicFramePr>
        <p:xfrm>
          <a:off x="3287581" y="2357992"/>
          <a:ext cx="5035164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A33BFE-8821-509E-475C-C6E077705353}"/>
              </a:ext>
            </a:extLst>
          </p:cNvPr>
          <p:cNvSpPr txBox="1"/>
          <p:nvPr/>
        </p:nvSpPr>
        <p:spPr>
          <a:xfrm>
            <a:off x="347765" y="3391368"/>
            <a:ext cx="28041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Common data types: int, float, str, bool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in Python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B18FD6-A4F1-ED1A-0BAD-28972C2765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Conditional Statements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DC313B-E71B-ABB1-CA5E-24C522196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07078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Loops in Python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1542E8-936A-CEFB-28A5-BC79048FFD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57996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Lists and Tuples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53918C-5DE9-9E64-126A-B02587266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149022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Sets and Dictionaries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ADD2F3-B7C3-9D9C-8C67-AA3B0438A0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104398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sz="4500"/>
              <a:t>Functions in Python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205204-A669-2A5E-7F8C-BF61801C4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179149"/>
              </p:ext>
            </p:extLst>
          </p:nvPr>
        </p:nvGraphicFramePr>
        <p:xfrm>
          <a:off x="628650" y="2055780"/>
          <a:ext cx="8446926" cy="3262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Input and Output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189" y="1486678"/>
            <a:ext cx="5082296" cy="14991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Use </a:t>
            </a:r>
            <a:r>
              <a:rPr lang="en-US" sz="3000" b="1" dirty="0"/>
              <a:t>input() </a:t>
            </a:r>
            <a:r>
              <a:rPr lang="en-US" sz="3000" dirty="0"/>
              <a:t>to take user input.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Use </a:t>
            </a:r>
            <a:r>
              <a:rPr lang="en-US" sz="3000" b="1" dirty="0"/>
              <a:t>print() </a:t>
            </a:r>
            <a:r>
              <a:rPr lang="en-US" sz="3000" dirty="0"/>
              <a:t>to display output.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A0498B-B85E-A707-6CEE-FFE44ED34FC6}"/>
              </a:ext>
            </a:extLst>
          </p:cNvPr>
          <p:cNvSpPr txBox="1">
            <a:spLocks/>
          </p:cNvSpPr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90000"/>
              </a:lnSpc>
              <a:buNone/>
            </a:pPr>
            <a:r>
              <a:rPr lang="en-US" sz="2000" dirty="0"/>
              <a:t>Example:</a:t>
            </a:r>
          </a:p>
          <a:p>
            <a:pPr marL="171450" lvl="1" indent="0" defTabSz="914400">
              <a:lnSpc>
                <a:spcPct val="90000"/>
              </a:lnSpc>
              <a:buNone/>
            </a:pPr>
            <a:r>
              <a:rPr lang="en-US" sz="2000" dirty="0"/>
              <a:t>name = input('Enter your name: ')</a:t>
            </a:r>
          </a:p>
          <a:p>
            <a:pPr marL="171450" lvl="1" indent="0" defTabSz="914400">
              <a:lnSpc>
                <a:spcPct val="90000"/>
              </a:lnSpc>
              <a:buNone/>
            </a:pPr>
            <a:r>
              <a:rPr lang="en-US" sz="2000" dirty="0"/>
              <a:t>print('Hello', name)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File Handling Basics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E29FD8-76B8-203F-0D99-42DFE6333E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120463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75F59-19DB-7067-DFDA-7FC2F6A8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504D7-641E-EDDD-5AD0-95E5BEC8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Error Handling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51385E-54BF-F3FC-07E0-06BB8151C7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99890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211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GB" sz="450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813F1B-23DB-A2EE-0FFF-CFF08CBE8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62946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3EEA-C706-33AD-FFFF-550B21FA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101"/>
          </a:xfrm>
        </p:spPr>
        <p:txBody>
          <a:bodyPr>
            <a:normAutofit fontScale="90000"/>
          </a:bodyPr>
          <a:lstStyle/>
          <a:p>
            <a:r>
              <a:rPr lang="en-US" dirty="0"/>
              <a:t>Assessment 1. Data analytics exercise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74E8-1BCE-DEEE-93AD-072ABABCC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2959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Create a line graph interpreting the data and mention the steps one by one.</a:t>
            </a:r>
            <a:endParaRPr lang="en-GB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Create a bar chart and interpret the data and mention stepwise procedure.</a:t>
            </a:r>
            <a:endParaRPr lang="en-GB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Create a pie chart and interpret the result and mention stepwise procedure.</a:t>
            </a:r>
            <a:endParaRPr lang="en-GB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Mention three Excel formulas and method of applying it, paste the formula along with both input and output.</a:t>
            </a:r>
            <a:endParaRPr lang="en-GB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Apply statistics to any of the columns and interpret the findings.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35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654</Words>
  <Application>Microsoft Office PowerPoint</Application>
  <PresentationFormat>On-screen Show (4:3)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Tahoma</vt:lpstr>
      <vt:lpstr>Office Theme</vt:lpstr>
      <vt:lpstr>Python Programming Basics</vt:lpstr>
      <vt:lpstr>Introduction to Python</vt:lpstr>
      <vt:lpstr>PowerPoint Presentation</vt:lpstr>
      <vt:lpstr>Python Basics</vt:lpstr>
      <vt:lpstr>Data Types and Variables</vt:lpstr>
      <vt:lpstr>Operators in Python</vt:lpstr>
      <vt:lpstr>Conditional Statements</vt:lpstr>
      <vt:lpstr>Loops in Python</vt:lpstr>
      <vt:lpstr>Lists and Tuples</vt:lpstr>
      <vt:lpstr>Sets and Dictionaries</vt:lpstr>
      <vt:lpstr>Functions in Python</vt:lpstr>
      <vt:lpstr>Input and Output</vt:lpstr>
      <vt:lpstr>File Handling Basics</vt:lpstr>
      <vt:lpstr>Error Handling</vt:lpstr>
      <vt:lpstr>Summary</vt:lpstr>
      <vt:lpstr>Assessment 1. Data analytics 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59</cp:revision>
  <dcterms:created xsi:type="dcterms:W3CDTF">2013-01-27T09:14:16Z</dcterms:created>
  <dcterms:modified xsi:type="dcterms:W3CDTF">2025-11-13T14:28:14Z</dcterms:modified>
  <cp:category/>
</cp:coreProperties>
</file>