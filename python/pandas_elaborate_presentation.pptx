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Pandas is a Python library for data manipulation and analysis.</a:t>
            </a:r>
          </a:p>
          <a:p>
            <a:pPr>
              <a:defRPr sz="1800"/>
            </a:pPr>
            <a:r>
              <a:t>Explanation: Pandas provides Series and DataFrame structures that help users work with structured data efficiently.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A Series is a one-dimensional labeled array capable of holding any data type.</a:t>
            </a:r>
          </a:p>
          <a:p>
            <a:pPr>
              <a:defRPr sz="1800"/>
            </a:pPr>
            <a:r>
              <a:t>Example Code:</a:t>
            </a:r>
          </a:p>
          <a:p>
            <a:pPr>
              <a:defRPr sz="1800"/>
            </a:pPr>
            <a:r>
              <a:t>s = pd.Series([10,20,30])</a:t>
            </a:r>
          </a:p>
          <a:p>
            <a:pPr>
              <a:defRPr sz="1800"/>
            </a:pPr>
            <a:r>
              <a:t>print(s)</a:t>
            </a:r>
          </a:p>
          <a:p>
            <a:pPr>
              <a:defRPr sz="1800"/>
            </a:pPr>
            <a:r>
              <a:t>Explanation: Output shows index and corresponding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Series Plot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Below is a visual diagram showing how a Series is plotted:</a:t>
            </a:r>
          </a:p>
        </p:txBody>
      </p:sp>
      <p:pic>
        <p:nvPicPr>
          <p:cNvPr id="4" name="Picture 3" descr="serie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A DataFrame is a two-dimensional tabular data structure with labeled axes.</a:t>
            </a:r>
          </a:p>
          <a:p>
            <a:pPr>
              <a:defRPr sz="1800"/>
            </a:pPr>
            <a:r>
              <a:t>Example Code:</a:t>
            </a:r>
          </a:p>
          <a:p>
            <a:pPr>
              <a:defRPr sz="1800"/>
            </a:pPr>
            <a:r>
              <a:t>data={'Name':['Ana','Ben'],'Age':[21,22]}</a:t>
            </a:r>
          </a:p>
          <a:p>
            <a:pPr>
              <a:defRPr sz="1800"/>
            </a:pPr>
            <a:r>
              <a:t>df=pd.DataFrame(data)</a:t>
            </a:r>
          </a:p>
          <a:p>
            <a:pPr>
              <a:defRPr sz="1800"/>
            </a:pPr>
            <a:r>
              <a:t>print(df)</a:t>
            </a:r>
          </a:p>
          <a:p>
            <a:pPr>
              <a:defRPr sz="1800"/>
            </a:pPr>
            <a:r>
              <a:t>Explanation: Output appears similar to an Excel 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DataFrame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Below is a table diagram representation of the DataFrame:</a:t>
            </a:r>
          </a:p>
        </p:txBody>
      </p:sp>
      <p:pic>
        <p:nvPicPr>
          <p:cNvPr id="4" name="Picture 3" descr="datafram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Create a Series of 5 numbers and plot it.</a:t>
            </a:r>
          </a:p>
          <a:p>
            <a:pPr>
              <a:defRPr sz="1800"/>
            </a:pPr>
            <a:r>
              <a:t>2. Create a DataFrame with 3 columns and 5 rows.</a:t>
            </a:r>
          </a:p>
          <a:p>
            <a:pPr>
              <a:defRPr sz="1800"/>
            </a:pPr>
            <a:r>
              <a:t>3. Filter rows where a column value is greater than 10.</a:t>
            </a:r>
          </a:p>
          <a:p>
            <a:pPr>
              <a:defRPr sz="1800"/>
            </a:pPr>
            <a:r>
              <a:t>4. Plot a bar chart using your DataFrame.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Exercise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Here is an example bar chart to guide students:</a:t>
            </a:r>
          </a:p>
        </p:txBody>
      </p:sp>
      <p:pic>
        <p:nvPicPr>
          <p:cNvPr id="4" name="Picture 3" descr="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