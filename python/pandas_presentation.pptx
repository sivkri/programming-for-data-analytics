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Pandas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Definition: Pandas is a Python library for data manipulation and analysis.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Explanation: Pandas provides Series and DataFrame structures that help process structured data easily. It is widely used in data science, analytics, and machine learning.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Installing and Importing Pandas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Code:</a:t>
            </a:r>
          </a:p>
          <a:p>
            <a:pPr>
              <a:defRPr sz="1800"/>
            </a:pPr>
            <a:r>
              <a:t>import pandas as pd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Explanation: We import pandas with the alias 'pd' for convenience. This is the standard convention used in Python.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Pandas Series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Code:</a:t>
            </a:r>
          </a:p>
          <a:p>
            <a:pPr>
              <a:defRPr sz="1800"/>
            </a:pPr>
            <a:r>
              <a:t>s = pd.Series([10, 20, 30])</a:t>
            </a:r>
          </a:p>
          <a:p>
            <a:pPr>
              <a:defRPr sz="1800"/>
            </a:pPr>
            <a:r>
              <a:t>print(s)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Explanation: A Series is a one‑dimensional labeled array. The output displays values with automatically assigned index numbers.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Pandas DataFrame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Code:</a:t>
            </a:r>
          </a:p>
          <a:p>
            <a:pPr>
              <a:defRPr sz="1800"/>
            </a:pPr>
            <a:r>
              <a:t>data = {'Name': ['Ana', 'Ben'], 'Age': [21, 22]}</a:t>
            </a:r>
          </a:p>
          <a:p>
            <a:pPr>
              <a:defRPr sz="1800"/>
            </a:pPr>
            <a:r>
              <a:t>df = pd.DataFrame(data)</a:t>
            </a:r>
          </a:p>
          <a:p>
            <a:pPr>
              <a:defRPr sz="1800"/>
            </a:pPr>
            <a:r>
              <a:t>print(df)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Explanation: A DataFrame is a 2‑D structure like a table. Output shows rows and columns created from the dictionary.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Reading Data (CSV)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Code:</a:t>
            </a:r>
          </a:p>
          <a:p>
            <a:pPr>
              <a:defRPr sz="1800"/>
            </a:pPr>
            <a:r>
              <a:t>df = pd.read_csv('file.csv')</a:t>
            </a:r>
          </a:p>
          <a:p>
            <a:pPr>
              <a:defRPr sz="1800"/>
            </a:pPr>
            <a:r>
              <a:t>print(df.head())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Explanation: read_csv loads data from a CSV file. head() shows the first five rows for quick inspection.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Viewing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Code:</a:t>
            </a:r>
          </a:p>
          <a:p>
            <a:pPr>
              <a:defRPr sz="1800"/>
            </a:pPr>
            <a:r>
              <a:t>df.head()</a:t>
            </a:r>
          </a:p>
          <a:p>
            <a:pPr>
              <a:defRPr sz="1800"/>
            </a:pPr>
            <a:r>
              <a:t>df.tail()</a:t>
            </a:r>
          </a:p>
          <a:p>
            <a:pPr>
              <a:defRPr sz="1800"/>
            </a:pPr>
            <a:r>
              <a:t>df.info()</a:t>
            </a:r>
          </a:p>
          <a:p>
            <a:pPr>
              <a:defRPr sz="1800"/>
            </a:pPr>
            <a:r>
              <a:t>df.describe()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Explanation: head/tail show sample rows; info shows column data types; describe provides summary statistics.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Selecting Columns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Code:</a:t>
            </a:r>
          </a:p>
          <a:p>
            <a:pPr>
              <a:defRPr sz="1800"/>
            </a:pPr>
            <a:r>
              <a:t>print(df['Name'])</a:t>
            </a:r>
          </a:p>
          <a:p>
            <a:pPr>
              <a:defRPr sz="1800"/>
            </a:pPr>
            <a:r>
              <a:t>print(df[['Name','Age']])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Explanation: Using brackets selects single or multiple columns. Output shows select parts of the DataFrame.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Selecting Rows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Code:</a:t>
            </a:r>
          </a:p>
          <a:p>
            <a:pPr>
              <a:defRPr sz="1800"/>
            </a:pPr>
            <a:r>
              <a:t>print(df.loc[0])</a:t>
            </a:r>
          </a:p>
          <a:p>
            <a:pPr>
              <a:defRPr sz="1800"/>
            </a:pPr>
            <a:r>
              <a:t>print(df.iloc[1])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Explanation: loc selects by label; iloc selects by index position.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Filtering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Code:</a:t>
            </a:r>
          </a:p>
          <a:p>
            <a:pPr>
              <a:defRPr sz="1800"/>
            </a:pPr>
            <a:r>
              <a:t>print(df[df['Age'] &gt; 21])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Explanation: Boolean filtering returns only rows matching the condition.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Adding &amp; Modifying Columns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Code:</a:t>
            </a:r>
          </a:p>
          <a:p>
            <a:pPr>
              <a:defRPr sz="1800"/>
            </a:pPr>
            <a:r>
              <a:t>df['AgePlus1'] = df['Age'] + 1</a:t>
            </a:r>
          </a:p>
          <a:p>
            <a:pPr>
              <a:defRPr sz="1800"/>
            </a:pPr>
            <a:r>
              <a:t>print(df)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Explanation: New column created by applying arithmetic operations on existing columns.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Handling Missing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Code:</a:t>
            </a:r>
          </a:p>
          <a:p>
            <a:pPr>
              <a:defRPr sz="1800"/>
            </a:pPr>
            <a:r>
              <a:t>df.dropna()</a:t>
            </a:r>
          </a:p>
          <a:p>
            <a:pPr>
              <a:defRPr sz="1800"/>
            </a:pPr>
            <a:r>
              <a:t>df.fillna(0)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Explanation: dropna removes rows with missing values; fillna replaces them with the given value.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Grouping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Code:</a:t>
            </a:r>
          </a:p>
          <a:p>
            <a:pPr>
              <a:defRPr sz="1800"/>
            </a:pPr>
            <a:r>
              <a:t>print(df.groupby('Age').size())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Explanation: groupby groups rows by a column and lets you aggregate data.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Merging &amp; Joining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Code:</a:t>
            </a:r>
          </a:p>
          <a:p>
            <a:pPr>
              <a:defRPr sz="1800"/>
            </a:pPr>
            <a:r>
              <a:t>pd.merge(df1, df2, on='ID')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Explanation: merge joins two DataFrames based on a common column.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Plotting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Code:</a:t>
            </a:r>
          </a:p>
          <a:p>
            <a:pPr>
              <a:defRPr sz="1800"/>
            </a:pPr>
            <a:r>
              <a:t>df['Age'].plot()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Explanation: Pandas supports quick plotting using built‑in plot functions (requires matplotlib).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