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326" r:id="rId2"/>
    <p:sldId id="328" r:id="rId3"/>
    <p:sldId id="330" r:id="rId4"/>
    <p:sldId id="329" r:id="rId5"/>
    <p:sldId id="333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56" r:id="rId14"/>
    <p:sldId id="257" r:id="rId15"/>
    <p:sldId id="258" r:id="rId16"/>
    <p:sldId id="259" r:id="rId17"/>
    <p:sldId id="270" r:id="rId18"/>
    <p:sldId id="271" r:id="rId19"/>
    <p:sldId id="262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99" autoAdjust="0"/>
  </p:normalViewPr>
  <p:slideViewPr>
    <p:cSldViewPr snapToGrid="0" snapToObjects="1">
      <p:cViewPr varScale="1">
        <p:scale>
          <a:sx n="92" d="100"/>
          <a:sy n="92" d="100"/>
        </p:scale>
        <p:origin x="94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97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NumPy as the 'Excel of Python' but with superpowers for large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Draw an analogy: Excel sheet (2D) vs stacked files (3D).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Fun activity: 'Generate random scores and calculate class average in Python.'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slicing to 'cutting pieces from a cake' — you’re selecting parts you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like applying a 10% increase to all prices in a shop — no loops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group participation: each group makes up a week of 'temperature data' and calculates averages.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examples like analyzing attendance, monthly phone usage, or daily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showing a chart of something simple like 'class attendance trend' and ask how it helps us understand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A company analyzing monthly sales to decide which product to promote.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to Excel — Pandas is like Excel on steroids!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by showing a column of student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students to imagine a table with subjects vs marks — that’s a DataFrame.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Import a 'student_marks.csv' file and clean missing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a simple demo: group students by branch and find average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a small dataset — let students guess who might top the list before analyzing.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'Would you rather see a 10-page report or one clear chart?'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Demonstrate: plot a simple line chart of daily study hours vs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Try showing a 'marks distribution' chart to explain why most students score around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Interactive graph of monthly electricity consumption.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how professionals use 3D visualization for complex data exploration.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Ask: 'Which cities have the highest traffic congestion? Let’s map it!'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quick bar chart for monthly sales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Encourage them to work in small groups and share one observation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with a quick poll: 'Which library did you find most interesting today?'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363" y="314453"/>
            <a:ext cx="8731876" cy="4906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u="sng" dirty="0">
                <a:latin typeface="Verdana" panose="020B0604030504040204" pitchFamily="34" charset="0"/>
                <a:ea typeface="Verdana" panose="020B0604030504040204" pitchFamily="34" charset="0"/>
              </a:rPr>
              <a:t>Exceptions :</a:t>
            </a:r>
          </a:p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An exception is an event, which occurs during the execution of a program that disrupts the normal flow of the program's instructions. An exception is a Python object that represents an error. </a:t>
            </a:r>
          </a:p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When a Python script raises an exception, it must either handle the exception immediately otherwise it terminates and quits. </a:t>
            </a:r>
          </a:p>
          <a:p>
            <a:r>
              <a:rPr lang="en-US" sz="1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Python provides two types of exceptions : 1. built-in 2. user defined 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Built-in Exceptions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568" y="3081177"/>
            <a:ext cx="6632117" cy="256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84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790" y="1018344"/>
            <a:ext cx="7517090" cy="9786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58" y="1997030"/>
            <a:ext cx="7604422" cy="38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50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7452" y="1028483"/>
            <a:ext cx="7032032" cy="486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74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389" y="1234165"/>
            <a:ext cx="8192311" cy="13384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67" y="2566919"/>
            <a:ext cx="8235854" cy="313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14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412" y="1011796"/>
            <a:ext cx="8635284" cy="488753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Handling Exceptions : 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If you have some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</a:rPr>
              <a:t>suspicious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code that may raise an exception, you can defend your program by placing the suspicious code in a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try: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block. After the try: block, include an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except: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statement, followed by a block of code which handles the problem as elegantly as possible. </a:t>
            </a: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Syntax 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Here is simple syntax of</a:t>
            </a:r>
          </a:p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try....except...else blocks-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78" y="2967926"/>
            <a:ext cx="6154995" cy="266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97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dirty="0"/>
              <a:t>NumPy = Numerical Python</a:t>
            </a:r>
          </a:p>
          <a:p>
            <a:r>
              <a:rPr dirty="0"/>
              <a:t>Handles large arrays efficiently</a:t>
            </a:r>
          </a:p>
          <a:p>
            <a:r>
              <a:rPr dirty="0"/>
              <a:t>Much faster than regular lists</a:t>
            </a:r>
          </a:p>
          <a:p>
            <a:r>
              <a:rPr dirty="0"/>
              <a:t>Basis for most analytics libraries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NumPy Dimensions and Shapes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1D – simple list (marks of 1 student)</a:t>
            </a:r>
          </a:p>
          <a:p>
            <a:r>
              <a:rPr dirty="0"/>
              <a:t>2D – table (marks of all students)</a:t>
            </a:r>
          </a:p>
          <a:p>
            <a:r>
              <a:rPr dirty="0"/>
              <a:t>3D – multiple tables (data over years)</a:t>
            </a:r>
          </a:p>
          <a:p>
            <a:r>
              <a:rPr dirty="0"/>
              <a:t>NumPy makes it easy to manage and reshape this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NumPy arange() and Random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arange</a:t>
            </a:r>
            <a:r>
              <a:rPr dirty="0"/>
              <a:t>() – create sequences like range()</a:t>
            </a:r>
          </a:p>
          <a:p>
            <a:r>
              <a:rPr dirty="0"/>
              <a:t>random() – generate random data for simulations</a:t>
            </a:r>
          </a:p>
          <a:p>
            <a:pPr marL="0" indent="0">
              <a:buNone/>
            </a:pPr>
            <a:r>
              <a:rPr dirty="0"/>
              <a:t>Example: Simulate 100 random test scores to analyze class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NumPy Reshape, Slicing &amp; Masking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reshape() – change data layout</a:t>
            </a:r>
          </a:p>
          <a:p>
            <a:r>
              <a:rPr dirty="0"/>
              <a:t>slicing – select subsets of data</a:t>
            </a:r>
          </a:p>
          <a:p>
            <a:r>
              <a:rPr dirty="0"/>
              <a:t>masking – filter based on conditions</a:t>
            </a:r>
          </a:p>
          <a:p>
            <a:pPr marL="0" indent="0">
              <a:buNone/>
            </a:pPr>
            <a:r>
              <a:rPr dirty="0"/>
              <a:t>Example: Filter students who scored above 75%.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NumPy Broadcasting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Broadcasting allows arithmetic operations between arrays of different shapes.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r>
              <a:rPr dirty="0"/>
              <a:t>Add 10 to every element in a list of marks instantly.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</a:t>
            </a:r>
            <a:r>
              <a:rPr dirty="0" err="1"/>
              <a:t>ctivity</a:t>
            </a:r>
            <a:r>
              <a:rPr dirty="0"/>
              <a:t>: Analyze Sample Temperature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dirty="0"/>
              <a:t>Using NumPy arrays:</a:t>
            </a:r>
          </a:p>
          <a:p>
            <a:r>
              <a:rPr dirty="0"/>
              <a:t>Store daily temperatures</a:t>
            </a:r>
          </a:p>
          <a:p>
            <a:r>
              <a:rPr dirty="0"/>
              <a:t>Find average, min, and max</a:t>
            </a:r>
          </a:p>
          <a:p>
            <a:r>
              <a:rPr dirty="0"/>
              <a:t>Plot later with Matplotlib (next unit)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dirty="0"/>
              <a:t>We learned:</a:t>
            </a:r>
          </a:p>
          <a:p>
            <a:r>
              <a:rPr dirty="0"/>
              <a:t>Python basics for analytics</a:t>
            </a:r>
          </a:p>
          <a:p>
            <a:r>
              <a:rPr dirty="0"/>
              <a:t>How to handle and process numerical data using NumPy</a:t>
            </a:r>
          </a:p>
          <a:p>
            <a:r>
              <a:rPr dirty="0"/>
              <a:t>Importance of arrays and broadcasting</a:t>
            </a:r>
          </a:p>
          <a:p>
            <a:pPr marL="0" indent="0">
              <a:buNone/>
            </a:pPr>
            <a:r>
              <a:rPr dirty="0"/>
              <a:t>Reflection: What kind of real-life data would you like to analyze with Python?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Unit 3: Advanced Data Handling and Visualization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Learning Outcomes:</a:t>
            </a:r>
          </a:p>
          <a:p>
            <a:r>
              <a:t>• Handle and manipulate data with Pandas</a:t>
            </a:r>
          </a:p>
          <a:p>
            <a:r>
              <a:t>• Create different types of charts using Python</a:t>
            </a:r>
          </a:p>
          <a:p>
            <a:r>
              <a:t>• Explore interactive and geo-visualizations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 Handling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Raw data is messy and unstructured</a:t>
            </a:r>
          </a:p>
          <a:p>
            <a:r>
              <a:t>• We need tools to clean, organize, and visualize it</a:t>
            </a:r>
          </a:p>
          <a:p>
            <a:r>
              <a:t>• Better data → better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Pandas = Powerful Python library for data handling.</a:t>
            </a:r>
          </a:p>
          <a:p>
            <a:r>
              <a:t>It helps you:</a:t>
            </a:r>
          </a:p>
          <a:p>
            <a:r>
              <a:t>• Load and save data (CSV, Excel, etc.)</a:t>
            </a:r>
          </a:p>
          <a:p>
            <a:r>
              <a:t>• Clean and process information easily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Pandas Series – One-Dimensional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Series is like a single column in a spreadsheet.</a:t>
            </a:r>
          </a:p>
          <a:p>
            <a:r>
              <a:t>Example:</a:t>
            </a:r>
          </a:p>
          <a:p>
            <a:r>
              <a:t>marks = [85, 90, 78, 92]</a:t>
            </a:r>
          </a:p>
          <a:p>
            <a:r>
              <a:t>Pandas lets you calculate mean, median, etc.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Pandas DataFrame – Two-Dimensional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 DataFrame is like a complete table with rows and columns.</a:t>
            </a:r>
          </a:p>
          <a:p>
            <a:r>
              <a:t>Example:</a:t>
            </a:r>
          </a:p>
          <a:p>
            <a:r>
              <a:t>• Student names and their marks in different subjects</a:t>
            </a:r>
          </a:p>
          <a:p>
            <a:r>
              <a:t>• Sales data across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Importing and Cleaning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Read data from CSV files using pd.read_csv()</a:t>
            </a:r>
          </a:p>
          <a:p>
            <a:r>
              <a:t>• Handle missing values with fillna() or dropna()</a:t>
            </a:r>
          </a:p>
          <a:p>
            <a:r>
              <a:t>• Rename, sort, and reset indexes easily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Manipulation using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Common operations:</a:t>
            </a:r>
          </a:p>
          <a:p>
            <a:r>
              <a:t>• Sorting data</a:t>
            </a:r>
          </a:p>
          <a:p>
            <a:r>
              <a:t>• Filtering rows (e.g., marks &gt; 75)</a:t>
            </a:r>
          </a:p>
          <a:p>
            <a:r>
              <a:t>• Grouping by category (e.g., department)</a:t>
            </a:r>
          </a:p>
          <a:p>
            <a:r>
              <a:t>• Aggregating (mean, count, sum)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Real-Life Example: Student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Read a CSV of marks</a:t>
            </a:r>
          </a:p>
          <a:p>
            <a:r>
              <a:t>• Calculate total and average per student</a:t>
            </a:r>
          </a:p>
          <a:p>
            <a:r>
              <a:t>• Find top 3 performers</a:t>
            </a:r>
          </a:p>
          <a:p>
            <a:r>
              <a:t>• Visualize the results later with Matplotlib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Visualization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Visualization helps to:</a:t>
            </a:r>
          </a:p>
          <a:p>
            <a:r>
              <a:t>• See trends and patterns</a:t>
            </a:r>
          </a:p>
          <a:p>
            <a:r>
              <a:t>• Communicate insights quickly</a:t>
            </a:r>
          </a:p>
          <a:p>
            <a:r>
              <a:t>• Make data memorable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with 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Matplotlib is the base library for charts.</a:t>
            </a:r>
          </a:p>
          <a:p>
            <a:r>
              <a:t>• Line charts – trends (e.g., temperature over days)</a:t>
            </a:r>
          </a:p>
          <a:p>
            <a:r>
              <a:t>• Bar charts – comparisons (e.g., marks per subject)</a:t>
            </a:r>
          </a:p>
          <a:p>
            <a:r>
              <a:t>• Pie charts – proportions (e.g., budget split)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with Seaborn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Seaborn builds on Matplotlib with better visuals.</a:t>
            </a:r>
          </a:p>
          <a:p>
            <a:r>
              <a:t>Examples:</a:t>
            </a:r>
          </a:p>
          <a:p>
            <a:r>
              <a:t>• Heatmaps – show correlations</a:t>
            </a:r>
          </a:p>
          <a:p>
            <a:r>
              <a:t>• Boxplots – show variation</a:t>
            </a:r>
          </a:p>
          <a:p>
            <a:r>
              <a:t>• Histograms – show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Plotting with Bokeh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Bokeh helps create interactive dashboards.</a:t>
            </a:r>
          </a:p>
          <a:p>
            <a:r>
              <a:t>You can zoom, hover, and click for details.</a:t>
            </a:r>
          </a:p>
          <a:p>
            <a:r>
              <a:t>Great for websites and reports.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 Plotting with Plotly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Plotly allows:</a:t>
            </a:r>
          </a:p>
          <a:p>
            <a:r>
              <a:t>• 3D surface plots</a:t>
            </a:r>
          </a:p>
          <a:p>
            <a:r>
              <a:t>• Animated visualizations</a:t>
            </a:r>
          </a:p>
          <a:p>
            <a:r>
              <a:t>• Interactive dashboards</a:t>
            </a:r>
          </a:p>
          <a:p>
            <a:r>
              <a:t>Example: Plot population growth vs income vs education.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 Plotting with Folium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Folium = map-based visualization tool.</a:t>
            </a:r>
          </a:p>
          <a:p>
            <a:r>
              <a:t>Example:</a:t>
            </a:r>
          </a:p>
          <a:p>
            <a:r>
              <a:t>• Map city-wise COVID cases</a:t>
            </a:r>
          </a:p>
          <a:p>
            <a:r>
              <a:t>• Show store locations on a city map</a:t>
            </a:r>
          </a:p>
          <a:p>
            <a:r>
              <a:t>• Display pollution levels geographically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Built-in Plotting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Pandas has a quick .plot() function.</a:t>
            </a:r>
          </a:p>
          <a:p>
            <a:r>
              <a:t>Example:</a:t>
            </a:r>
          </a:p>
          <a:p>
            <a:r>
              <a:t>data['sales'].plot(kind='bar')</a:t>
            </a:r>
          </a:p>
          <a:p>
            <a:endParaRPr/>
          </a:p>
          <a:p>
            <a:r>
              <a:t>Creates instant charts from DataFrames.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</a:t>
            </a:r>
          </a:p>
          <a:p>
            <a:r>
              <a:t>1. Create a dataset of 7 days of sleep hours and study hours.</a:t>
            </a:r>
          </a:p>
          <a:p>
            <a:r>
              <a:t>2. Use Pandas to analyze averages.</a:t>
            </a:r>
          </a:p>
          <a:p>
            <a:r>
              <a:t>3. Plot a line chart using Matplotlib.</a:t>
            </a:r>
          </a:p>
          <a:p>
            <a:r>
              <a:t>4. Discuss trends in class.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 learned:</a:t>
            </a:r>
          </a:p>
          <a:p>
            <a:r>
              <a:t>• Pandas for data handling</a:t>
            </a:r>
          </a:p>
          <a:p>
            <a:r>
              <a:t>• Matplotlib, Seaborn, and others for visualization</a:t>
            </a:r>
          </a:p>
          <a:p>
            <a:r>
              <a:t>• How visuals help make sense of numbers</a:t>
            </a:r>
          </a:p>
          <a:p>
            <a:r>
              <a:t>Reflection: What’s one dataset from your daily life you’d love to visualize?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46464"/>
                </a:solidFill>
              </a:rPr>
              <a:t>Data Analytics – BE Civil Engineering | Trainer Notes © Your Institute Name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1526</Words>
  <Application>Microsoft Office PowerPoint</Application>
  <PresentationFormat>On-screen Show (4:3)</PresentationFormat>
  <Paragraphs>195</Paragraphs>
  <Slides>29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NumPy</vt:lpstr>
      <vt:lpstr>NumPy Dimensions and Shapes</vt:lpstr>
      <vt:lpstr>NumPy arange() and Random Package</vt:lpstr>
      <vt:lpstr>NumPy Reshape, Slicing &amp; Masking</vt:lpstr>
      <vt:lpstr>NumPy Broadcasting</vt:lpstr>
      <vt:lpstr>Activity: Analyze Sample Temperature Data</vt:lpstr>
      <vt:lpstr>Summary &amp; Reflection</vt:lpstr>
      <vt:lpstr>Unit 3: Advanced Data Handling and Visualization in Python</vt:lpstr>
      <vt:lpstr>Why Data Handling Matters</vt:lpstr>
      <vt:lpstr>Introduction to Pandas</vt:lpstr>
      <vt:lpstr>Pandas Series – One-Dimensional Data</vt:lpstr>
      <vt:lpstr>Pandas DataFrame – Two-Dimensional Data</vt:lpstr>
      <vt:lpstr>Importing and Cleaning Data</vt:lpstr>
      <vt:lpstr>Data Manipulation using Pandas</vt:lpstr>
      <vt:lpstr>Real-Life Example: Student Performance Analysis</vt:lpstr>
      <vt:lpstr>Why Visualization Matters</vt:lpstr>
      <vt:lpstr>Data Visualization with Matplotlib</vt:lpstr>
      <vt:lpstr>Data Visualization with Seaborn</vt:lpstr>
      <vt:lpstr>Interactive Plotting with Bokeh</vt:lpstr>
      <vt:lpstr>3D Plotting with Plotly</vt:lpstr>
      <vt:lpstr>Geo Plotting with Folium</vt:lpstr>
      <vt:lpstr>Pandas Built-in Plotting</vt:lpstr>
      <vt:lpstr>Hands-on Activity</vt:lpstr>
      <vt:lpstr>Summary &amp; Reflection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Sivakumar Krishnamoorthy</cp:lastModifiedBy>
  <cp:revision>277</cp:revision>
  <dcterms:created xsi:type="dcterms:W3CDTF">2013-01-27T09:14:16Z</dcterms:created>
  <dcterms:modified xsi:type="dcterms:W3CDTF">2025-11-25T04:34:01Z</dcterms:modified>
  <cp:category/>
</cp:coreProperties>
</file>