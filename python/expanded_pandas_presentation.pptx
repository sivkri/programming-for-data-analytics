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 Pandas is a Python library for data manipulation and analysis.</a:t>
            </a:r>
          </a:p>
          <a:p>
            <a:pPr>
              <a:defRPr sz="1800"/>
            </a:pPr>
            <a:r>
              <a:t>Explanation: It introduces powerful data structures like Series and DataFrame.</a:t>
            </a:r>
          </a:p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import pandas as pd</a:t>
            </a: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 A Series is a one‑dimensional labeled array.</a:t>
            </a:r>
          </a:p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s = pd.Series([10,20,30])</a:t>
            </a:r>
          </a:p>
          <a:p>
            <a:pPr>
              <a:defRPr sz="1800"/>
            </a:pPr>
            <a:r>
              <a:t>print(s)</a:t>
            </a:r>
          </a:p>
          <a:p>
            <a:pPr>
              <a:defRPr sz="1800"/>
            </a:pPr>
            <a:r>
              <a:t>Explanation: Output contains index on the left and values on the right.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Frame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 A DataFrame is a 2‑dimensional table of labeled data.</a:t>
            </a:r>
          </a:p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data={'Name':['Ana','Ben'],'Age':[21,22]}</a:t>
            </a:r>
          </a:p>
          <a:p>
            <a:pPr>
              <a:defRPr sz="1800"/>
            </a:pPr>
            <a:r>
              <a:t>df=pd.DataFrame(data)</a:t>
            </a:r>
          </a:p>
          <a:p>
            <a:pPr>
              <a:defRPr sz="1800"/>
            </a:pPr>
            <a:r>
              <a:t>print(df)</a:t>
            </a:r>
          </a:p>
          <a:p>
            <a:pPr>
              <a:defRPr sz="1800"/>
            </a:pPr>
            <a:r>
              <a:t>Explanation: Displays rows and columns similar to an Excel 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Manipulation using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 Data manipulation refers to filtering, cleaning, transforming, merging data.</a:t>
            </a:r>
          </a:p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df['AgePlus1']=df['Age']+1</a:t>
            </a:r>
          </a:p>
          <a:p>
            <a:pPr>
              <a:defRPr sz="1800"/>
            </a:pPr>
            <a:r>
              <a:t>clean=df.dropna()</a:t>
            </a:r>
          </a:p>
          <a:p>
            <a:pPr>
              <a:defRPr sz="1800"/>
            </a:pPr>
            <a:r>
              <a:t>Explanation: Shows how to add columns and remove missing values.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 with Matplotlib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 Matplotlib is Python’s base plotting library.</a:t>
            </a:r>
          </a:p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df['Age'].plot()</a:t>
            </a:r>
          </a:p>
          <a:p>
            <a:pPr>
              <a:defRPr sz="1800"/>
            </a:pPr>
            <a:r>
              <a:t>Explanation: Pandas integrates with Matplotlib to create simple plots.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 with Seaborn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 Seaborn is a statistical data visualization library.</a:t>
            </a:r>
          </a:p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sns.barplot(data=df,x='Name',y='Age')</a:t>
            </a:r>
          </a:p>
          <a:p>
            <a:pPr>
              <a:defRPr sz="1800"/>
            </a:pPr>
            <a:r>
              <a:t>Explanation: Produces cleaner and more advanced visuals than Matplotlib.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Plotting with Bokeh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 Bokeh creates interactive browser‑based plots.</a:t>
            </a:r>
          </a:p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from bokeh.plotting import figure, show</a:t>
            </a:r>
          </a:p>
          <a:p>
            <a:pPr>
              <a:defRPr sz="1800"/>
            </a:pPr>
            <a:r>
              <a:t>p=figure(); p.line([1,2,3],[4,5,6]); show(p)</a:t>
            </a:r>
          </a:p>
          <a:p>
            <a:pPr>
              <a:defRPr sz="1800"/>
            </a:pPr>
            <a:r>
              <a:t>Explanation: Opens an interactive plot where users can zoom and hover.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3D Plotting with Plotly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 Plotly creates interactive and 3D visualizations.</a:t>
            </a:r>
          </a:p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fig=px.scatter_3d(df,x='Age',y='AgePlus1',z='Age')</a:t>
            </a:r>
          </a:p>
          <a:p>
            <a:pPr>
              <a:defRPr sz="1800"/>
            </a:pPr>
            <a:r>
              <a:t>fig.show()</a:t>
            </a:r>
          </a:p>
          <a:p>
            <a:pPr>
              <a:defRPr sz="1800"/>
            </a:pPr>
            <a:r>
              <a:t>Explanation: Produces rotatable 3D plots in the browser.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 plotting with Folium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 Folium is used to create maps and geographical plots.</a:t>
            </a:r>
          </a:p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import folium</a:t>
            </a:r>
          </a:p>
          <a:p>
            <a:pPr>
              <a:defRPr sz="1800"/>
            </a:pPr>
            <a:r>
              <a:t>m=folium.Map(location=[20,78],zoom_start=5)</a:t>
            </a:r>
          </a:p>
          <a:p>
            <a:pPr>
              <a:defRPr sz="1800"/>
            </a:pPr>
            <a:r>
              <a:t>m</a:t>
            </a:r>
          </a:p>
          <a:p>
            <a:pPr>
              <a:defRPr sz="1800"/>
            </a:pPr>
            <a:r>
              <a:t>Explanation: Displays an interactive map centered on given coordinates.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Data Plotting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Definition: Pandas has built‑in plotting methods.</a:t>
            </a:r>
          </a:p>
          <a:p>
            <a:pPr>
              <a:defRPr sz="1800"/>
            </a:pPr>
            <a:r>
              <a:t>Code:</a:t>
            </a:r>
          </a:p>
          <a:p>
            <a:pPr>
              <a:defRPr sz="1800"/>
            </a:pPr>
            <a:r>
              <a:t>df.plot(kind='line')</a:t>
            </a:r>
          </a:p>
          <a:p>
            <a:pPr>
              <a:defRPr sz="1800"/>
            </a:pPr>
            <a:r>
              <a:t>Explanation: Uses Matplotlib internally to create quick visualizations.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